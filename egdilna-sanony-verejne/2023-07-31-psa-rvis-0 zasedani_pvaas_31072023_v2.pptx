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311" r:id="rId13"/>
    <p:sldId id="269" r:id="rId14"/>
    <p:sldId id="312" r:id="rId15"/>
    <p:sldId id="317" r:id="rId16"/>
    <p:sldId id="315" r:id="rId17"/>
    <p:sldId id="323" r:id="rId18"/>
    <p:sldId id="272" r:id="rId19"/>
    <p:sldId id="270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D320E0-A8E4-434B-BE0F-87109640D0B8}" v="2" dt="2023-07-31T08:09:36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Šedivec" userId="5859117d-4fed-45af-939e-a078bb4ea44f" providerId="ADAL" clId="{FDD320E0-A8E4-434B-BE0F-87109640D0B8}"/>
    <pc:docChg chg="custSel modSld">
      <pc:chgData name="Tomáš Šedivec" userId="5859117d-4fed-45af-939e-a078bb4ea44f" providerId="ADAL" clId="{FDD320E0-A8E4-434B-BE0F-87109640D0B8}" dt="2023-07-31T10:20:42.902" v="77" actId="1076"/>
      <pc:docMkLst>
        <pc:docMk/>
      </pc:docMkLst>
      <pc:sldChg chg="modSp mod">
        <pc:chgData name="Tomáš Šedivec" userId="5859117d-4fed-45af-939e-a078bb4ea44f" providerId="ADAL" clId="{FDD320E0-A8E4-434B-BE0F-87109640D0B8}" dt="2023-07-31T08:10:29.219" v="75" actId="108"/>
        <pc:sldMkLst>
          <pc:docMk/>
          <pc:sldMk cId="4043810431" sldId="274"/>
        </pc:sldMkLst>
        <pc:spChg chg="mod">
          <ac:chgData name="Tomáš Šedivec" userId="5859117d-4fed-45af-939e-a078bb4ea44f" providerId="ADAL" clId="{FDD320E0-A8E4-434B-BE0F-87109640D0B8}" dt="2023-07-31T08:10:29.219" v="75" actId="108"/>
          <ac:spMkLst>
            <pc:docMk/>
            <pc:sldMk cId="4043810431" sldId="274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FDD320E0-A8E4-434B-BE0F-87109640D0B8}" dt="2023-07-31T10:20:36.879" v="76" actId="1076"/>
        <pc:sldMkLst>
          <pc:docMk/>
          <pc:sldMk cId="1227977212" sldId="312"/>
        </pc:sldMkLst>
        <pc:spChg chg="mod">
          <ac:chgData name="Tomáš Šedivec" userId="5859117d-4fed-45af-939e-a078bb4ea44f" providerId="ADAL" clId="{FDD320E0-A8E4-434B-BE0F-87109640D0B8}" dt="2023-07-31T10:20:36.879" v="76" actId="1076"/>
          <ac:spMkLst>
            <pc:docMk/>
            <pc:sldMk cId="1227977212" sldId="312"/>
            <ac:spMk id="2" creationId="{00000000-0000-0000-0000-000000000000}"/>
          </ac:spMkLst>
        </pc:spChg>
      </pc:sldChg>
      <pc:sldChg chg="modSp mod">
        <pc:chgData name="Tomáš Šedivec" userId="5859117d-4fed-45af-939e-a078bb4ea44f" providerId="ADAL" clId="{FDD320E0-A8E4-434B-BE0F-87109640D0B8}" dt="2023-07-31T10:20:42.902" v="77" actId="1076"/>
        <pc:sldMkLst>
          <pc:docMk/>
          <pc:sldMk cId="3151466732" sldId="317"/>
        </pc:sldMkLst>
        <pc:spChg chg="mod">
          <ac:chgData name="Tomáš Šedivec" userId="5859117d-4fed-45af-939e-a078bb4ea44f" providerId="ADAL" clId="{FDD320E0-A8E4-434B-BE0F-87109640D0B8}" dt="2023-07-31T10:20:42.902" v="77" actId="1076"/>
          <ac:spMkLst>
            <pc:docMk/>
            <pc:sldMk cId="3151466732" sldId="31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31.07.2023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31.07.2023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sprava_programovych_prostredku" TargetMode="External"/><Relationship Id="rId2" Type="http://schemas.openxmlformats.org/officeDocument/2006/relationships/hyperlink" Target="https://archi.gov.cz/znalostni_baze:prihlasovani_isd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nap:system_spravy_dokumentu" TargetMode="External"/><Relationship Id="rId4" Type="http://schemas.openxmlformats.org/officeDocument/2006/relationships/hyperlink" Target="https://archi.gov.cz/playgroud:archivni_formaty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31. 7. 2023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Ostrovní režim CMS </a:t>
            </a:r>
            <a:r>
              <a:rPr lang="cs-CZ" sz="28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Martin Cerman</a:t>
            </a: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cs-CZ" sz="28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Zákon o právu na digitální služby </a:t>
            </a:r>
            <a:r>
              <a:rPr lang="cs-CZ" sz="28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Jan Petr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Kompetenční centrum pro projekty NPO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Veronika Zápotocká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formuláře OHA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a nejasnosti členů pracovní skupiny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6161" y="1087143"/>
            <a:ext cx="11296691" cy="577085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Evidence údajů v agendě https://archi.gov.cz/znalostni_baze:evidence_udaju </a:t>
            </a:r>
            <a:endParaRPr lang="cs-CZ" sz="2900" b="1" u="sng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pl-PL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Využívání oprávnění na údaje jiných ISVS  https://archi.gov.cz/znalostni_baze:opravneni_udaje </a:t>
            </a:r>
            <a:endParaRPr lang="cs-CZ" sz="29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Využívání datových schránek pro autentizaci uživatelů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https://archi.gov.cz/znalostni_baze:prihlasovani_isds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cs-CZ" sz="2900" b="1" dirty="0">
              <a:ln>
                <a:solidFill>
                  <a:schemeClr val="bg1"/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Správa a užívání programových prostředků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https://archi.gov.cz/znalostni_baze:sprava_programovych_prostredku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Správa dokumentů a standard archivních formátů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https://archi.gov.cz/playgroud:archivni_formaty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https://archi.gov.cz/nap:system_spravy_dokumentu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2023/06/XX/YY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Ostrovní režim CMS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5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Zákon o právu na digitální služby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2276" y="2065964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Kompetenční centrum pro projekty NPO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97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8695" y="2132814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formuláře OHA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466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formuláře OHA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24302" y="1464623"/>
            <a:ext cx="11392929" cy="480791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Verze 7.2</a:t>
            </a:r>
          </a:p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Připomínky do 14.8. </a:t>
            </a:r>
          </a:p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Předložení RVIS na příštím plenárním </a:t>
            </a:r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zasedání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Jedna z posledních „papírových“ verzí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Práce na procesní změně předkládání a posuzování projektů</a:t>
            </a:r>
          </a:p>
        </p:txBody>
      </p:sp>
    </p:spTree>
    <p:extLst>
      <p:ext uri="{BB962C8B-B14F-4D97-AF65-F5344CB8AC3E}">
        <p14:creationId xmlns:p14="http://schemas.microsoft.com/office/powerpoint/2010/main" val="1339601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formuláře OHA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08468" y="1508165"/>
            <a:ext cx="11392929" cy="4807919"/>
          </a:xfrm>
        </p:spPr>
        <p:txBody>
          <a:bodyPr>
            <a:normAutofit fontScale="92500" lnSpcReduction="20000"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Odstranění některých otázek</a:t>
            </a:r>
          </a:p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Zúžení výkonnostní architektury</a:t>
            </a:r>
          </a:p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Explicitní možnost nevyplňovat katalogy prvků a diagramy, jsou-li přílohou</a:t>
            </a:r>
          </a:p>
          <a:p>
            <a:r>
              <a:rPr lang="cs-CZ" sz="4300" b="1" dirty="0">
                <a:ln>
                  <a:solidFill>
                    <a:schemeClr val="bg1"/>
                  </a:solidFill>
                </a:ln>
              </a:rPr>
              <a:t>Přidány otázky na UX/UI</a:t>
            </a:r>
          </a:p>
          <a:p>
            <a:r>
              <a:rPr lang="cs-CZ" sz="4300" b="1" dirty="0">
                <a:ln>
                  <a:solidFill>
                    <a:schemeClr val="bg1"/>
                  </a:solidFill>
                </a:ln>
              </a:rPr>
              <a:t>Předělání TCO:</a:t>
            </a:r>
          </a:p>
          <a:p>
            <a:pPr lvl="1"/>
            <a:r>
              <a:rPr lang="cs-CZ" sz="4300" b="1" dirty="0">
                <a:ln>
                  <a:solidFill>
                    <a:schemeClr val="bg1"/>
                  </a:solidFill>
                </a:ln>
              </a:rPr>
              <a:t>Zrušení přepočtu pro hodnotu projektu</a:t>
            </a:r>
          </a:p>
          <a:p>
            <a:pPr lvl="1"/>
            <a:r>
              <a:rPr lang="cs-CZ" sz="4300" b="1" dirty="0">
                <a:ln>
                  <a:solidFill>
                    <a:schemeClr val="bg1"/>
                  </a:solidFill>
                </a:ln>
              </a:rPr>
              <a:t>Přidání TCO pro celý funkční celek – možno odkázat na vyplněné hodnoty v RPP</a:t>
            </a:r>
          </a:p>
        </p:txBody>
      </p:sp>
    </p:spTree>
    <p:extLst>
      <p:ext uri="{BB962C8B-B14F-4D97-AF65-F5344CB8AC3E}">
        <p14:creationId xmlns:p14="http://schemas.microsoft.com/office/powerpoint/2010/main" val="387802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9D253C0-2D07-4A14-8530-2E7A829E171E}"/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1867</TotalTime>
  <Words>485</Words>
  <Application>Microsoft Office PowerPoint</Application>
  <PresentationFormat>Širokoúhlá obrazovka</PresentationFormat>
  <Paragraphs>58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Ostrovní režim CMS</vt:lpstr>
      <vt:lpstr>Zákon o právu na digitální služby</vt:lpstr>
      <vt:lpstr>Kompetenční centrum pro projekty NPO</vt:lpstr>
      <vt:lpstr>Nové formuláře OHA</vt:lpstr>
      <vt:lpstr>Nové formuláře OHA</vt:lpstr>
      <vt:lpstr>Nové formuláře OHA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Tomáš Šedivec</cp:lastModifiedBy>
  <cp:revision>113</cp:revision>
  <dcterms:created xsi:type="dcterms:W3CDTF">2021-01-27T09:19:54Z</dcterms:created>
  <dcterms:modified xsi:type="dcterms:W3CDTF">2023-07-31T10:20:47Z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