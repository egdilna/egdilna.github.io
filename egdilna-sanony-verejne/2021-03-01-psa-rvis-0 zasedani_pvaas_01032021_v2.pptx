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</a:t>
            </a:r>
            <a:r>
              <a:rPr lang="CS-CZ" sz="2000" dirty="0"/>
              <a:t>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pracovní skupiny 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pro architekturu a 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1.3.2021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Šedivec, 5 min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Digitálně propojená veřejná správa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Ondřej Felix,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min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Globální architektury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Propojený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datový fond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Tiller,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30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Veřejný datový fond – Jakub Malina, 30 min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Obslužné kanály – Pavel Hrabě, 30 min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Různé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dle časové dispozice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formuláře v7 žádosti o stanovisko OHA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Informování nadřazeného výboru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Šedivec,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 min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</a:t>
            </a:r>
            <a:r>
              <a:rPr lang="cs-CZ" b="1" dirty="0" smtClean="0"/>
              <a:t>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39833" y="2552324"/>
            <a:ext cx="10856421" cy="2285683"/>
          </a:xfrm>
        </p:spPr>
        <p:txBody>
          <a:bodyPr/>
          <a:lstStyle/>
          <a:p>
            <a:pPr lvl="0" algn="ctr"/>
            <a:r>
              <a:rPr lang="cs-CZ" b="1" dirty="0"/>
              <a:t>IKČR a její navazující dokumenty přístupné na portálu </a:t>
            </a:r>
            <a:r>
              <a:rPr lang="cs-CZ" b="1" u="sng" dirty="0">
                <a:hlinkClick r:id="rId2"/>
              </a:rPr>
              <a:t>https://archi.gov.cz</a:t>
            </a:r>
            <a:r>
              <a:rPr lang="cs-CZ" b="1" u="sng" dirty="0" smtClean="0">
                <a:hlinkClick r:id="rId2"/>
              </a:rPr>
              <a:t>/</a:t>
            </a:r>
            <a:r>
              <a:rPr lang="cs-CZ" b="1" u="sng" dirty="0" smtClean="0"/>
              <a:t/>
            </a:r>
            <a:br>
              <a:rPr lang="cs-CZ" b="1" u="sng" dirty="0" smtClean="0"/>
            </a:b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9149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 smtClean="0"/>
              <a:t>Digitálně propojená veřejná správa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40563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 smtClean="0"/>
              <a:t>Globální architektury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9719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Nové verze formulářů žádosti o stanovisko OHA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Závěr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032749698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8C991F-B31B-4142-9D80-CA0A4A4E022A}"/>
</file>

<file path=customXml/itemProps2.xml><?xml version="1.0" encoding="utf-8"?>
<ds:datastoreItem xmlns:ds="http://schemas.openxmlformats.org/officeDocument/2006/customXml" ds:itemID="{7C616119-356E-4288-A857-5EB8B518521B}"/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144</Words>
  <Application>Microsoft Office PowerPoint</Application>
  <PresentationFormat>Širokoúhlá obrazovka</PresentationFormat>
  <Paragraphs>27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Calibri</vt:lpstr>
      <vt:lpstr>MV_sablona1_2007</vt:lpstr>
      <vt:lpstr>Prezentace aplikace PowerPoint</vt:lpstr>
      <vt:lpstr>Technický úvod, pravidla videokonference </vt:lpstr>
      <vt:lpstr> </vt:lpstr>
      <vt:lpstr>Kontext naší PS v rámci RVIS</vt:lpstr>
      <vt:lpstr>IKČR a její navazující dokumenty přístupné na portálu https://archi.gov.cz/ </vt:lpstr>
      <vt:lpstr>Digitálně propojená veřejná správa</vt:lpstr>
      <vt:lpstr>Globální architektury</vt:lpstr>
      <vt:lpstr>Nové verze formulářů žádosti o stanovisko OHA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Tomáš Šedivec</cp:lastModifiedBy>
  <cp:revision>9</cp:revision>
  <dcterms:created xsi:type="dcterms:W3CDTF">2021-01-27T09:19:54Z</dcterms:created>
  <dcterms:modified xsi:type="dcterms:W3CDTF">2021-03-01T14:10:52Z</dcterms:modified>
</cp:coreProperties>
</file>