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4674" r:id="rId5"/>
    <p:sldId id="4675" r:id="rId6"/>
    <p:sldId id="4676" r:id="rId7"/>
    <p:sldId id="4704" r:id="rId8"/>
    <p:sldId id="4701" r:id="rId9"/>
    <p:sldId id="4703" r:id="rId10"/>
    <p:sldId id="4702" r:id="rId11"/>
    <p:sldId id="4705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F44054-D4E4-05D1-AE65-5390805DC6B3}" name="Šimon Trusina" initials="ŠT" userId="S::simon.trusina@dia.gov.cz::ad935c6b-ed6c-4293-bc4c-891c765e3afb" providerId="AD"/>
  <p188:author id="{CEE89E82-393C-2DF8-411F-EF016A5EA3D4}" name="Petr Jan" initials="" userId="S::jan.petr@dia.gov.cz::619497a3-6dda-48a9-9783-3fc51734f3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26" autoAdjust="0"/>
    <p:restoredTop sz="94684"/>
  </p:normalViewPr>
  <p:slideViewPr>
    <p:cSldViewPr snapToGrid="0">
      <p:cViewPr varScale="1">
        <p:scale>
          <a:sx n="109" d="100"/>
          <a:sy n="109" d="100"/>
        </p:scale>
        <p:origin x="2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2D79C-3F1F-4B25-A371-AE980EFD9CA2}" type="datetimeFigureOut">
              <a:rPr lang="cs-CZ" smtClean="0"/>
              <a:t>01.04.2024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AAC7B-010F-47DE-9AE6-1B770C20BEA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574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17" Type="http://schemas.openxmlformats.org/officeDocument/2006/relationships/image" Target="../media/image24.png"/><Relationship Id="rId2" Type="http://schemas.openxmlformats.org/officeDocument/2006/relationships/image" Target="../media/image2.png"/><Relationship Id="rId16" Type="http://schemas.openxmlformats.org/officeDocument/2006/relationships/image" Target="../media/image2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11" Type="http://schemas.openxmlformats.org/officeDocument/2006/relationships/image" Target="../media/image18.png"/><Relationship Id="rId5" Type="http://schemas.openxmlformats.org/officeDocument/2006/relationships/image" Target="../media/image6.png"/><Relationship Id="rId15" Type="http://schemas.openxmlformats.org/officeDocument/2006/relationships/image" Target="../media/image22.png"/><Relationship Id="rId10" Type="http://schemas.openxmlformats.org/officeDocument/2006/relationships/image" Target="../media/image17.svg"/><Relationship Id="rId4" Type="http://schemas.openxmlformats.org/officeDocument/2006/relationships/image" Target="../media/image13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7663C4-7B8F-45D0-9772-21160695EF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252000"/>
            <a:ext cx="7068873" cy="1115786"/>
          </a:xfrm>
        </p:spPr>
        <p:txBody>
          <a:bodyPr anchor="b">
            <a:normAutofit/>
          </a:bodyPr>
          <a:lstStyle>
            <a:lvl1pPr algn="l">
              <a:defRPr sz="4800" b="1" cap="all" baseline="0"/>
            </a:lvl1pPr>
          </a:lstStyle>
          <a:p>
            <a:r>
              <a:rPr lang="cs-CZ"/>
              <a:t>NÁZEV_PREZENTACE_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D0F76BF-7886-4118-97BC-2897E602A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4455" y="2203677"/>
            <a:ext cx="4601029" cy="1655762"/>
          </a:xfrm>
        </p:spPr>
        <p:txBody>
          <a:bodyPr/>
          <a:lstStyle>
            <a:lvl1pPr marL="0" indent="0" algn="l">
              <a:buNone/>
              <a:defRPr sz="3600" cap="all" baseline="0">
                <a:latin typeface="+mn-lt"/>
                <a:cs typeface="Azeret Mono" panose="020B0604020202020204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JMÉNO_PŘÍJMENÍ_</a:t>
            </a:r>
          </a:p>
          <a:p>
            <a:r>
              <a:rPr lang="cs-CZ"/>
              <a:t>Podnadpis_</a:t>
            </a:r>
          </a:p>
          <a:p>
            <a:r>
              <a:rPr lang="cs-CZ"/>
              <a:t>	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CCFD51-DE96-42AF-8D3A-1EDDDAD6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FE31A8-8502-4FFB-986B-436759D4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TŘETÍ_ETAPA_ZOPDS 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2999A050-B5E7-4A54-A916-B2536BE2E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5" y="6267996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59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D31521-8F3D-4FFB-9712-99CD1DFEAB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OBSAH_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4AE8B4-E752-4DE2-A8FF-7C538F931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495800" cy="435133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latin typeface="+mn-lt"/>
                <a:cs typeface="Azeret Mono Medium" panose="020B0604020202020204" charset="-18"/>
              </a:defRPr>
            </a:lvl1pPr>
            <a:lvl2pPr marL="8001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2pPr>
            <a:lvl3pPr marL="12573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3pPr>
            <a:lvl4pPr marL="16573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4pPr>
            <a:lvl5pPr marL="21145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2984157-EDB5-4E0E-8141-EE2FB267A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742543" cy="4351338"/>
          </a:xfrm>
        </p:spPr>
        <p:txBody>
          <a:bodyPr/>
          <a:lstStyle>
            <a:lvl1pPr marL="457200" indent="-457200"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latin typeface="+mn-lt"/>
                <a:cs typeface="Azeret Mono Medium" panose="020B0604020202020204" charset="-18"/>
              </a:defRPr>
            </a:lvl1pPr>
            <a:lvl2pPr marL="8001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2pPr>
            <a:lvl3pPr marL="1257300" indent="-34290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3pPr>
            <a:lvl4pPr marL="16573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4pPr>
            <a:lvl5pPr marL="2114550" indent="-285750">
              <a:buClr>
                <a:schemeClr val="accent1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E150008-0239-48CC-B516-6CEE0AF4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91D7EB7-E4C7-464E-8A19-0E994B89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1712730-C3DF-4948-B468-C9F382982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6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ázev sekce-zelená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CCFD51-DE96-42AF-8D3A-1EDDDAD6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cs-CZ"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bg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bg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FE31A8-8502-4FFB-986B-436759D4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cs typeface="Azeret Mono" panose="020B0604020202020204" charset="-18"/>
              </a:defRPr>
            </a:lvl1pPr>
          </a:lstStyle>
          <a:p>
            <a:r>
              <a:rPr lang="cs-CZ">
                <a:solidFill>
                  <a:schemeClr val="bg1"/>
                </a:solidFill>
                <a:ea typeface="Roboto" panose="02000000000000000000" pitchFamily="2" charset="0"/>
              </a:rPr>
              <a:t>TŘETÍ_ETAPA_ZOPDS_</a:t>
            </a:r>
            <a:r>
              <a:rPr lang="cs-CZ">
                <a:ea typeface="Roboto" panose="02000000000000000000" pitchFamily="2" charset="0"/>
              </a:rPr>
              <a:t>SLIDE_</a:t>
            </a:r>
            <a:fld id="{C7B39456-88E6-483E-B1FA-F210B27965A0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795FCAF-6712-4B01-AEE2-4825BF25D3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583E061-ABE1-CFBB-1156-8B1651E8D4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1815756"/>
            <a:ext cx="7685400" cy="1115786"/>
          </a:xfrm>
        </p:spPr>
        <p:txBody>
          <a:bodyPr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cs-CZ"/>
              <a:t>NÁZEV_SEKCE/CLAIM_</a:t>
            </a:r>
          </a:p>
        </p:txBody>
      </p:sp>
    </p:spTree>
    <p:extLst>
      <p:ext uri="{BB962C8B-B14F-4D97-AF65-F5344CB8AC3E}">
        <p14:creationId xmlns:p14="http://schemas.microsoft.com/office/powerpoint/2010/main" val="377212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ázev sekce-zelená+text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FCCFD51-DE96-42AF-8D3A-1EDDDAD6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cs-CZ"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bg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bg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FE31A8-8502-4FFB-986B-436759D43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cs typeface="Azeret Mono" panose="020B0604020202020204" charset="-18"/>
              </a:defRPr>
            </a:lvl1pPr>
          </a:lstStyle>
          <a:p>
            <a:r>
              <a:rPr lang="cs-CZ">
                <a:solidFill>
                  <a:schemeClr val="bg1"/>
                </a:solidFill>
                <a:ea typeface="Roboto" panose="02000000000000000000" pitchFamily="2" charset="0"/>
              </a:rPr>
              <a:t>TŘETÍ_ETAPA_ZOPDS_</a:t>
            </a:r>
            <a:r>
              <a:rPr lang="cs-CZ">
                <a:ea typeface="Roboto" panose="02000000000000000000" pitchFamily="2" charset="0"/>
              </a:rPr>
              <a:t>SLIDE_</a:t>
            </a:r>
            <a:fld id="{C7B39456-88E6-483E-B1FA-F210B27965A0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8" name="Zástupný text 2">
            <a:extLst>
              <a:ext uri="{FF2B5EF4-FFF2-40B4-BE49-F238E27FC236}">
                <a16:creationId xmlns:a16="http://schemas.microsoft.com/office/drawing/2014/main" id="{87AC8E8A-836E-402C-9C16-6320C1B22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7126" y="342900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4A09A920-B7CD-46CC-8CA8-093DAAFBAB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62C976E-5B82-554A-89E9-175B3F03235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126" y="1621858"/>
            <a:ext cx="7685400" cy="1115786"/>
          </a:xfrm>
        </p:spPr>
        <p:txBody>
          <a:bodyPr anchor="b">
            <a:normAutofit/>
          </a:bodyPr>
          <a:lstStyle>
            <a:lvl1pPr algn="l"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cs-CZ"/>
              <a:t>NÁZEV_SEKCE/CLAIM_</a:t>
            </a:r>
          </a:p>
        </p:txBody>
      </p:sp>
    </p:spTree>
    <p:extLst>
      <p:ext uri="{BB962C8B-B14F-4D97-AF65-F5344CB8AC3E}">
        <p14:creationId xmlns:p14="http://schemas.microsoft.com/office/powerpoint/2010/main" val="304279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17141"/>
            <a:ext cx="10515600" cy="4351338"/>
          </a:xfrm>
        </p:spPr>
        <p:txBody>
          <a:bodyPr/>
          <a:lstStyle>
            <a:lvl1pPr marL="442913" indent="-442913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TŘETÍ_ETAPA_ZOPDS 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1FACD221-4768-4ACD-A950-44E65375E9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581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text a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791287"/>
            <a:ext cx="5427927" cy="4351338"/>
          </a:xfrm>
        </p:spPr>
        <p:txBody>
          <a:bodyPr/>
          <a:lstStyle>
            <a:lvl1pPr marL="442913" indent="-442913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pic>
        <p:nvPicPr>
          <p:cNvPr id="20" name="Obrázek 19">
            <a:extLst>
              <a:ext uri="{FF2B5EF4-FFF2-40B4-BE49-F238E27FC236}">
                <a16:creationId xmlns:a16="http://schemas.microsoft.com/office/drawing/2014/main" id="{2DA61271-C104-4FC6-AD11-4C12986D5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8" name="Zástupný symbol obrázku 8" descr="Hory se souvislou výplní">
            <a:extLst>
              <a:ext uri="{FF2B5EF4-FFF2-40B4-BE49-F238E27FC236}">
                <a16:creationId xmlns:a16="http://schemas.microsoft.com/office/drawing/2014/main" id="{25AB43A3-8E6D-477D-A122-17E9C074C8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00" y="1791287"/>
            <a:ext cx="4320000" cy="432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</p:spTree>
    <p:extLst>
      <p:ext uri="{BB962C8B-B14F-4D97-AF65-F5344CB8AC3E}">
        <p14:creationId xmlns:p14="http://schemas.microsoft.com/office/powerpoint/2010/main" val="191635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 a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3C10B58-D489-467E-98DE-2CF442C69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8" name="Zástupný symbol obrázku 8" descr="Hory se souvislou výplní">
            <a:extLst>
              <a:ext uri="{FF2B5EF4-FFF2-40B4-BE49-F238E27FC236}">
                <a16:creationId xmlns:a16="http://schemas.microsoft.com/office/drawing/2014/main" id="{379241FB-02D3-4197-96A0-3712DA86D5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50600" y="1194105"/>
            <a:ext cx="4860000" cy="486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</p:spTree>
    <p:extLst>
      <p:ext uri="{BB962C8B-B14F-4D97-AF65-F5344CB8AC3E}">
        <p14:creationId xmlns:p14="http://schemas.microsoft.com/office/powerpoint/2010/main" val="258942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dpis a 3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n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7CF3FDFF-CC59-400B-A942-CD1CA1BC4B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11" name="Zástupný symbol obrázku 8" descr="Hory se souvislou výplní">
            <a:extLst>
              <a:ext uri="{FF2B5EF4-FFF2-40B4-BE49-F238E27FC236}">
                <a16:creationId xmlns:a16="http://schemas.microsoft.com/office/drawing/2014/main" id="{F80EEEA1-CF5C-4B6F-B3DC-541207417D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1749698"/>
            <a:ext cx="3600000" cy="360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12" name="Zástupný symbol obrázku 8" descr="Hory se souvislou výplní">
            <a:extLst>
              <a:ext uri="{FF2B5EF4-FFF2-40B4-BE49-F238E27FC236}">
                <a16:creationId xmlns:a16="http://schemas.microsoft.com/office/drawing/2014/main" id="{85006EE3-58E3-4A45-A101-641977777C9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0700" y="1749698"/>
            <a:ext cx="3600000" cy="360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13" name="Zástupný symbol obrázku 8" descr="Hory se souvislou výplní">
            <a:extLst>
              <a:ext uri="{FF2B5EF4-FFF2-40B4-BE49-F238E27FC236}">
                <a16:creationId xmlns:a16="http://schemas.microsoft.com/office/drawing/2014/main" id="{3727079C-566D-4893-9C09-4498EE31864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53400" y="1749698"/>
            <a:ext cx="3600000" cy="36000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</p:spTree>
    <p:extLst>
      <p:ext uri="{BB962C8B-B14F-4D97-AF65-F5344CB8AC3E}">
        <p14:creationId xmlns:p14="http://schemas.microsoft.com/office/powerpoint/2010/main" val="2234478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2382839"/>
            <a:ext cx="10515600" cy="3508296"/>
          </a:xfrm>
        </p:spPr>
        <p:txBody>
          <a:bodyPr/>
          <a:lstStyle>
            <a:lvl1pPr marL="442913" indent="-442913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  <a:cs typeface="Azeret Mono" panose="020B0604020202020204" charset="-18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F76FB335-B250-4E73-9375-000EAD9E57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1577975"/>
            <a:ext cx="10515600" cy="804863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15E354C-46C2-4D00-B84E-5B8610A92B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91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,text,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n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2278506"/>
            <a:ext cx="5627687" cy="3864119"/>
          </a:xfrm>
        </p:spPr>
        <p:txBody>
          <a:bodyPr/>
          <a:lstStyle>
            <a:lvl1pPr marL="442913" indent="-442913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18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313" y="1577976"/>
            <a:ext cx="5627687" cy="70053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19B0B660-6756-40EB-BC0A-CDC8D286C1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9" name="Zástupný symbol obrázku 8" descr="Hory se souvislou výplní">
            <a:extLst>
              <a:ext uri="{FF2B5EF4-FFF2-40B4-BE49-F238E27FC236}">
                <a16:creationId xmlns:a16="http://schemas.microsoft.com/office/drawing/2014/main" id="{F69794F1-E0E5-4872-B78A-B9D85667F5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687" y="1577563"/>
            <a:ext cx="4887913" cy="4565062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</p:spTree>
    <p:extLst>
      <p:ext uri="{BB962C8B-B14F-4D97-AF65-F5344CB8AC3E}">
        <p14:creationId xmlns:p14="http://schemas.microsoft.com/office/powerpoint/2010/main" val="2494642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,2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2818536"/>
            <a:ext cx="5627687" cy="3324089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999" y="2497949"/>
            <a:ext cx="5627687" cy="3205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0AE3A613-5913-4112-B48F-5AC0EE85AB7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095687" y="2871736"/>
            <a:ext cx="5627687" cy="3270890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9" name="Zástupný text 6">
            <a:extLst>
              <a:ext uri="{FF2B5EF4-FFF2-40B4-BE49-F238E27FC236}">
                <a16:creationId xmlns:a16="http://schemas.microsoft.com/office/drawing/2014/main" id="{46721CC0-9209-4445-9A06-1056931313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686" y="2498957"/>
            <a:ext cx="5627687" cy="320174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C787AC1F-9BC4-4A48-BAA7-D5CCE0893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313" y="1577975"/>
            <a:ext cx="10515600" cy="8667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9E873619-F85E-4E3A-B088-72DD33294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76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,3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A15E4F-8BBB-4ED5-97E0-744FDECC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2818537"/>
            <a:ext cx="3452837" cy="3069646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7685" y="2497950"/>
            <a:ext cx="3453152" cy="320174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C787AC1F-9BC4-4A48-BAA7-D5CCE0893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313" y="1577975"/>
            <a:ext cx="10515600" cy="8667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Zástupný text 6">
            <a:extLst>
              <a:ext uri="{FF2B5EF4-FFF2-40B4-BE49-F238E27FC236}">
                <a16:creationId xmlns:a16="http://schemas.microsoft.com/office/drawing/2014/main" id="{11902A3C-2BB6-4709-BE3F-605135AB03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20836" y="2497537"/>
            <a:ext cx="3609611" cy="320174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12" name="Zástupný text 6">
            <a:extLst>
              <a:ext uri="{FF2B5EF4-FFF2-40B4-BE49-F238E27FC236}">
                <a16:creationId xmlns:a16="http://schemas.microsoft.com/office/drawing/2014/main" id="{91EBB3A3-EE8A-4E1B-8141-D2636AC418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0448" y="2497537"/>
            <a:ext cx="3453152" cy="320174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13" name="Zástupný obsah 2">
            <a:extLst>
              <a:ext uri="{FF2B5EF4-FFF2-40B4-BE49-F238E27FC236}">
                <a16:creationId xmlns:a16="http://schemas.microsoft.com/office/drawing/2014/main" id="{543CA53C-0E46-45B8-99EA-4CD3A3327BFF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7530763" y="2818537"/>
            <a:ext cx="3452837" cy="3069646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sp>
        <p:nvSpPr>
          <p:cNvPr id="14" name="Zástupný obsah 2">
            <a:extLst>
              <a:ext uri="{FF2B5EF4-FFF2-40B4-BE49-F238E27FC236}">
                <a16:creationId xmlns:a16="http://schemas.microsoft.com/office/drawing/2014/main" id="{53006F18-00BE-4F5F-9762-C90B45AA320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920835" y="2818537"/>
            <a:ext cx="3609611" cy="3069646"/>
          </a:xfrm>
        </p:spPr>
        <p:txBody>
          <a:bodyPr/>
          <a:lstStyle>
            <a:lvl1pPr marL="0" indent="0">
              <a:buClr>
                <a:srgbClr val="00B050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B050"/>
              </a:buClr>
              <a:buFont typeface="Wingdings" panose="05000000000000000000" pitchFamily="2" charset="2"/>
              <a:buChar char="§"/>
              <a:defRPr sz="2000"/>
            </a:lvl2pPr>
            <a:lvl3pPr marL="11430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00B05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</p:txBody>
      </p:sp>
      <p:pic>
        <p:nvPicPr>
          <p:cNvPr id="15" name="Obrázek 14">
            <a:extLst>
              <a:ext uri="{FF2B5EF4-FFF2-40B4-BE49-F238E27FC236}">
                <a16:creationId xmlns:a16="http://schemas.microsoft.com/office/drawing/2014/main" id="{5DBD3FAE-3C3A-43D4-A1A6-48D03273A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18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podnadpis,3 obsahy v po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C787AC1F-9BC4-4A48-BAA7-D5CCE08931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313" y="1577975"/>
            <a:ext cx="10515600" cy="8667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7" name="Zástupný symbol obrázku 16">
            <a:extLst>
              <a:ext uri="{FF2B5EF4-FFF2-40B4-BE49-F238E27FC236}">
                <a16:creationId xmlns:a16="http://schemas.microsoft.com/office/drawing/2014/main" id="{3289374E-2E06-4E73-82ED-DD6A4691777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7854" y="2493378"/>
            <a:ext cx="3452812" cy="3592629"/>
          </a:xfrm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A0EEC828-A5BC-47C6-8377-9CF058C3E0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4596" y="2493378"/>
            <a:ext cx="3306239" cy="342206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18" name="Zástupný symbol obrázku 16">
            <a:extLst>
              <a:ext uri="{FF2B5EF4-FFF2-40B4-BE49-F238E27FC236}">
                <a16:creationId xmlns:a16="http://schemas.microsoft.com/office/drawing/2014/main" id="{80517622-3139-4325-9413-B58FE1F3214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99394" y="2493378"/>
            <a:ext cx="3452812" cy="3592629"/>
          </a:xfrm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19" name="Zástupný symbol obrázku 16">
            <a:extLst>
              <a:ext uri="{FF2B5EF4-FFF2-40B4-BE49-F238E27FC236}">
                <a16:creationId xmlns:a16="http://schemas.microsoft.com/office/drawing/2014/main" id="{8D60E829-274A-4DD0-9DC4-3608825C301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530788" y="2493378"/>
            <a:ext cx="3452812" cy="3592629"/>
          </a:xfrm>
          <a:solidFill>
            <a:schemeClr val="accent1"/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2" name="Zástupný text 6">
            <a:extLst>
              <a:ext uri="{FF2B5EF4-FFF2-40B4-BE49-F238E27FC236}">
                <a16:creationId xmlns:a16="http://schemas.microsoft.com/office/drawing/2014/main" id="{1F4C6AFB-9C58-4591-8C83-D11CA6B35D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09030" y="2515410"/>
            <a:ext cx="3453152" cy="320174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24" name="Zástupný text 6">
            <a:extLst>
              <a:ext uri="{FF2B5EF4-FFF2-40B4-BE49-F238E27FC236}">
                <a16:creationId xmlns:a16="http://schemas.microsoft.com/office/drawing/2014/main" id="{E3D48FE0-B1E0-4746-88CD-23136A088B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45712" y="2515410"/>
            <a:ext cx="3306239" cy="342206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PODNADPIS_</a:t>
            </a:r>
          </a:p>
        </p:txBody>
      </p:sp>
      <p:sp>
        <p:nvSpPr>
          <p:cNvPr id="26" name="Zástupný text 25">
            <a:extLst>
              <a:ext uri="{FF2B5EF4-FFF2-40B4-BE49-F238E27FC236}">
                <a16:creationId xmlns:a16="http://schemas.microsoft.com/office/drawing/2014/main" id="{BC1A4C0A-3E36-4603-A1DB-DD3249EE22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4595" y="2971799"/>
            <a:ext cx="3162925" cy="299428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7" name="Zástupný text 25">
            <a:extLst>
              <a:ext uri="{FF2B5EF4-FFF2-40B4-BE49-F238E27FC236}">
                <a16:creationId xmlns:a16="http://schemas.microsoft.com/office/drawing/2014/main" id="{7222D93F-6929-4735-8A68-B4177A6F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144337" y="2971799"/>
            <a:ext cx="3162925" cy="299428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8" name="Zástupný text 25">
            <a:extLst>
              <a:ext uri="{FF2B5EF4-FFF2-40B4-BE49-F238E27FC236}">
                <a16:creationId xmlns:a16="http://schemas.microsoft.com/office/drawing/2014/main" id="{C6784680-F7C4-4C81-A548-0E96CCA3F43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09030" y="2971799"/>
            <a:ext cx="3162925" cy="299428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29" name="Obrázek 28">
            <a:extLst>
              <a:ext uri="{FF2B5EF4-FFF2-40B4-BE49-F238E27FC236}">
                <a16:creationId xmlns:a16="http://schemas.microsoft.com/office/drawing/2014/main" id="{B5A7F66D-85D2-4971-A5C2-6215E8296C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46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3 obsahy v poli, návaznost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34" name="Zástupný symbol obrázku 33">
            <a:extLst>
              <a:ext uri="{FF2B5EF4-FFF2-40B4-BE49-F238E27FC236}">
                <a16:creationId xmlns:a16="http://schemas.microsoft.com/office/drawing/2014/main" id="{CA1541C3-9BAC-4894-8167-56B31BC75CF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32109" y="3429000"/>
            <a:ext cx="999709" cy="67866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5" name="Zástupný symbol obrázku 33">
            <a:extLst>
              <a:ext uri="{FF2B5EF4-FFF2-40B4-BE49-F238E27FC236}">
                <a16:creationId xmlns:a16="http://schemas.microsoft.com/office/drawing/2014/main" id="{A339C1EA-AFA7-4F8F-94EB-FC6B00FF599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54920" y="3443633"/>
            <a:ext cx="999709" cy="67866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6" name="Zástupný symbol obrázku 16">
            <a:extLst>
              <a:ext uri="{FF2B5EF4-FFF2-40B4-BE49-F238E27FC236}">
                <a16:creationId xmlns:a16="http://schemas.microsoft.com/office/drawing/2014/main" id="{11B9F10B-A0D0-43AF-B5A2-3E1ACD78BD3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2776" y="2290825"/>
            <a:ext cx="2979144" cy="29550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8" name="Zástupný text 7">
            <a:extLst>
              <a:ext uri="{FF2B5EF4-FFF2-40B4-BE49-F238E27FC236}">
                <a16:creationId xmlns:a16="http://schemas.microsoft.com/office/drawing/2014/main" id="{56794A71-9A92-4D9A-B0FF-C75C302992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2" y="3118201"/>
            <a:ext cx="2482850" cy="2008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předloze.;</a:t>
            </a:r>
          </a:p>
        </p:txBody>
      </p:sp>
      <p:sp>
        <p:nvSpPr>
          <p:cNvPr id="23" name="Zástupný text 7">
            <a:extLst>
              <a:ext uri="{FF2B5EF4-FFF2-40B4-BE49-F238E27FC236}">
                <a16:creationId xmlns:a16="http://schemas.microsoft.com/office/drawing/2014/main" id="{F66DBAF7-482A-42E2-B944-5B60764096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47355" y="2968854"/>
            <a:ext cx="2482850" cy="20081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4" name="Zástupný text 7">
            <a:extLst>
              <a:ext uri="{FF2B5EF4-FFF2-40B4-BE49-F238E27FC236}">
                <a16:creationId xmlns:a16="http://schemas.microsoft.com/office/drawing/2014/main" id="{8394D28F-2D8D-4A21-B199-0B463DF5E18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26850" y="2954999"/>
            <a:ext cx="2482850" cy="200818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7" name="Zástupný symbol obrázku 16">
            <a:extLst>
              <a:ext uri="{FF2B5EF4-FFF2-40B4-BE49-F238E27FC236}">
                <a16:creationId xmlns:a16="http://schemas.microsoft.com/office/drawing/2014/main" id="{A9981D14-2A50-4381-8203-F3795917B33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56058" y="2290825"/>
            <a:ext cx="2979144" cy="29550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8" name="Zástupný symbol obrázku 16">
            <a:extLst>
              <a:ext uri="{FF2B5EF4-FFF2-40B4-BE49-F238E27FC236}">
                <a16:creationId xmlns:a16="http://schemas.microsoft.com/office/drawing/2014/main" id="{EFBCF7C3-EC67-49FA-8B7E-BB9447913A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78703" y="2276994"/>
            <a:ext cx="2979144" cy="29550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0" name="Zástupný symbol obrázku 39">
            <a:extLst>
              <a:ext uri="{FF2B5EF4-FFF2-40B4-BE49-F238E27FC236}">
                <a16:creationId xmlns:a16="http://schemas.microsoft.com/office/drawing/2014/main" id="{E8E0B1E7-6612-4D2A-84F7-9A7C29A195A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786160" y="2370883"/>
            <a:ext cx="718939" cy="66204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1" name="Zástupný symbol obrázku 39">
            <a:extLst>
              <a:ext uri="{FF2B5EF4-FFF2-40B4-BE49-F238E27FC236}">
                <a16:creationId xmlns:a16="http://schemas.microsoft.com/office/drawing/2014/main" id="{03E0BC87-314A-4AE8-9B6F-CF946E4C5C9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108805" y="2370883"/>
            <a:ext cx="718939" cy="66204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2" name="Zástupný symbol obrázku 39">
            <a:extLst>
              <a:ext uri="{FF2B5EF4-FFF2-40B4-BE49-F238E27FC236}">
                <a16:creationId xmlns:a16="http://schemas.microsoft.com/office/drawing/2014/main" id="{E7A53E88-5D0F-4193-BF78-B4AF3009A73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50268" y="2370883"/>
            <a:ext cx="718939" cy="662045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3" name="Zástupný text 7">
            <a:extLst>
              <a:ext uri="{FF2B5EF4-FFF2-40B4-BE49-F238E27FC236}">
                <a16:creationId xmlns:a16="http://schemas.microsoft.com/office/drawing/2014/main" id="{C4C8D1CD-8B58-4AA7-AA69-6BA92E8604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30258" y="3139347"/>
            <a:ext cx="2482850" cy="2008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předloze.;</a:t>
            </a:r>
          </a:p>
        </p:txBody>
      </p:sp>
      <p:sp>
        <p:nvSpPr>
          <p:cNvPr id="44" name="Zástupný text 7">
            <a:extLst>
              <a:ext uri="{FF2B5EF4-FFF2-40B4-BE49-F238E27FC236}">
                <a16:creationId xmlns:a16="http://schemas.microsoft.com/office/drawing/2014/main" id="{6C023C08-9C7C-4B0B-8777-AF099A007C2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02776" y="3117353"/>
            <a:ext cx="2482850" cy="2008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předloze.;</a:t>
            </a:r>
          </a:p>
        </p:txBody>
      </p:sp>
      <p:pic>
        <p:nvPicPr>
          <p:cNvPr id="45" name="Obrázek 44">
            <a:extLst>
              <a:ext uri="{FF2B5EF4-FFF2-40B4-BE49-F238E27FC236}">
                <a16:creationId xmlns:a16="http://schemas.microsoft.com/office/drawing/2014/main" id="{0EBD5522-5E8D-4F4A-9911-B118EBC1780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2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dpis, 3 obsahy v poli, návazno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Zástupný symbol obrázku 8">
            <a:extLst>
              <a:ext uri="{FF2B5EF4-FFF2-40B4-BE49-F238E27FC236}">
                <a16:creationId xmlns:a16="http://schemas.microsoft.com/office/drawing/2014/main" id="{E368987C-9F27-44C3-84E3-1C169BF876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861499" y="3532951"/>
            <a:ext cx="2298700" cy="2297112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1" name="Zástupný symbol obrázku 8">
            <a:extLst>
              <a:ext uri="{FF2B5EF4-FFF2-40B4-BE49-F238E27FC236}">
                <a16:creationId xmlns:a16="http://schemas.microsoft.com/office/drawing/2014/main" id="{AFA35BC2-C67B-4822-871D-7E1B7A466CE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58608" y="3532951"/>
            <a:ext cx="2298700" cy="2297112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0" name="Zástupný symbol obrázku 8">
            <a:extLst>
              <a:ext uri="{FF2B5EF4-FFF2-40B4-BE49-F238E27FC236}">
                <a16:creationId xmlns:a16="http://schemas.microsoft.com/office/drawing/2014/main" id="{ED2EC6AF-130F-4C16-AF32-C979DA56FBA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49736" y="1235839"/>
            <a:ext cx="2298700" cy="229711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9" name="Zástupný symbol obrázku 8">
            <a:extLst>
              <a:ext uri="{FF2B5EF4-FFF2-40B4-BE49-F238E27FC236}">
                <a16:creationId xmlns:a16="http://schemas.microsoft.com/office/drawing/2014/main" id="{55BED240-3FCD-4150-A474-D38746C7C71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61499" y="1235839"/>
            <a:ext cx="2298700" cy="2297112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16" name="Zástupný symbol pro zápatí 5">
            <a:extLst>
              <a:ext uri="{FF2B5EF4-FFF2-40B4-BE49-F238E27FC236}">
                <a16:creationId xmlns:a16="http://schemas.microsoft.com/office/drawing/2014/main" id="{441661B0-C1ED-4898-8C2D-289408D8FDEA}"/>
              </a:ext>
            </a:extLst>
          </p:cNvPr>
          <p:cNvSpPr txBox="1">
            <a:spLocks/>
          </p:cNvSpPr>
          <p:nvPr userDrawn="1"/>
        </p:nvSpPr>
        <p:spPr>
          <a:xfrm>
            <a:off x="3536371" y="6435087"/>
            <a:ext cx="5119255" cy="15875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9A5159F-E138-456E-851D-834A382CF7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5425" y="1814379"/>
            <a:ext cx="2846388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7" name="Zástupný text 3">
            <a:extLst>
              <a:ext uri="{FF2B5EF4-FFF2-40B4-BE49-F238E27FC236}">
                <a16:creationId xmlns:a16="http://schemas.microsoft.com/office/drawing/2014/main" id="{BA6882FE-C29F-4DF2-894A-0B7E3D9B12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371" y="3929207"/>
            <a:ext cx="2846388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8" name="Zástupný text 3">
            <a:extLst>
              <a:ext uri="{FF2B5EF4-FFF2-40B4-BE49-F238E27FC236}">
                <a16:creationId xmlns:a16="http://schemas.microsoft.com/office/drawing/2014/main" id="{2D627D65-3FCE-4B0A-989A-838DB04BAD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128561" y="3929207"/>
            <a:ext cx="2846388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9" name="Zástupný text 3">
            <a:extLst>
              <a:ext uri="{FF2B5EF4-FFF2-40B4-BE49-F238E27FC236}">
                <a16:creationId xmlns:a16="http://schemas.microsoft.com/office/drawing/2014/main" id="{FEDF2A29-C97A-47CF-9D37-89C702C60A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28561" y="1814379"/>
            <a:ext cx="2832533" cy="187801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3" name="Zástupný symbol obrázku 39">
            <a:extLst>
              <a:ext uri="{FF2B5EF4-FFF2-40B4-BE49-F238E27FC236}">
                <a16:creationId xmlns:a16="http://schemas.microsoft.com/office/drawing/2014/main" id="{C2B7C6BD-5ED9-42FC-AEA2-C5F7AA91EC8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866636" y="1947867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5" name="Zástupný symbol obrázku 39">
            <a:extLst>
              <a:ext uri="{FF2B5EF4-FFF2-40B4-BE49-F238E27FC236}">
                <a16:creationId xmlns:a16="http://schemas.microsoft.com/office/drawing/2014/main" id="{D6810499-AD35-43AD-B27C-390DC3345CE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03228" y="1960574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6" name="Zástupný symbol obrázku 39">
            <a:extLst>
              <a:ext uri="{FF2B5EF4-FFF2-40B4-BE49-F238E27FC236}">
                <a16:creationId xmlns:a16="http://schemas.microsoft.com/office/drawing/2014/main" id="{5D86F04B-EAD4-4BC2-8DFA-DD492835B2D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879041" y="4257509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7" name="Zástupný symbol obrázku 39">
            <a:extLst>
              <a:ext uri="{FF2B5EF4-FFF2-40B4-BE49-F238E27FC236}">
                <a16:creationId xmlns:a16="http://schemas.microsoft.com/office/drawing/2014/main" id="{17ED2E85-49FA-45B4-8F53-2A746407C8D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603228" y="4251167"/>
            <a:ext cx="907013" cy="84764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8" name="Zástupný symbol obrázku 33">
            <a:extLst>
              <a:ext uri="{FF2B5EF4-FFF2-40B4-BE49-F238E27FC236}">
                <a16:creationId xmlns:a16="http://schemas.microsoft.com/office/drawing/2014/main" id="{759D4B05-DAB0-425E-B157-D93646A5FC2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 rot="10800000">
            <a:off x="3155062" y="2290701"/>
            <a:ext cx="638235" cy="366455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49" name="Zástupný symbol obrázku 33">
            <a:extLst>
              <a:ext uri="{FF2B5EF4-FFF2-40B4-BE49-F238E27FC236}">
                <a16:creationId xmlns:a16="http://schemas.microsoft.com/office/drawing/2014/main" id="{CCFA7C71-5F30-4A00-B908-E2D2EA438BD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 rot="10800000">
            <a:off x="3155062" y="4491759"/>
            <a:ext cx="638235" cy="366455"/>
          </a:xfrm>
          <a:blipFill>
            <a:blip r:embed="rId4">
              <a:grayscl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0" name="Zástupný symbol obrázku 33">
            <a:extLst>
              <a:ext uri="{FF2B5EF4-FFF2-40B4-BE49-F238E27FC236}">
                <a16:creationId xmlns:a16="http://schemas.microsoft.com/office/drawing/2014/main" id="{9C82AA2C-5394-475F-B5B9-CC2699C977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527102" y="2290701"/>
            <a:ext cx="556592" cy="365125"/>
          </a:xfrm>
          <a:blipFill>
            <a:blip r:embed="rId4">
              <a:biLevel thresh="7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1" name="Zástupný symbol obrázku 33">
            <a:extLst>
              <a:ext uri="{FF2B5EF4-FFF2-40B4-BE49-F238E27FC236}">
                <a16:creationId xmlns:a16="http://schemas.microsoft.com/office/drawing/2014/main" id="{9593D377-C191-4CD9-BA29-9B02DCD4415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527101" y="4491759"/>
            <a:ext cx="556592" cy="365125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pic>
        <p:nvPicPr>
          <p:cNvPr id="52" name="Obrázek 51">
            <a:extLst>
              <a:ext uri="{FF2B5EF4-FFF2-40B4-BE49-F238E27FC236}">
                <a16:creationId xmlns:a16="http://schemas.microsoft.com/office/drawing/2014/main" id="{AF9BCA5F-4BA4-4EEF-BB0B-BB77E2FC2E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3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4 ikony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Zástupný symbol obrázku 16">
            <a:extLst>
              <a:ext uri="{FF2B5EF4-FFF2-40B4-BE49-F238E27FC236}">
                <a16:creationId xmlns:a16="http://schemas.microsoft.com/office/drawing/2014/main" id="{C044D83E-5AC3-463B-8C74-4E915E4C64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9272" y="2029360"/>
            <a:ext cx="1942990" cy="1937596"/>
          </a:xfr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16" name="Zástupný symbol pro zápatí 5">
            <a:extLst>
              <a:ext uri="{FF2B5EF4-FFF2-40B4-BE49-F238E27FC236}">
                <a16:creationId xmlns:a16="http://schemas.microsoft.com/office/drawing/2014/main" id="{441661B0-C1ED-4898-8C2D-289408D8FDEA}"/>
              </a:ext>
            </a:extLst>
          </p:cNvPr>
          <p:cNvSpPr txBox="1">
            <a:spLocks/>
          </p:cNvSpPr>
          <p:nvPr userDrawn="1"/>
        </p:nvSpPr>
        <p:spPr>
          <a:xfrm>
            <a:off x="3536371" y="6435087"/>
            <a:ext cx="5119255" cy="15875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sp>
        <p:nvSpPr>
          <p:cNvPr id="45" name="Zástupný text 3">
            <a:extLst>
              <a:ext uri="{FF2B5EF4-FFF2-40B4-BE49-F238E27FC236}">
                <a16:creationId xmlns:a16="http://schemas.microsoft.com/office/drawing/2014/main" id="{D12ED290-774E-4D84-A55E-37E7F6B4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9272" y="4242786"/>
            <a:ext cx="2558682" cy="194299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6" name="Zástupný text 3">
            <a:extLst>
              <a:ext uri="{FF2B5EF4-FFF2-40B4-BE49-F238E27FC236}">
                <a16:creationId xmlns:a16="http://schemas.microsoft.com/office/drawing/2014/main" id="{C2D0A69D-F862-4242-86FD-B024D05BA4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35531" y="4270624"/>
            <a:ext cx="2558682" cy="194299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7" name="Zástupný text 3">
            <a:extLst>
              <a:ext uri="{FF2B5EF4-FFF2-40B4-BE49-F238E27FC236}">
                <a16:creationId xmlns:a16="http://schemas.microsoft.com/office/drawing/2014/main" id="{0F736CF1-CE79-45E7-B354-4DABEE51D1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1790" y="4242786"/>
            <a:ext cx="2558682" cy="194299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8" name="Zástupný text 3">
            <a:extLst>
              <a:ext uri="{FF2B5EF4-FFF2-40B4-BE49-F238E27FC236}">
                <a16:creationId xmlns:a16="http://schemas.microsoft.com/office/drawing/2014/main" id="{0CC0C46A-1785-4FFB-9C8B-CF0F998BD3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88049" y="4242786"/>
            <a:ext cx="2558682" cy="194299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0" name="Zástupný symbol obrázku 16">
            <a:extLst>
              <a:ext uri="{FF2B5EF4-FFF2-40B4-BE49-F238E27FC236}">
                <a16:creationId xmlns:a16="http://schemas.microsoft.com/office/drawing/2014/main" id="{0BEC3823-40B5-477F-8378-456A466E7B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35531" y="2029360"/>
            <a:ext cx="1942990" cy="1937596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1" name="Zástupný symbol obrázku 16">
            <a:extLst>
              <a:ext uri="{FF2B5EF4-FFF2-40B4-BE49-F238E27FC236}">
                <a16:creationId xmlns:a16="http://schemas.microsoft.com/office/drawing/2014/main" id="{935927A9-BEB9-4441-9C69-AC760D9A65E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11790" y="2029360"/>
            <a:ext cx="1942990" cy="1937596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2" name="Zástupný symbol obrázku 16">
            <a:extLst>
              <a:ext uri="{FF2B5EF4-FFF2-40B4-BE49-F238E27FC236}">
                <a16:creationId xmlns:a16="http://schemas.microsoft.com/office/drawing/2014/main" id="{01F2A144-E88E-4444-B84C-C4321227BA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88049" y="2029360"/>
            <a:ext cx="1942990" cy="1937596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3" name="Zástupný symbol obrázku 39">
            <a:extLst>
              <a:ext uri="{FF2B5EF4-FFF2-40B4-BE49-F238E27FC236}">
                <a16:creationId xmlns:a16="http://schemas.microsoft.com/office/drawing/2014/main" id="{BCD8BE59-3932-4CC0-BA0C-90EEB14E18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60961" y="2580193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4" name="Zástupný symbol obrázku 39">
            <a:extLst>
              <a:ext uri="{FF2B5EF4-FFF2-40B4-BE49-F238E27FC236}">
                <a16:creationId xmlns:a16="http://schemas.microsoft.com/office/drawing/2014/main" id="{4A548FC4-FEFD-41F9-9089-7CD11326E6A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982740" y="2580766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5" name="Zástupný symbol obrázku 39">
            <a:extLst>
              <a:ext uri="{FF2B5EF4-FFF2-40B4-BE49-F238E27FC236}">
                <a16:creationId xmlns:a16="http://schemas.microsoft.com/office/drawing/2014/main" id="{DD2C49B2-E64D-4CC7-8059-EED612A6143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58999" y="2580192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6" name="Zástupný symbol obrázku 39">
            <a:extLst>
              <a:ext uri="{FF2B5EF4-FFF2-40B4-BE49-F238E27FC236}">
                <a16:creationId xmlns:a16="http://schemas.microsoft.com/office/drawing/2014/main" id="{2AF98002-CB18-453B-9737-EA3107B9855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35258" y="2580192"/>
            <a:ext cx="848572" cy="83592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pic>
        <p:nvPicPr>
          <p:cNvPr id="57" name="Obrázek 56">
            <a:extLst>
              <a:ext uri="{FF2B5EF4-FFF2-40B4-BE49-F238E27FC236}">
                <a16:creationId xmlns:a16="http://schemas.microsoft.com/office/drawing/2014/main" id="{46B4A3CD-4750-435D-9CCB-59104297F7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7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dpis, 4 ikony, návaznost, podnadpi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Zástupný symbol obrázku 9">
            <a:extLst>
              <a:ext uri="{FF2B5EF4-FFF2-40B4-BE49-F238E27FC236}">
                <a16:creationId xmlns:a16="http://schemas.microsoft.com/office/drawing/2014/main" id="{4DA24082-D753-4B7A-B543-2E0E54A401F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190538" y="3467580"/>
            <a:ext cx="1943100" cy="1034520"/>
          </a:xfrm>
          <a:noFill/>
          <a:ln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7" name="Zástupný symbol obrázku 9">
            <a:extLst>
              <a:ext uri="{FF2B5EF4-FFF2-40B4-BE49-F238E27FC236}">
                <a16:creationId xmlns:a16="http://schemas.microsoft.com/office/drawing/2014/main" id="{816DBEB3-AEB9-401A-8531-B86845DE891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312859" y="3474006"/>
            <a:ext cx="1943100" cy="1034520"/>
          </a:xfrm>
          <a:noFill/>
          <a:ln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56" name="Zástupný symbol obrázku 9">
            <a:extLst>
              <a:ext uri="{FF2B5EF4-FFF2-40B4-BE49-F238E27FC236}">
                <a16:creationId xmlns:a16="http://schemas.microsoft.com/office/drawing/2014/main" id="{F6C9705B-810A-4F64-BF3B-1ABA5BBE9CB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446012" y="3467580"/>
            <a:ext cx="1943100" cy="1034520"/>
          </a:xfrm>
          <a:noFill/>
          <a:ln>
            <a:solidFill>
              <a:schemeClr val="bg2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10" name="Zástupný symbol obrázku 9">
            <a:extLst>
              <a:ext uri="{FF2B5EF4-FFF2-40B4-BE49-F238E27FC236}">
                <a16:creationId xmlns:a16="http://schemas.microsoft.com/office/drawing/2014/main" id="{969019DC-53A3-4158-8E79-2795E1AA95C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48791" y="3467581"/>
            <a:ext cx="1943100" cy="1034520"/>
          </a:xfrm>
          <a:noFill/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16" name="Zástupný symbol pro zápatí 5">
            <a:extLst>
              <a:ext uri="{FF2B5EF4-FFF2-40B4-BE49-F238E27FC236}">
                <a16:creationId xmlns:a16="http://schemas.microsoft.com/office/drawing/2014/main" id="{441661B0-C1ED-4898-8C2D-289408D8FDEA}"/>
              </a:ext>
            </a:extLst>
          </p:cNvPr>
          <p:cNvSpPr txBox="1">
            <a:spLocks/>
          </p:cNvSpPr>
          <p:nvPr userDrawn="1"/>
        </p:nvSpPr>
        <p:spPr>
          <a:xfrm>
            <a:off x="3536371" y="6435087"/>
            <a:ext cx="5119255" cy="15875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cs-CZ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/>
          </a:p>
        </p:txBody>
      </p:sp>
      <p:sp>
        <p:nvSpPr>
          <p:cNvPr id="25" name="TextovéPole 24">
            <a:extLst>
              <a:ext uri="{FF2B5EF4-FFF2-40B4-BE49-F238E27FC236}">
                <a16:creationId xmlns:a16="http://schemas.microsoft.com/office/drawing/2014/main" id="{0B950680-D496-46AC-AF5C-82202A3FAD42}"/>
              </a:ext>
            </a:extLst>
          </p:cNvPr>
          <p:cNvSpPr txBox="1"/>
          <p:nvPr userDrawn="1"/>
        </p:nvSpPr>
        <p:spPr>
          <a:xfrm>
            <a:off x="1105009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1_</a:t>
            </a:r>
          </a:p>
        </p:txBody>
      </p: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303D6F57-4590-42E8-8A87-768E1F446B2C}"/>
              </a:ext>
            </a:extLst>
          </p:cNvPr>
          <p:cNvSpPr txBox="1"/>
          <p:nvPr userDrawn="1"/>
        </p:nvSpPr>
        <p:spPr>
          <a:xfrm>
            <a:off x="3983291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2_</a:t>
            </a:r>
          </a:p>
        </p:txBody>
      </p:sp>
      <p:sp>
        <p:nvSpPr>
          <p:cNvPr id="27" name="TextovéPole 26">
            <a:extLst>
              <a:ext uri="{FF2B5EF4-FFF2-40B4-BE49-F238E27FC236}">
                <a16:creationId xmlns:a16="http://schemas.microsoft.com/office/drawing/2014/main" id="{38CFFF01-65E2-4B86-9908-5AF61AB9E062}"/>
              </a:ext>
            </a:extLst>
          </p:cNvPr>
          <p:cNvSpPr txBox="1"/>
          <p:nvPr userDrawn="1"/>
        </p:nvSpPr>
        <p:spPr>
          <a:xfrm>
            <a:off x="6861573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3_</a:t>
            </a:r>
          </a:p>
        </p:txBody>
      </p:sp>
      <p:sp>
        <p:nvSpPr>
          <p:cNvPr id="28" name="TextovéPole 27">
            <a:extLst>
              <a:ext uri="{FF2B5EF4-FFF2-40B4-BE49-F238E27FC236}">
                <a16:creationId xmlns:a16="http://schemas.microsoft.com/office/drawing/2014/main" id="{27C58960-E850-4FCE-9E37-A4BE1EE7C5E2}"/>
              </a:ext>
            </a:extLst>
          </p:cNvPr>
          <p:cNvSpPr txBox="1"/>
          <p:nvPr userDrawn="1"/>
        </p:nvSpPr>
        <p:spPr>
          <a:xfrm>
            <a:off x="9739855" y="2023107"/>
            <a:ext cx="8515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s-CZ" sz="4000">
                <a:solidFill>
                  <a:schemeClr val="bg1"/>
                </a:solidFill>
                <a:latin typeface="Azeret Mono Medium" pitchFamily="2" charset="0"/>
                <a:cs typeface="Azeret Mono Medium" pitchFamily="2" charset="0"/>
              </a:rPr>
              <a:t>4_</a:t>
            </a:r>
          </a:p>
        </p:txBody>
      </p:sp>
      <p:sp>
        <p:nvSpPr>
          <p:cNvPr id="33" name="Zástupný symbol obrázku 16">
            <a:extLst>
              <a:ext uri="{FF2B5EF4-FFF2-40B4-BE49-F238E27FC236}">
                <a16:creationId xmlns:a16="http://schemas.microsoft.com/office/drawing/2014/main" id="{2EA48A7A-9BF1-4EDC-9398-DCD358A80F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8791" y="1422215"/>
            <a:ext cx="1942990" cy="1937596"/>
          </a:xfrm>
          <a:solidFill>
            <a:schemeClr val="accent1"/>
          </a:solidFill>
          <a:ln>
            <a:noFill/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4" name="Zástupný symbol obrázku 16">
            <a:extLst>
              <a:ext uri="{FF2B5EF4-FFF2-40B4-BE49-F238E27FC236}">
                <a16:creationId xmlns:a16="http://schemas.microsoft.com/office/drawing/2014/main" id="{AE61755D-3148-4D21-9E2A-07AF1ACCCD9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46012" y="1422215"/>
            <a:ext cx="1942990" cy="1937596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5" name="Zástupný symbol obrázku 16">
            <a:extLst>
              <a:ext uri="{FF2B5EF4-FFF2-40B4-BE49-F238E27FC236}">
                <a16:creationId xmlns:a16="http://schemas.microsoft.com/office/drawing/2014/main" id="{C9A2F87A-D3F9-4858-B190-FE0CE902FB2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15835" y="1429939"/>
            <a:ext cx="1942990" cy="1937596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6" name="Zástupný symbol obrázku 16">
            <a:extLst>
              <a:ext uri="{FF2B5EF4-FFF2-40B4-BE49-F238E27FC236}">
                <a16:creationId xmlns:a16="http://schemas.microsoft.com/office/drawing/2014/main" id="{6771481D-3D65-4A64-A155-DF6B04927B3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90538" y="1408252"/>
            <a:ext cx="1942990" cy="1937596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7" name="Zástupný symbol obrázku 33">
            <a:extLst>
              <a:ext uri="{FF2B5EF4-FFF2-40B4-BE49-F238E27FC236}">
                <a16:creationId xmlns:a16="http://schemas.microsoft.com/office/drawing/2014/main" id="{E1218D58-127A-4520-9DA9-E181108CAA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669203" y="2215509"/>
            <a:ext cx="571988" cy="36645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8" name="Zástupný symbol obrázku 33">
            <a:extLst>
              <a:ext uri="{FF2B5EF4-FFF2-40B4-BE49-F238E27FC236}">
                <a16:creationId xmlns:a16="http://schemas.microsoft.com/office/drawing/2014/main" id="{9C40A35C-96DB-4FC8-94AB-601DD11D4EB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63985" y="2193822"/>
            <a:ext cx="571988" cy="36645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9" name="Zástupný symbol obrázku 33">
            <a:extLst>
              <a:ext uri="{FF2B5EF4-FFF2-40B4-BE49-F238E27FC236}">
                <a16:creationId xmlns:a16="http://schemas.microsoft.com/office/drawing/2014/main" id="{B68FA9E4-A981-4C7D-A71D-B577B2D1837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438687" y="2215509"/>
            <a:ext cx="571988" cy="36645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12" name="Zástupný text 11">
            <a:extLst>
              <a:ext uri="{FF2B5EF4-FFF2-40B4-BE49-F238E27FC236}">
                <a16:creationId xmlns:a16="http://schemas.microsoft.com/office/drawing/2014/main" id="{F3E48A29-6F41-463B-94B9-58C686B400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0924" y="3791537"/>
            <a:ext cx="1581427" cy="350838"/>
          </a:xfrm>
        </p:spPr>
        <p:txBody>
          <a:bodyPr>
            <a:noAutofit/>
          </a:bodyPr>
          <a:lstStyle>
            <a:lvl2pPr marL="457200" indent="0" algn="ctr">
              <a:buNone/>
              <a:defRPr sz="1600">
                <a:solidFill>
                  <a:schemeClr val="accent1"/>
                </a:solidFill>
              </a:defRPr>
            </a:lvl2pPr>
          </a:lstStyle>
          <a:p>
            <a:pPr lvl="1"/>
            <a:r>
              <a:rPr lang="cs-CZ"/>
              <a:t>podnadpis</a:t>
            </a:r>
          </a:p>
        </p:txBody>
      </p:sp>
      <p:sp>
        <p:nvSpPr>
          <p:cNvPr id="53" name="Zástupný text 11">
            <a:extLst>
              <a:ext uri="{FF2B5EF4-FFF2-40B4-BE49-F238E27FC236}">
                <a16:creationId xmlns:a16="http://schemas.microsoft.com/office/drawing/2014/main" id="{0A8DF439-5336-472F-8852-26205D3682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98309" y="3834065"/>
            <a:ext cx="1581427" cy="350838"/>
          </a:xfrm>
        </p:spPr>
        <p:txBody>
          <a:bodyPr>
            <a:noAutofit/>
          </a:bodyPr>
          <a:lstStyle>
            <a:lvl2pPr marL="457200" indent="0" algn="ctr">
              <a:buNone/>
              <a:defRPr sz="1600">
                <a:solidFill>
                  <a:schemeClr val="bg2"/>
                </a:solidFill>
              </a:defRPr>
            </a:lvl2pPr>
          </a:lstStyle>
          <a:p>
            <a:pPr lvl="1"/>
            <a:r>
              <a:rPr lang="cs-CZ"/>
              <a:t>podnadpis</a:t>
            </a:r>
          </a:p>
        </p:txBody>
      </p:sp>
      <p:sp>
        <p:nvSpPr>
          <p:cNvPr id="54" name="Zástupný text 11">
            <a:extLst>
              <a:ext uri="{FF2B5EF4-FFF2-40B4-BE49-F238E27FC236}">
                <a16:creationId xmlns:a16="http://schemas.microsoft.com/office/drawing/2014/main" id="{8E8E8505-0F7B-4872-8F58-7B73FF65B65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70600" y="3830906"/>
            <a:ext cx="1581427" cy="350838"/>
          </a:xfrm>
        </p:spPr>
        <p:txBody>
          <a:bodyPr anchor="t" anchorCtr="0">
            <a:noAutofit/>
          </a:bodyPr>
          <a:lstStyle>
            <a:lvl2pPr marL="457200" indent="0" algn="l">
              <a:buNone/>
              <a:defRPr sz="1600">
                <a:solidFill>
                  <a:schemeClr val="tx1"/>
                </a:solidFill>
              </a:defRPr>
            </a:lvl2pPr>
          </a:lstStyle>
          <a:p>
            <a:pPr lvl="1"/>
            <a:r>
              <a:rPr lang="cs-CZ"/>
              <a:t>podnadpis</a:t>
            </a:r>
          </a:p>
        </p:txBody>
      </p:sp>
      <p:sp>
        <p:nvSpPr>
          <p:cNvPr id="55" name="Zástupný text 11">
            <a:extLst>
              <a:ext uri="{FF2B5EF4-FFF2-40B4-BE49-F238E27FC236}">
                <a16:creationId xmlns:a16="http://schemas.microsoft.com/office/drawing/2014/main" id="{999FA6C6-10D2-4DD4-8CDF-BB21A668C1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74898" y="3830906"/>
            <a:ext cx="1581427" cy="350838"/>
          </a:xfrm>
        </p:spPr>
        <p:txBody>
          <a:bodyPr>
            <a:noAutofit/>
          </a:bodyPr>
          <a:lstStyle>
            <a:lvl2pPr marL="457200" indent="0" algn="ctr">
              <a:buNone/>
              <a:defRPr sz="1600">
                <a:solidFill>
                  <a:schemeClr val="accent2"/>
                </a:solidFill>
              </a:defRPr>
            </a:lvl2pPr>
          </a:lstStyle>
          <a:p>
            <a:pPr lvl="1"/>
            <a:r>
              <a:rPr lang="cs-CZ"/>
              <a:t>podnadpis</a:t>
            </a:r>
          </a:p>
        </p:txBody>
      </p:sp>
      <p:sp>
        <p:nvSpPr>
          <p:cNvPr id="17" name="Zástupný text 16">
            <a:extLst>
              <a:ext uri="{FF2B5EF4-FFF2-40B4-BE49-F238E27FC236}">
                <a16:creationId xmlns:a16="http://schemas.microsoft.com/office/drawing/2014/main" id="{846841E6-45E1-4521-9C20-4F363C9D65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90394" y="2048878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1_</a:t>
            </a:r>
          </a:p>
        </p:txBody>
      </p:sp>
      <p:sp>
        <p:nvSpPr>
          <p:cNvPr id="59" name="Zástupný text 16">
            <a:extLst>
              <a:ext uri="{FF2B5EF4-FFF2-40B4-BE49-F238E27FC236}">
                <a16:creationId xmlns:a16="http://schemas.microsoft.com/office/drawing/2014/main" id="{519DAB48-A27F-4F53-B8DC-33A66F7E33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8309" y="2054572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2_</a:t>
            </a:r>
          </a:p>
        </p:txBody>
      </p:sp>
      <p:sp>
        <p:nvSpPr>
          <p:cNvPr id="60" name="Zástupný text 16">
            <a:extLst>
              <a:ext uri="{FF2B5EF4-FFF2-40B4-BE49-F238E27FC236}">
                <a16:creationId xmlns:a16="http://schemas.microsoft.com/office/drawing/2014/main" id="{F7FBF71B-3C85-42BF-9358-A312AE2730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859878" y="2054573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3_</a:t>
            </a:r>
          </a:p>
        </p:txBody>
      </p:sp>
      <p:sp>
        <p:nvSpPr>
          <p:cNvPr id="61" name="Zástupný text 16">
            <a:extLst>
              <a:ext uri="{FF2B5EF4-FFF2-40B4-BE49-F238E27FC236}">
                <a16:creationId xmlns:a16="http://schemas.microsoft.com/office/drawing/2014/main" id="{8F4EF0E5-B6F9-48F8-B4C0-AFF96F45118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31586" y="2049221"/>
            <a:ext cx="859784" cy="751171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n-lt"/>
                <a:cs typeface="Azeret Mono Medium" panose="020B0604020202020204" charset="-18"/>
              </a:defRPr>
            </a:lvl1pPr>
          </a:lstStyle>
          <a:p>
            <a:pPr lvl="0"/>
            <a:r>
              <a:rPr lang="cs-CZ"/>
              <a:t>4_</a:t>
            </a:r>
          </a:p>
        </p:txBody>
      </p:sp>
      <p:sp>
        <p:nvSpPr>
          <p:cNvPr id="62" name="Zástupný text 3">
            <a:extLst>
              <a:ext uri="{FF2B5EF4-FFF2-40B4-BE49-F238E27FC236}">
                <a16:creationId xmlns:a16="http://schemas.microsoft.com/office/drawing/2014/main" id="{F2002307-8B4E-4009-A404-65FB857D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791" y="4545474"/>
            <a:ext cx="2440021" cy="177742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3" name="Zástupný text 3">
            <a:extLst>
              <a:ext uri="{FF2B5EF4-FFF2-40B4-BE49-F238E27FC236}">
                <a16:creationId xmlns:a16="http://schemas.microsoft.com/office/drawing/2014/main" id="{01B3FBB7-4D07-48E9-B4E8-BDCE1FD6B1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6012" y="4551388"/>
            <a:ext cx="2440021" cy="175606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4" name="Zástupný text 3">
            <a:extLst>
              <a:ext uri="{FF2B5EF4-FFF2-40B4-BE49-F238E27FC236}">
                <a16:creationId xmlns:a16="http://schemas.microsoft.com/office/drawing/2014/main" id="{CB36178A-30DB-44CC-BEC9-B68BF25A38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05969" y="4545474"/>
            <a:ext cx="2440021" cy="175606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5" name="Zástupný text 3">
            <a:extLst>
              <a:ext uri="{FF2B5EF4-FFF2-40B4-BE49-F238E27FC236}">
                <a16:creationId xmlns:a16="http://schemas.microsoft.com/office/drawing/2014/main" id="{C5937999-AE16-40DA-B090-44D64F8D191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11468" y="4556154"/>
            <a:ext cx="2371833" cy="175606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pic>
        <p:nvPicPr>
          <p:cNvPr id="66" name="Obrázek 65">
            <a:extLst>
              <a:ext uri="{FF2B5EF4-FFF2-40B4-BE49-F238E27FC236}">
                <a16:creationId xmlns:a16="http://schemas.microsoft.com/office/drawing/2014/main" id="{D72E068E-4342-40B4-A8DF-90D541C17C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47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VIDEO_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7" name="Zástupný objekt multimédií 6">
            <a:extLst>
              <a:ext uri="{FF2B5EF4-FFF2-40B4-BE49-F238E27FC236}">
                <a16:creationId xmlns:a16="http://schemas.microsoft.com/office/drawing/2014/main" id="{6768607E-2686-49FF-A0FC-DA201F46A640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68313" y="1733550"/>
            <a:ext cx="10515600" cy="4257675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multimédia.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788A324-8B84-4A9D-A52C-0C3533713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90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NADPIS_GRAFU_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F03E5EB3-9AE2-44F3-836E-461A5057F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000" y="1854427"/>
            <a:ext cx="3844693" cy="393222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jekt grafu 3">
            <a:extLst>
              <a:ext uri="{FF2B5EF4-FFF2-40B4-BE49-F238E27FC236}">
                <a16:creationId xmlns:a16="http://schemas.microsoft.com/office/drawing/2014/main" id="{5B90D002-41E3-4C1C-9BD9-5EB0580266D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545013" y="1854200"/>
            <a:ext cx="6438900" cy="3932238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graf.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8042047E-2231-465E-A94D-52ED1DD8C8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29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NADPIS_TABULKY_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F03E5EB3-9AE2-44F3-836E-461A5057F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8000" y="1854427"/>
            <a:ext cx="3844693" cy="393222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tabulku 6">
            <a:extLst>
              <a:ext uri="{FF2B5EF4-FFF2-40B4-BE49-F238E27FC236}">
                <a16:creationId xmlns:a16="http://schemas.microsoft.com/office/drawing/2014/main" id="{BEAA2F43-4B11-4245-9088-826D13643747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4530725" y="1854200"/>
            <a:ext cx="6453188" cy="3932238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tabulku.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26AB70FA-C781-4B39-BFD1-EA8276514C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813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bg>
      <p:bgPr>
        <a:blipFill dpi="0" rotWithShape="1">
          <a:blip r:embed="rId2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4ED9C7-790E-4C6A-85CD-789710B557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263780" cy="1141364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cs-CZ"/>
              <a:t>DĚKUJEME_ZA_POZORNOST_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78EEEFF-E4EA-465E-920C-3F0795A79AD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8000" y="3620069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accent1"/>
                </a:solidFill>
                <a:latin typeface="+mj-lt"/>
                <a:cs typeface="Azeret Mono Medium" panose="020B0604020202020204" charset="-1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Čas na vaše dotazy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84B514-AE9D-4B87-9B3D-59F6AD26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bg1"/>
                </a:solidFill>
                <a:ea typeface="Roboto" panose="02000000000000000000" pitchFamily="2" charset="0"/>
                <a:cs typeface="Azeret Mono" pitchFamily="2" charset="0"/>
              </a:rPr>
              <a:t>DIA.GOV.CZ_+420 000 000 000_INFO@DIA.GOV.CZ</a:t>
            </a:r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A1B506-51B9-4564-92A7-B26E87DE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bg1"/>
                </a:solidFill>
                <a:ea typeface="Roboto" panose="02000000000000000000" pitchFamily="2" charset="0"/>
              </a:rPr>
              <a:t>NÁZEV_PREZENTACE_</a:t>
            </a:r>
            <a:r>
              <a:rPr lang="cs-CZ">
                <a:solidFill>
                  <a:schemeClr val="accent1"/>
                </a:solidFill>
                <a:ea typeface="Roboto" panose="02000000000000000000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1"/>
                </a:solidFill>
              </a:rPr>
              <a:pPr/>
              <a:t>‹#›</a:t>
            </a:fld>
            <a:endParaRPr lang="cs-CZ">
              <a:solidFill>
                <a:schemeClr val="accent1"/>
              </a:solidFill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956130D-B02F-48EC-BC99-907DC25E32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7229" y="6112582"/>
            <a:ext cx="1076499" cy="48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2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10C186-A527-41FA-A5C9-56E4B60D73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252000"/>
            <a:ext cx="10515600" cy="1325563"/>
          </a:xfrm>
        </p:spPr>
        <p:txBody>
          <a:bodyPr>
            <a:normAutofit/>
          </a:bodyPr>
          <a:lstStyle>
            <a:lvl1pPr>
              <a:defRPr sz="3600" b="1">
                <a:latin typeface="+mj-lt"/>
                <a:cs typeface="Azeret Mono Medium" panose="020B0604020202020204" charset="-18"/>
              </a:defRPr>
            </a:lvl1pPr>
          </a:lstStyle>
          <a:p>
            <a:r>
              <a:rPr lang="cs-CZ"/>
              <a:t>IKONY_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FD7412B-2BE8-4AAA-BA18-5CA62BCC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C8F605-0901-4975-A10E-70669D979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NÁZEV_PREZENTACE_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788A324-8B84-4A9D-A52C-0C3533713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44" y="6311900"/>
            <a:ext cx="1077642" cy="481258"/>
          </a:xfrm>
          <a:prstGeom prst="rect">
            <a:avLst/>
          </a:prstGeom>
        </p:spPr>
      </p:pic>
      <p:sp>
        <p:nvSpPr>
          <p:cNvPr id="18" name="Zástupný symbol obrázku 17">
            <a:extLst>
              <a:ext uri="{FF2B5EF4-FFF2-40B4-BE49-F238E27FC236}">
                <a16:creationId xmlns:a16="http://schemas.microsoft.com/office/drawing/2014/main" id="{5F527819-1530-402B-A7D6-0C560D3F9CE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31850" y="2921000"/>
            <a:ext cx="914400" cy="914400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5" name="Zástupný symbol obrázku 33">
            <a:extLst>
              <a:ext uri="{FF2B5EF4-FFF2-40B4-BE49-F238E27FC236}">
                <a16:creationId xmlns:a16="http://schemas.microsoft.com/office/drawing/2014/main" id="{2CF407D4-1633-4D30-84B9-18814708336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4569" y="4734319"/>
            <a:ext cx="999709" cy="678662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6" name="Zástupný symbol obrázku 17">
            <a:extLst>
              <a:ext uri="{FF2B5EF4-FFF2-40B4-BE49-F238E27FC236}">
                <a16:creationId xmlns:a16="http://schemas.microsoft.com/office/drawing/2014/main" id="{2EE5EF1B-C47B-4146-A630-1D67EC0D8D1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948390" y="2639806"/>
            <a:ext cx="914400" cy="1195594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7" name="Zástupný symbol obrázku 17">
            <a:extLst>
              <a:ext uri="{FF2B5EF4-FFF2-40B4-BE49-F238E27FC236}">
                <a16:creationId xmlns:a16="http://schemas.microsoft.com/office/drawing/2014/main" id="{AB8D0A0F-06B8-46B5-9628-6FFAB73B6B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59350" y="2241541"/>
            <a:ext cx="914400" cy="914400"/>
          </a:xfr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8" name="Zástupný symbol obrázku 17">
            <a:extLst>
              <a:ext uri="{FF2B5EF4-FFF2-40B4-BE49-F238E27FC236}">
                <a16:creationId xmlns:a16="http://schemas.microsoft.com/office/drawing/2014/main" id="{441E6065-4740-454F-9656-FBBF029C8FD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93730" y="3517173"/>
            <a:ext cx="914400" cy="914400"/>
          </a:xfr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29" name="Zástupný symbol obrázku 17">
            <a:extLst>
              <a:ext uri="{FF2B5EF4-FFF2-40B4-BE49-F238E27FC236}">
                <a16:creationId xmlns:a16="http://schemas.microsoft.com/office/drawing/2014/main" id="{CE598B2A-8BB7-4031-B101-192E337712F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287008" y="4664075"/>
            <a:ext cx="914400" cy="914400"/>
          </a:xfr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0" name="Zástupný symbol obrázku 17">
            <a:extLst>
              <a:ext uri="{FF2B5EF4-FFF2-40B4-BE49-F238E27FC236}">
                <a16:creationId xmlns:a16="http://schemas.microsoft.com/office/drawing/2014/main" id="{5DEC2063-68C4-4701-92CA-32935E90210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610600" y="2090168"/>
            <a:ext cx="914400" cy="1325562"/>
          </a:xfr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1" name="Zástupný symbol obrázku 17">
            <a:extLst>
              <a:ext uri="{FF2B5EF4-FFF2-40B4-BE49-F238E27FC236}">
                <a16:creationId xmlns:a16="http://schemas.microsoft.com/office/drawing/2014/main" id="{7BF70B3A-64A0-4551-A956-E132098A6BF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309384" y="4616450"/>
            <a:ext cx="914400" cy="914400"/>
          </a:xfr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t="1" b="100"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cs-CZ"/>
              <a:t>Kliknutím na ikonu přidáte obrázek.</a:t>
            </a:r>
          </a:p>
        </p:txBody>
      </p:sp>
    </p:spTree>
    <p:extLst>
      <p:ext uri="{BB962C8B-B14F-4D97-AF65-F5344CB8AC3E}">
        <p14:creationId xmlns:p14="http://schemas.microsoft.com/office/powerpoint/2010/main" val="362074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6DC3873-E2A0-429C-A63C-5335E2741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032B974-5F84-4B11-835A-B2ED4CEEA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61E2F15-4DFC-4419-B6AA-183F3531A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_+420 000 000 000_INFO@DIA.</a:t>
            </a:r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CE7C2B7-3F35-4FDE-892A-D7B1C3816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TŘETÍ_ETAPA_ZOPDS_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‹#›</a:t>
            </a:fld>
            <a:endParaRPr lang="cs-CZ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434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0" r:id="rId3"/>
    <p:sldLayoutId id="2147483661" r:id="rId4"/>
    <p:sldLayoutId id="2147483650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51" r:id="rId21"/>
    <p:sldLayoutId id="2147483677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pruvodcepripojenim.gov.cz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E66821-3304-5041-4895-2A33C58D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Průvodce_připojením_k_PPDF</a:t>
            </a:r>
            <a:r>
              <a:rPr lang="cs-CZ" dirty="0"/>
              <a:t>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DFCAB7-286F-F168-707B-863BC70C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Bylo třeba zpřehlednit proces připojovaní k PPDF a tak byl vytvořen web s průvodci, kde jsou veškeré potřebné informace na jednom místě.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2E09174-D92B-C5C9-7131-92E9382D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STAV_ZOPDS 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1</a:t>
            </a:fld>
            <a:endParaRPr lang="cs-CZ">
              <a:solidFill>
                <a:schemeClr val="accent2"/>
              </a:solidFill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A264D3F-4D94-7051-2C9D-A5B559120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202" y="2589207"/>
            <a:ext cx="4762502" cy="35792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Zástupný symbol pro zápatí 3">
            <a:extLst>
              <a:ext uri="{FF2B5EF4-FFF2-40B4-BE49-F238E27FC236}">
                <a16:creationId xmlns:a16="http://schemas.microsoft.com/office/drawing/2014/main" id="{BBB2CDC8-3E98-38F0-3167-1E0D3030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cs-CZ">
                <a:solidFill>
                  <a:schemeClr val="accent6">
                    <a:lumMod val="75000"/>
                  </a:schemeClr>
                </a:solidFill>
                <a:ea typeface="Roboto" panose="02000000000000000000" pitchFamily="2" charset="0"/>
                <a:cs typeface="Azeret Mono" pitchFamily="2" charset="0"/>
              </a:rPr>
              <a:t>DIA.GOV.CZ_+420 225 514 759_INFO@DIA.GOV.CZ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DA2B155-6DFE-5BD4-4043-28DCBA470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75" y="2540367"/>
            <a:ext cx="4848825" cy="36281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6981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57BBDA-E49D-FB27-23B7-42917AE85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Průvodce_připojením_k_PPDF</a:t>
            </a:r>
            <a:r>
              <a:rPr lang="cs-CZ" dirty="0"/>
              <a:t>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2D5564-5669-79B6-E069-8F3D831AB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Na stránkách Rozcestník - </a:t>
            </a:r>
            <a:r>
              <a:rPr lang="cs-CZ" dirty="0">
                <a:hlinkClick r:id="rId2"/>
              </a:rPr>
              <a:t>průvodce připojením (gov.cz) </a:t>
            </a:r>
            <a:r>
              <a:rPr lang="cs-CZ" dirty="0"/>
              <a:t>můžete nalézt Průvodce pro proces připojování k referenčnímu rozhraní PPDF.</a:t>
            </a:r>
          </a:p>
          <a:p>
            <a:r>
              <a:rPr lang="cs-CZ" dirty="0"/>
              <a:t>Průvodci přehledným způsobem popisují postupy pro jednotlivé typy připojení k rozhraní ISZR a ISSS.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D6B23A2-D95A-1462-FA58-B2E3143A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STAV_ZOPDS 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2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7" name="Zástupný symbol pro zápatí 3">
            <a:extLst>
              <a:ext uri="{FF2B5EF4-FFF2-40B4-BE49-F238E27FC236}">
                <a16:creationId xmlns:a16="http://schemas.microsoft.com/office/drawing/2014/main" id="{C8FB696B-0CE3-4367-6D02-28D52EC7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cs-CZ">
                <a:solidFill>
                  <a:schemeClr val="accent6">
                    <a:lumMod val="75000"/>
                  </a:schemeClr>
                </a:solidFill>
                <a:ea typeface="Roboto" panose="02000000000000000000" pitchFamily="2" charset="0"/>
                <a:cs typeface="Azeret Mono" pitchFamily="2" charset="0"/>
              </a:rPr>
              <a:t>DIA.GOV.CZ_+420 225 514 759_INFO@DIA.GOV.CZ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030EBCA-C5E8-5258-3CED-01D326F1A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070" y="3212435"/>
            <a:ext cx="8375459" cy="29560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75584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8B97AF-39C0-244F-0BA1-87BDB6D9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/>
              <a:t>Průvodce_připojením_k_PPDF</a:t>
            </a:r>
            <a:r>
              <a:rPr lang="cs-CZ"/>
              <a:t>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820CB9-8E7A-BC83-8139-C63757C42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Jednoduchou a přehlednou navigací v rámci Průvodců je možné získat potřebné informace, jaké kroky je potřeba realizovat.</a:t>
            </a:r>
          </a:p>
          <a:p>
            <a:r>
              <a:rPr lang="cs-CZ" dirty="0"/>
              <a:t>Jednotlivé kroky jsou rozděleny dle konkrétních aktivit, které je nutné pro připojení projít (zavedení v RPP, připojení k CMS, vystavení certifikátů, registrace v RAZR apod.).</a:t>
            </a:r>
          </a:p>
          <a:p>
            <a:r>
              <a:rPr lang="cs-CZ" dirty="0"/>
              <a:t>V rámci jednotlivých kroků jsou také uvedeny odkazy na další doplňující dokumentaci.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E7B6FB5-47E0-978F-5CE4-6B55A5C85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STAV_ZOPDS 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3</a:t>
            </a:fld>
            <a:endParaRPr lang="cs-CZ">
              <a:solidFill>
                <a:schemeClr val="accent2"/>
              </a:solidFill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4228B207-AAC9-D820-731A-9093016A0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45" y="3812379"/>
            <a:ext cx="4763482" cy="29425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93F17C4-5F37-B081-D6CC-D3C3C9812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451" y="4074529"/>
            <a:ext cx="5317247" cy="214617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Šipka: doprava 10">
            <a:extLst>
              <a:ext uri="{FF2B5EF4-FFF2-40B4-BE49-F238E27FC236}">
                <a16:creationId xmlns:a16="http://schemas.microsoft.com/office/drawing/2014/main" id="{D5E3870E-F04D-BDD1-25E8-0A272319314C}"/>
              </a:ext>
            </a:extLst>
          </p:cNvPr>
          <p:cNvSpPr/>
          <p:nvPr/>
        </p:nvSpPr>
        <p:spPr>
          <a:xfrm>
            <a:off x="4892316" y="5024630"/>
            <a:ext cx="1388135" cy="428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3343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A146D-6A32-D6F6-6046-9AC25B56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2FD677-A620-CAB3-93FC-9B40705A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/>
              <a:t>Průvodce_připojením_k_PPDF</a:t>
            </a:r>
            <a:r>
              <a:rPr lang="cs-CZ"/>
              <a:t>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977DAD-8642-4682-4F29-343C01F96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15699"/>
            <a:ext cx="10515600" cy="1795610"/>
          </a:xfrm>
        </p:spPr>
        <p:txBody>
          <a:bodyPr/>
          <a:lstStyle/>
          <a:p>
            <a:r>
              <a:rPr lang="cs-CZ" dirty="0"/>
              <a:t>Na konci března jsme spustili aktualizaci a rozšíření průvodců o detailní průvodce pro přípravu na čtení a publikaci kontextů na rozhraní ISSS (pro podporu implementace na straně AIS/SSVÚ) </a:t>
            </a:r>
          </a:p>
          <a:p>
            <a:r>
              <a:rPr lang="cs-CZ" dirty="0"/>
              <a:t>Součástí je i doplnění dalších informací, případně schémat pro lepší pochopení problematiky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1535427-057D-CF66-3EB2-6122A76C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STAV_ZOPDS 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4</a:t>
            </a:fld>
            <a:endParaRPr lang="cs-CZ">
              <a:solidFill>
                <a:schemeClr val="accent2"/>
              </a:solidFill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33C4207-259F-E4EF-1B88-E35D57974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400" y="2741261"/>
            <a:ext cx="8292849" cy="2660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Zástupný symbol pro zápatí 3">
            <a:extLst>
              <a:ext uri="{FF2B5EF4-FFF2-40B4-BE49-F238E27FC236}">
                <a16:creationId xmlns:a16="http://schemas.microsoft.com/office/drawing/2014/main" id="{74E397E9-8C81-166E-3A14-797C47F8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65234" y="6356350"/>
            <a:ext cx="4114800" cy="365125"/>
          </a:xfrm>
        </p:spPr>
        <p:txBody>
          <a:bodyPr/>
          <a:lstStyle/>
          <a:p>
            <a:r>
              <a:rPr lang="cs-CZ">
                <a:solidFill>
                  <a:schemeClr val="accent6">
                    <a:lumMod val="75000"/>
                  </a:schemeClr>
                </a:solidFill>
                <a:ea typeface="Roboto" panose="02000000000000000000" pitchFamily="2" charset="0"/>
                <a:cs typeface="Azeret Mono" pitchFamily="2" charset="0"/>
              </a:rPr>
              <a:t>DIA.GOV.CZ_+420 225 514 759_INFO@DIA.GOV.CZ</a:t>
            </a:r>
          </a:p>
        </p:txBody>
      </p:sp>
      <p:pic>
        <p:nvPicPr>
          <p:cNvPr id="9" name="Obrázek 8" descr="Obsah obrázku text, diagram, snímek obrazovky, Plán&#10;&#10;Popis byl vytvořen automaticky">
            <a:extLst>
              <a:ext uri="{FF2B5EF4-FFF2-40B4-BE49-F238E27FC236}">
                <a16:creationId xmlns:a16="http://schemas.microsoft.com/office/drawing/2014/main" id="{9A0F94F3-B51F-4E9B-134A-3FC208905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51" y="4187759"/>
            <a:ext cx="4610275" cy="26014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32512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52068D-5D7A-3DE3-2E72-95520E5A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Na_Co_SI_dát_pozor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7A335D-46F2-9FCC-F746-DC4D2C01E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15699"/>
            <a:ext cx="10515600" cy="44245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42595" indent="-442595"/>
            <a:r>
              <a:rPr lang="cs-CZ" dirty="0">
                <a:cs typeface="Arial"/>
              </a:rPr>
              <a:t>Součástí webu s průvodci je i sekce s často kladenými dotazy a typickými chybami, kterou doporučujeme si projít.</a:t>
            </a:r>
            <a:endParaRPr lang="cs-CZ" sz="2000" dirty="0">
              <a:cs typeface="Arial"/>
            </a:endParaRPr>
          </a:p>
          <a:p>
            <a:pPr marL="442595" indent="-442595"/>
            <a:r>
              <a:rPr lang="cs-CZ" dirty="0">
                <a:cs typeface="Arial"/>
              </a:rPr>
              <a:t>Typické chyby při procesu publikace kontextů:</a:t>
            </a:r>
            <a:endParaRPr lang="cs-CZ" dirty="0"/>
          </a:p>
          <a:p>
            <a:pPr lvl="1">
              <a:buFont typeface="Courier New" panose="05000000000000000000" pitchFamily="2" charset="2"/>
              <a:buChar char="o"/>
            </a:pPr>
            <a:r>
              <a:rPr lang="cs-CZ" dirty="0">
                <a:cs typeface="Arial"/>
              </a:rPr>
              <a:t>Nesprávná posloupnost kroků - Technické implementaci by mělo předcházet zavedení údajů k dané agendě v RPP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cs-CZ" dirty="0">
                <a:cs typeface="Arial"/>
              </a:rPr>
              <a:t>Nejsou dodány všechny potřebné dokumenty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cs-CZ" dirty="0">
                <a:cs typeface="Arial"/>
              </a:rPr>
              <a:t>Nejsou správně uvedeny názvy souborů </a:t>
            </a:r>
            <a:r>
              <a:rPr lang="cs-CZ" dirty="0" err="1">
                <a:cs typeface="Arial"/>
              </a:rPr>
              <a:t>připadně</a:t>
            </a:r>
            <a:r>
              <a:rPr lang="cs-CZ" dirty="0">
                <a:cs typeface="Arial"/>
              </a:rPr>
              <a:t>, údajů v nich - mělo by nově pomoci zadávání požadavků přes RAZR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cs-CZ" dirty="0">
                <a:cs typeface="Arial"/>
              </a:rPr>
              <a:t>Nedostatečné otestování implementace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cs-CZ" dirty="0">
                <a:cs typeface="Arial"/>
              </a:rPr>
              <a:t>Neplatný certifikát</a:t>
            </a:r>
            <a:br>
              <a:rPr lang="cs-CZ" dirty="0">
                <a:cs typeface="Arial"/>
              </a:rPr>
            </a:br>
            <a:endParaRPr lang="cs-CZ" dirty="0">
              <a:cs typeface="Arial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3AB7E94-6AFB-645E-4BB0-84BD7B035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STAV_ZOPDS 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5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8" name="Zástupný symbol pro zápatí 3">
            <a:extLst>
              <a:ext uri="{FF2B5EF4-FFF2-40B4-BE49-F238E27FC236}">
                <a16:creationId xmlns:a16="http://schemas.microsoft.com/office/drawing/2014/main" id="{2F986A12-F7C7-77EE-4B91-4432D8EE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65234" y="6356350"/>
            <a:ext cx="4114800" cy="365125"/>
          </a:xfrm>
        </p:spPr>
        <p:txBody>
          <a:bodyPr/>
          <a:lstStyle/>
          <a:p>
            <a:r>
              <a:rPr lang="cs-CZ">
                <a:solidFill>
                  <a:schemeClr val="accent6">
                    <a:lumMod val="75000"/>
                  </a:schemeClr>
                </a:solidFill>
                <a:ea typeface="Roboto" panose="02000000000000000000" pitchFamily="2" charset="0"/>
                <a:cs typeface="Azeret Mono" pitchFamily="2" charset="0"/>
              </a:rPr>
              <a:t>DIA.GOV.CZ_+420 225 514 759_INFO@DIA.GOV.CZ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DC853F47-CC50-DA3D-A3A4-8FB3F1AE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765" y="3744046"/>
            <a:ext cx="5740450" cy="233870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850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C3095-7213-289A-4AE8-7B8DEE6B3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62649D-3D10-ADCA-2813-498AF4CC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Co_dalšího_připravujeme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F69C7F3-3FFF-88BE-CF2B-013FEBD3C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15699"/>
            <a:ext cx="10515600" cy="44245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b="1" dirty="0">
                <a:cs typeface="Arial"/>
              </a:rPr>
              <a:t>Podpora pro připojovaní k PPDF a tvorbu kontextů</a:t>
            </a:r>
          </a:p>
          <a:p>
            <a:pPr marL="442595" indent="-442595"/>
            <a:r>
              <a:rPr lang="cs-CZ" dirty="0">
                <a:cs typeface="Arial"/>
              </a:rPr>
              <a:t>Jsme Vám schopni pomoci napříč celým procesem v kterékoliv fázi ať jde o připojení AIS k ISSS, evidenci údajů v RPP, případně samotnou tvorbu technické specifikace(kontextu).</a:t>
            </a:r>
          </a:p>
          <a:p>
            <a:pPr marL="442595" indent="-442595"/>
            <a:r>
              <a:rPr lang="cs-CZ" dirty="0">
                <a:cs typeface="Arial"/>
              </a:rPr>
              <a:t>Nově od Března máme posílenou kapacitu pro podporu v oblasti evidence údajů v RPP a tvorby datového modelu a také tvorby kontextů.</a:t>
            </a:r>
          </a:p>
          <a:p>
            <a:pPr marL="0" indent="0">
              <a:buNone/>
            </a:pPr>
            <a:br>
              <a:rPr lang="cs-CZ" dirty="0">
                <a:cs typeface="Arial"/>
              </a:rPr>
            </a:br>
            <a:endParaRPr lang="cs-CZ" dirty="0">
              <a:cs typeface="Arial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F4C6D89-DE68-D549-F2E3-202DF004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STAV_ZOPDS 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6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8" name="Zástupný symbol pro zápatí 3">
            <a:extLst>
              <a:ext uri="{FF2B5EF4-FFF2-40B4-BE49-F238E27FC236}">
                <a16:creationId xmlns:a16="http://schemas.microsoft.com/office/drawing/2014/main" id="{7D7E2CC2-5458-8F80-61D0-B73A2D6E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65234" y="6356350"/>
            <a:ext cx="4114800" cy="365125"/>
          </a:xfrm>
        </p:spPr>
        <p:txBody>
          <a:bodyPr/>
          <a:lstStyle/>
          <a:p>
            <a:r>
              <a:rPr lang="cs-CZ">
                <a:solidFill>
                  <a:schemeClr val="accent6">
                    <a:lumMod val="75000"/>
                  </a:schemeClr>
                </a:solidFill>
                <a:ea typeface="Roboto" panose="02000000000000000000" pitchFamily="2" charset="0"/>
                <a:cs typeface="Azeret Mono" pitchFamily="2" charset="0"/>
              </a:rPr>
              <a:t>DIA.GOV.CZ_+420 225 514 759_INFO@DIA.GOV.CZ</a:t>
            </a:r>
          </a:p>
        </p:txBody>
      </p:sp>
    </p:spTree>
    <p:extLst>
      <p:ext uri="{BB962C8B-B14F-4D97-AF65-F5344CB8AC3E}">
        <p14:creationId xmlns:p14="http://schemas.microsoft.com/office/powerpoint/2010/main" val="3854164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52068D-5D7A-3DE3-2E72-95520E5A2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Co_dalšího_připravujeme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7A335D-46F2-9FCC-F746-DC4D2C01E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15699"/>
            <a:ext cx="10515600" cy="44245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b="1" dirty="0">
                <a:cs typeface="Arial"/>
              </a:rPr>
              <a:t>Aplikace na tvorbu kontextů.</a:t>
            </a:r>
          </a:p>
          <a:p>
            <a:pPr marL="442595" indent="-442595"/>
            <a:r>
              <a:rPr lang="cs-CZ" dirty="0">
                <a:cs typeface="Arial"/>
              </a:rPr>
              <a:t>Aplikace by si měla vytáhnout z RPP zaevidované údaje pod danou agendou a uživatel si  pak zvolí, které z nich bude chtít v kontextu použít.</a:t>
            </a:r>
          </a:p>
          <a:p>
            <a:pPr marL="442595" indent="-442595"/>
            <a:r>
              <a:rPr lang="cs-CZ" dirty="0">
                <a:cs typeface="Arial"/>
              </a:rPr>
              <a:t>Poté co si uživatel vybere, které údaje chce použít bude vygenerována kostra kontextu, která by měla být už rovnou použitelná k nahrání do ISSS.</a:t>
            </a:r>
            <a:endParaRPr lang="cs-CZ" sz="2000" dirty="0">
              <a:cs typeface="Arial"/>
            </a:endParaRPr>
          </a:p>
          <a:p>
            <a:pPr marL="442595" indent="-442595"/>
            <a:r>
              <a:rPr lang="cs-CZ" dirty="0">
                <a:cs typeface="Arial"/>
              </a:rPr>
              <a:t>Účelem je pokrýt hlavně standartní případy a mít jednotný výchozí bod.</a:t>
            </a:r>
          </a:p>
          <a:p>
            <a:pPr marL="442595" indent="-442595"/>
            <a:r>
              <a:rPr lang="cs-CZ" dirty="0">
                <a:cs typeface="Arial"/>
              </a:rPr>
              <a:t>Pro složitější implementace počítáme, že bude třeba konzultace s DIA.</a:t>
            </a:r>
          </a:p>
          <a:p>
            <a:pPr marL="0" indent="0">
              <a:buNone/>
            </a:pPr>
            <a:br>
              <a:rPr lang="cs-CZ" dirty="0">
                <a:cs typeface="Arial"/>
              </a:rPr>
            </a:br>
            <a:endParaRPr lang="cs-CZ" dirty="0">
              <a:cs typeface="Arial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3AB7E94-6AFB-645E-4BB0-84BD7B035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STAV_ZOPDS 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7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8" name="Zástupný symbol pro zápatí 3">
            <a:extLst>
              <a:ext uri="{FF2B5EF4-FFF2-40B4-BE49-F238E27FC236}">
                <a16:creationId xmlns:a16="http://schemas.microsoft.com/office/drawing/2014/main" id="{2F986A12-F7C7-77EE-4B91-4432D8EE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65234" y="6356350"/>
            <a:ext cx="4114800" cy="365125"/>
          </a:xfrm>
        </p:spPr>
        <p:txBody>
          <a:bodyPr/>
          <a:lstStyle/>
          <a:p>
            <a:r>
              <a:rPr lang="cs-CZ">
                <a:solidFill>
                  <a:schemeClr val="accent6">
                    <a:lumMod val="75000"/>
                  </a:schemeClr>
                </a:solidFill>
                <a:ea typeface="Roboto" panose="02000000000000000000" pitchFamily="2" charset="0"/>
                <a:cs typeface="Azeret Mono" pitchFamily="2" charset="0"/>
              </a:rPr>
              <a:t>DIA.GOV.CZ_+420 225 514 759_INFO@DIA.GOV.CZ</a:t>
            </a:r>
          </a:p>
        </p:txBody>
      </p:sp>
    </p:spTree>
    <p:extLst>
      <p:ext uri="{BB962C8B-B14F-4D97-AF65-F5344CB8AC3E}">
        <p14:creationId xmlns:p14="http://schemas.microsoft.com/office/powerpoint/2010/main" val="3811105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72A40-C0AC-FD38-48B4-C9885A30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AA84A6-15EB-D031-2CAA-C495B389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Zpětná_Vazba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AB2C37-C738-5D28-4451-7C87061E2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15699"/>
            <a:ext cx="10515600" cy="44245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42595" indent="-442595"/>
            <a:r>
              <a:rPr lang="cs-CZ" dirty="0">
                <a:cs typeface="Arial"/>
              </a:rPr>
              <a:t>Budeme se snažit průvodce vylepšovat a k tomu bychom Vás rádi poprosili o zpětnou vazbu.</a:t>
            </a:r>
          </a:p>
          <a:p>
            <a:pPr marL="442595" indent="-442595"/>
            <a:r>
              <a:rPr lang="cs-CZ" dirty="0">
                <a:cs typeface="Arial"/>
              </a:rPr>
              <a:t>Dotazy ohledně průvodců či jiných dotazů ohledně připojování k PPDF můžete směřovat na mě: martin.bilek@dia.gov.cz</a:t>
            </a:r>
          </a:p>
          <a:p>
            <a:pPr marL="0" indent="0">
              <a:buNone/>
            </a:pPr>
            <a:br>
              <a:rPr lang="cs-CZ" dirty="0">
                <a:cs typeface="Arial"/>
              </a:rPr>
            </a:br>
            <a:endParaRPr lang="cs-CZ" dirty="0">
              <a:cs typeface="Arial"/>
            </a:endParaRPr>
          </a:p>
          <a:p>
            <a:pPr lvl="1">
              <a:buFont typeface="Courier New" panose="05000000000000000000" pitchFamily="2" charset="2"/>
              <a:buChar char="o"/>
            </a:pPr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  <a:p>
            <a:pPr marL="442595" indent="-442595"/>
            <a:endParaRPr lang="cs-CZ" dirty="0">
              <a:cs typeface="Arial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708B650-2A96-5F85-EE05-CDF600E5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>
                <a:solidFill>
                  <a:schemeClr val="tx1"/>
                </a:solidFill>
                <a:ea typeface="Roboto" panose="02000000000000000000" pitchFamily="2" charset="0"/>
                <a:cs typeface="Azeret Mono" pitchFamily="2" charset="0"/>
              </a:rPr>
              <a:t>STAV_ZOPDS _</a:t>
            </a:r>
            <a:r>
              <a:rPr lang="cs-CZ">
                <a:solidFill>
                  <a:srgbClr val="40852D"/>
                </a:solidFill>
                <a:ea typeface="Roboto" panose="02000000000000000000" pitchFamily="2" charset="0"/>
                <a:cs typeface="Azeret Mono" pitchFamily="2" charset="0"/>
              </a:rPr>
              <a:t>SLIDE_</a:t>
            </a:r>
            <a:fld id="{C7B39456-88E6-483E-B1FA-F210B27965A0}" type="slidenum">
              <a:rPr lang="cs-CZ" smtClean="0">
                <a:solidFill>
                  <a:schemeClr val="accent2"/>
                </a:solidFill>
              </a:rPr>
              <a:pPr/>
              <a:t>8</a:t>
            </a:fld>
            <a:endParaRPr lang="cs-CZ">
              <a:solidFill>
                <a:schemeClr val="accent2"/>
              </a:solidFill>
            </a:endParaRPr>
          </a:p>
        </p:txBody>
      </p:sp>
      <p:sp>
        <p:nvSpPr>
          <p:cNvPr id="8" name="Zástupný symbol pro zápatí 3">
            <a:extLst>
              <a:ext uri="{FF2B5EF4-FFF2-40B4-BE49-F238E27FC236}">
                <a16:creationId xmlns:a16="http://schemas.microsoft.com/office/drawing/2014/main" id="{2481E67D-63A2-A409-2C52-53303F18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65234" y="6356350"/>
            <a:ext cx="4114800" cy="365125"/>
          </a:xfrm>
        </p:spPr>
        <p:txBody>
          <a:bodyPr/>
          <a:lstStyle/>
          <a:p>
            <a:r>
              <a:rPr lang="cs-CZ">
                <a:solidFill>
                  <a:schemeClr val="accent6">
                    <a:lumMod val="75000"/>
                  </a:schemeClr>
                </a:solidFill>
                <a:ea typeface="Roboto" panose="02000000000000000000" pitchFamily="2" charset="0"/>
                <a:cs typeface="Azeret Mono" pitchFamily="2" charset="0"/>
              </a:rPr>
              <a:t>DIA.GOV.CZ_+420 225 514 759_INFO@DIA.GOV.CZ</a:t>
            </a:r>
          </a:p>
        </p:txBody>
      </p:sp>
    </p:spTree>
    <p:extLst>
      <p:ext uri="{BB962C8B-B14F-4D97-AF65-F5344CB8AC3E}">
        <p14:creationId xmlns:p14="http://schemas.microsoft.com/office/powerpoint/2010/main" val="234674020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Vlastní 4">
      <a:dk1>
        <a:srgbClr val="2E2D2C"/>
      </a:dk1>
      <a:lt1>
        <a:sysClr val="window" lastClr="FFFFFF"/>
      </a:lt1>
      <a:dk2>
        <a:srgbClr val="767676"/>
      </a:dk2>
      <a:lt2>
        <a:srgbClr val="35398E"/>
      </a:lt2>
      <a:accent1>
        <a:srgbClr val="368537"/>
      </a:accent1>
      <a:accent2>
        <a:srgbClr val="46AD48"/>
      </a:accent2>
      <a:accent3>
        <a:srgbClr val="BDBCBC"/>
      </a:accent3>
      <a:accent4>
        <a:srgbClr val="2E2D2C"/>
      </a:accent4>
      <a:accent5>
        <a:srgbClr val="BDBCBC"/>
      </a:accent5>
      <a:accent6>
        <a:srgbClr val="70AD47"/>
      </a:accent6>
      <a:hlink>
        <a:srgbClr val="0563C1"/>
      </a:hlink>
      <a:folHlink>
        <a:srgbClr val="954F72"/>
      </a:folHlink>
    </a:clrScheme>
    <a:fontScheme name="Vlastní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5" id="{F976D519-F818-5040-BF31-B54CA4A8FEB9}" vid="{DCB0DCC6-76DB-5647-B5A2-AE76B6EAFC0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e08fb0dd1033572d62b70ecc67e1c61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77c69e46c62157503f07a38e2ec41cc0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8C8FED-869F-4AEF-88E9-7698B53EFD17}"/>
</file>

<file path=customXml/itemProps2.xml><?xml version="1.0" encoding="utf-8"?>
<ds:datastoreItem xmlns:ds="http://schemas.openxmlformats.org/officeDocument/2006/customXml" ds:itemID="{FBAC7909-F44A-48EA-9F7B-42872C8861F0}">
  <ds:schemaRefs>
    <ds:schemaRef ds:uri="0f7720ff-53f2-424f-bdbf-9f2258d7a7d5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60eff747-50e2-4621-8df6-458c8151a505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D02C6CA-4C68-473D-AC18-63C94EF341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Motiv Office</Template>
  <TotalTime>10073</TotalTime>
  <Words>666</Words>
  <Application>Microsoft Office PowerPoint</Application>
  <PresentationFormat>Širokoúhlá obrazovka</PresentationFormat>
  <Paragraphs>61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5" baseType="lpstr">
      <vt:lpstr>Arial</vt:lpstr>
      <vt:lpstr>Azeret Mono Medium</vt:lpstr>
      <vt:lpstr>Calibri</vt:lpstr>
      <vt:lpstr>Courier New</vt:lpstr>
      <vt:lpstr>Roboto</vt:lpstr>
      <vt:lpstr>Wingdings</vt:lpstr>
      <vt:lpstr>Motiv Office</vt:lpstr>
      <vt:lpstr>Průvodce_připojením_k_PPDF_</vt:lpstr>
      <vt:lpstr>Průvodce_připojením_k_PPDF_</vt:lpstr>
      <vt:lpstr>Průvodce_připojením_k_PPDF_</vt:lpstr>
      <vt:lpstr>Průvodce_připojením_k_PPDF_</vt:lpstr>
      <vt:lpstr>Na_Co_SI_dát_pozor</vt:lpstr>
      <vt:lpstr>Co_dalšího_připravujeme</vt:lpstr>
      <vt:lpstr>Co_dalšího_připravujeme</vt:lpstr>
      <vt:lpstr>Zpětná_Vazba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Jan Petr</dc:creator>
  <cp:lastModifiedBy>Bílek Martin</cp:lastModifiedBy>
  <cp:revision>1139</cp:revision>
  <dcterms:created xsi:type="dcterms:W3CDTF">2024-01-02T09:41:53Z</dcterms:created>
  <dcterms:modified xsi:type="dcterms:W3CDTF">2024-04-08T06:59:42Z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2023-11-29T12:29:32Z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1e60608e-0764-4680-911f-2403aaaa08ef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ediaServiceImageTags">
    <vt:lpwstr/>
  </property>
</Properties>
</file>