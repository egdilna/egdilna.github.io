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8"/>
  </p:notesMasterIdLst>
  <p:sldIdLst>
    <p:sldId id="257" r:id="rId5"/>
    <p:sldId id="260" r:id="rId6"/>
    <p:sldId id="261" r:id="rId7"/>
    <p:sldId id="259" r:id="rId8"/>
    <p:sldId id="285" r:id="rId9"/>
    <p:sldId id="405" r:id="rId10"/>
    <p:sldId id="275" r:id="rId11"/>
    <p:sldId id="276" r:id="rId12"/>
    <p:sldId id="451" r:id="rId13"/>
    <p:sldId id="492" r:id="rId14"/>
    <p:sldId id="486" r:id="rId15"/>
    <p:sldId id="490" r:id="rId16"/>
    <p:sldId id="489" r:id="rId17"/>
    <p:sldId id="491" r:id="rId18"/>
    <p:sldId id="452" r:id="rId19"/>
    <p:sldId id="477" r:id="rId20"/>
    <p:sldId id="480" r:id="rId21"/>
    <p:sldId id="475" r:id="rId22"/>
    <p:sldId id="495" r:id="rId23"/>
    <p:sldId id="468" r:id="rId24"/>
    <p:sldId id="494" r:id="rId25"/>
    <p:sldId id="493" r:id="rId26"/>
    <p:sldId id="270" r:id="rId2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26E391-68BA-4437-9116-804C82CD1FC4}" v="40" dt="2026-02-13T11:02:22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2B5C9632-1B6D-438A-AE41-66A30DF8D18A}"/>
    <pc:docChg chg="undo redo custSel addSld delSld modSld sldOrd addSection delSection">
      <pc:chgData name="Šedivec Tomáš" userId="5859117d-4fed-45af-939e-a078bb4ea44f" providerId="ADAL" clId="{2B5C9632-1B6D-438A-AE41-66A30DF8D18A}" dt="2026-02-16T11:48:19.668" v="1483" actId="20577"/>
      <pc:docMkLst>
        <pc:docMk/>
      </pc:docMkLst>
      <pc:sldChg chg="modSp mod">
        <pc:chgData name="Šedivec Tomáš" userId="5859117d-4fed-45af-939e-a078bb4ea44f" providerId="ADAL" clId="{2B5C9632-1B6D-438A-AE41-66A30DF8D18A}" dt="2026-02-13T09:40:56.555" v="49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B5C9632-1B6D-438A-AE41-66A30DF8D18A}" dt="2026-02-13T09:40:56.555" v="49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2B5C9632-1B6D-438A-AE41-66A30DF8D18A}" dt="2026-02-16T11:45:01.529" v="1472" actId="20577"/>
        <pc:sldMkLst>
          <pc:docMk/>
          <pc:sldMk cId="3010951941" sldId="259"/>
        </pc:sldMkLst>
        <pc:spChg chg="mod">
          <ac:chgData name="Šedivec Tomáš" userId="5859117d-4fed-45af-939e-a078bb4ea44f" providerId="ADAL" clId="{2B5C9632-1B6D-438A-AE41-66A30DF8D18A}" dt="2026-02-16T11:45:01.529" v="1472" actId="20577"/>
          <ac:spMkLst>
            <pc:docMk/>
            <pc:sldMk cId="3010951941" sldId="259"/>
            <ac:spMk id="8" creationId="{DB173E78-E423-C647-B2A9-0E772E0C7ADB}"/>
          </ac:spMkLst>
        </pc:spChg>
      </pc:sldChg>
      <pc:sldChg chg="addSp delSp modSp mod">
        <pc:chgData name="Šedivec Tomáš" userId="5859117d-4fed-45af-939e-a078bb4ea44f" providerId="ADAL" clId="{2B5C9632-1B6D-438A-AE41-66A30DF8D18A}" dt="2026-02-13T10:12:36.283" v="354" actId="403"/>
        <pc:sldMkLst>
          <pc:docMk/>
          <pc:sldMk cId="3001811484" sldId="261"/>
        </pc:sldMkLst>
        <pc:spChg chg="mod">
          <ac:chgData name="Šedivec Tomáš" userId="5859117d-4fed-45af-939e-a078bb4ea44f" providerId="ADAL" clId="{2B5C9632-1B6D-438A-AE41-66A30DF8D18A}" dt="2026-02-13T09:49:32.434" v="336" actId="1076"/>
          <ac:spMkLst>
            <pc:docMk/>
            <pc:sldMk cId="3001811484" sldId="261"/>
            <ac:spMk id="2" creationId="{00000000-0000-0000-0000-000000000000}"/>
          </ac:spMkLst>
        </pc:spChg>
        <pc:spChg chg="add mod">
          <ac:chgData name="Šedivec Tomáš" userId="5859117d-4fed-45af-939e-a078bb4ea44f" providerId="ADAL" clId="{2B5C9632-1B6D-438A-AE41-66A30DF8D18A}" dt="2026-02-13T10:12:36.283" v="354" actId="403"/>
          <ac:spMkLst>
            <pc:docMk/>
            <pc:sldMk cId="3001811484" sldId="261"/>
            <ac:spMk id="3" creationId="{5888FC95-AFFE-08BE-1FC1-9EA869523844}"/>
          </ac:spMkLst>
        </pc:spChg>
      </pc:sldChg>
      <pc:sldChg chg="modSp mod">
        <pc:chgData name="Šedivec Tomáš" userId="5859117d-4fed-45af-939e-a078bb4ea44f" providerId="ADAL" clId="{2B5C9632-1B6D-438A-AE41-66A30DF8D18A}" dt="2026-02-13T10:21:20.556" v="494" actId="404"/>
        <pc:sldMkLst>
          <pc:docMk/>
          <pc:sldMk cId="3282216109" sldId="275"/>
        </pc:sldMkLst>
        <pc:spChg chg="mod">
          <ac:chgData name="Šedivec Tomáš" userId="5859117d-4fed-45af-939e-a078bb4ea44f" providerId="ADAL" clId="{2B5C9632-1B6D-438A-AE41-66A30DF8D18A}" dt="2026-02-13T10:21:20.556" v="494" actId="404"/>
          <ac:spMkLst>
            <pc:docMk/>
            <pc:sldMk cId="3282216109" sldId="27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2B5C9632-1B6D-438A-AE41-66A30DF8D18A}" dt="2026-02-13T10:20:25.200" v="490" actId="108"/>
        <pc:sldMkLst>
          <pc:docMk/>
          <pc:sldMk cId="3684061063" sldId="405"/>
        </pc:sldMkLst>
        <pc:spChg chg="mod">
          <ac:chgData name="Šedivec Tomáš" userId="5859117d-4fed-45af-939e-a078bb4ea44f" providerId="ADAL" clId="{2B5C9632-1B6D-438A-AE41-66A30DF8D18A}" dt="2026-02-13T10:20:25.200" v="490" actId="108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2B5C9632-1B6D-438A-AE41-66A30DF8D18A}" dt="2026-02-13T10:22:02.532" v="522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2B5C9632-1B6D-438A-AE41-66A30DF8D18A}" dt="2026-02-13T10:22:02.532" v="522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2B5C9632-1B6D-438A-AE41-66A30DF8D18A}" dt="2026-02-16T11:48:19.668" v="1483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2B5C9632-1B6D-438A-AE41-66A30DF8D18A}" dt="2026-02-16T11:48:19.668" v="1483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modSp mod ord">
        <pc:chgData name="Šedivec Tomáš" userId="5859117d-4fed-45af-939e-a078bb4ea44f" providerId="ADAL" clId="{2B5C9632-1B6D-438A-AE41-66A30DF8D18A}" dt="2026-02-13T11:02:27.816" v="1467"/>
        <pc:sldMkLst>
          <pc:docMk/>
          <pc:sldMk cId="213282939" sldId="468"/>
        </pc:sldMkLst>
        <pc:spChg chg="mod">
          <ac:chgData name="Šedivec Tomáš" userId="5859117d-4fed-45af-939e-a078bb4ea44f" providerId="ADAL" clId="{2B5C9632-1B6D-438A-AE41-66A30DF8D18A}" dt="2026-02-13T10:57:01.713" v="1019"/>
          <ac:spMkLst>
            <pc:docMk/>
            <pc:sldMk cId="213282939" sldId="468"/>
            <ac:spMk id="2" creationId="{B56E208C-F93C-74E0-C7AD-37A2E997FCA6}"/>
          </ac:spMkLst>
        </pc:spChg>
      </pc:sldChg>
      <pc:sldChg chg="add">
        <pc:chgData name="Šedivec Tomáš" userId="5859117d-4fed-45af-939e-a078bb4ea44f" providerId="ADAL" clId="{2B5C9632-1B6D-438A-AE41-66A30DF8D18A}" dt="2026-02-13T11:02:22.635" v="1465"/>
        <pc:sldMkLst>
          <pc:docMk/>
          <pc:sldMk cId="855984409" sldId="475"/>
        </pc:sldMkLst>
      </pc:sldChg>
      <pc:sldChg chg="modSp mod">
        <pc:chgData name="Šedivec Tomáš" userId="5859117d-4fed-45af-939e-a078bb4ea44f" providerId="ADAL" clId="{2B5C9632-1B6D-438A-AE41-66A30DF8D18A}" dt="2026-02-13T10:45:15.238" v="844" actId="20577"/>
        <pc:sldMkLst>
          <pc:docMk/>
          <pc:sldMk cId="1905913372" sldId="477"/>
        </pc:sldMkLst>
        <pc:spChg chg="mod">
          <ac:chgData name="Šedivec Tomáš" userId="5859117d-4fed-45af-939e-a078bb4ea44f" providerId="ADAL" clId="{2B5C9632-1B6D-438A-AE41-66A30DF8D18A}" dt="2026-02-13T10:45:15.238" v="844" actId="20577"/>
          <ac:spMkLst>
            <pc:docMk/>
            <pc:sldMk cId="1905913372" sldId="477"/>
            <ac:spMk id="2" creationId="{53E0EE77-D0AB-DBB5-DCA1-9AF4B6CB3B37}"/>
          </ac:spMkLst>
        </pc:spChg>
      </pc:sldChg>
      <pc:sldChg chg="modSp mod">
        <pc:chgData name="Šedivec Tomáš" userId="5859117d-4fed-45af-939e-a078bb4ea44f" providerId="ADAL" clId="{2B5C9632-1B6D-438A-AE41-66A30DF8D18A}" dt="2026-02-13T10:56:29.209" v="1017" actId="1076"/>
        <pc:sldMkLst>
          <pc:docMk/>
          <pc:sldMk cId="3307742886" sldId="480"/>
        </pc:sldMkLst>
        <pc:spChg chg="mod">
          <ac:chgData name="Šedivec Tomáš" userId="5859117d-4fed-45af-939e-a078bb4ea44f" providerId="ADAL" clId="{2B5C9632-1B6D-438A-AE41-66A30DF8D18A}" dt="2026-02-13T10:56:29.209" v="1017" actId="1076"/>
          <ac:spMkLst>
            <pc:docMk/>
            <pc:sldMk cId="3307742886" sldId="480"/>
            <ac:spMk id="3" creationId="{2BCA9AAA-DD0C-C33F-8198-A36A7275742A}"/>
          </ac:spMkLst>
        </pc:spChg>
      </pc:sldChg>
      <pc:sldChg chg="modSp mod">
        <pc:chgData name="Šedivec Tomáš" userId="5859117d-4fed-45af-939e-a078bb4ea44f" providerId="ADAL" clId="{2B5C9632-1B6D-438A-AE41-66A30DF8D18A}" dt="2026-02-13T10:37:17.036" v="627" actId="1076"/>
        <pc:sldMkLst>
          <pc:docMk/>
          <pc:sldMk cId="1978371385" sldId="486"/>
        </pc:sldMkLst>
        <pc:spChg chg="mod">
          <ac:chgData name="Šedivec Tomáš" userId="5859117d-4fed-45af-939e-a078bb4ea44f" providerId="ADAL" clId="{2B5C9632-1B6D-438A-AE41-66A30DF8D18A}" dt="2026-02-13T10:33:14.758" v="590" actId="20577"/>
          <ac:spMkLst>
            <pc:docMk/>
            <pc:sldMk cId="1978371385" sldId="486"/>
            <ac:spMk id="2" creationId="{5DEDEAEA-BE2B-AB37-F6B4-36C0F4E82CA3}"/>
          </ac:spMkLst>
        </pc:spChg>
        <pc:spChg chg="mod">
          <ac:chgData name="Šedivec Tomáš" userId="5859117d-4fed-45af-939e-a078bb4ea44f" providerId="ADAL" clId="{2B5C9632-1B6D-438A-AE41-66A30DF8D18A}" dt="2026-02-13T10:37:17.036" v="627" actId="1076"/>
          <ac:spMkLst>
            <pc:docMk/>
            <pc:sldMk cId="1978371385" sldId="486"/>
            <ac:spMk id="3" creationId="{30BAB7CE-6439-C453-6D12-1003C885BE2D}"/>
          </ac:spMkLst>
        </pc:spChg>
      </pc:sldChg>
      <pc:sldChg chg="modSp add mod">
        <pc:chgData name="Šedivec Tomáš" userId="5859117d-4fed-45af-939e-a078bb4ea44f" providerId="ADAL" clId="{2B5C9632-1B6D-438A-AE41-66A30DF8D18A}" dt="2026-02-13T10:39:15.542" v="641" actId="1076"/>
        <pc:sldMkLst>
          <pc:docMk/>
          <pc:sldMk cId="488738649" sldId="489"/>
        </pc:sldMkLst>
        <pc:spChg chg="mod">
          <ac:chgData name="Šedivec Tomáš" userId="5859117d-4fed-45af-939e-a078bb4ea44f" providerId="ADAL" clId="{2B5C9632-1B6D-438A-AE41-66A30DF8D18A}" dt="2026-02-13T10:31:20.868" v="572" actId="20577"/>
          <ac:spMkLst>
            <pc:docMk/>
            <pc:sldMk cId="488738649" sldId="489"/>
            <ac:spMk id="2" creationId="{88ECED63-B30B-0119-F736-47B4C1550EF5}"/>
          </ac:spMkLst>
        </pc:spChg>
        <pc:spChg chg="mod">
          <ac:chgData name="Šedivec Tomáš" userId="5859117d-4fed-45af-939e-a078bb4ea44f" providerId="ADAL" clId="{2B5C9632-1B6D-438A-AE41-66A30DF8D18A}" dt="2026-02-13T10:39:15.542" v="641" actId="1076"/>
          <ac:spMkLst>
            <pc:docMk/>
            <pc:sldMk cId="488738649" sldId="489"/>
            <ac:spMk id="3" creationId="{C07E079A-7D44-AEF6-E683-D938B8E01A58}"/>
          </ac:spMkLst>
        </pc:spChg>
      </pc:sldChg>
      <pc:sldChg chg="modSp add mod">
        <pc:chgData name="Šedivec Tomáš" userId="5859117d-4fed-45af-939e-a078bb4ea44f" providerId="ADAL" clId="{2B5C9632-1B6D-438A-AE41-66A30DF8D18A}" dt="2026-02-13T10:38:31.582" v="635" actId="113"/>
        <pc:sldMkLst>
          <pc:docMk/>
          <pc:sldMk cId="3800931814" sldId="490"/>
        </pc:sldMkLst>
        <pc:spChg chg="mod">
          <ac:chgData name="Šedivec Tomáš" userId="5859117d-4fed-45af-939e-a078bb4ea44f" providerId="ADAL" clId="{2B5C9632-1B6D-438A-AE41-66A30DF8D18A}" dt="2026-02-13T10:38:31.582" v="635" actId="113"/>
          <ac:spMkLst>
            <pc:docMk/>
            <pc:sldMk cId="3800931814" sldId="490"/>
            <ac:spMk id="3" creationId="{3DB94521-3F41-E734-2859-CAB458FDEEC7}"/>
          </ac:spMkLst>
        </pc:spChg>
      </pc:sldChg>
      <pc:sldChg chg="modSp add mod">
        <pc:chgData name="Šedivec Tomáš" userId="5859117d-4fed-45af-939e-a078bb4ea44f" providerId="ADAL" clId="{2B5C9632-1B6D-438A-AE41-66A30DF8D18A}" dt="2026-02-16T11:47:58.499" v="1476" actId="20577"/>
        <pc:sldMkLst>
          <pc:docMk/>
          <pc:sldMk cId="3111703571" sldId="491"/>
        </pc:sldMkLst>
        <pc:spChg chg="mod">
          <ac:chgData name="Šedivec Tomáš" userId="5859117d-4fed-45af-939e-a078bb4ea44f" providerId="ADAL" clId="{2B5C9632-1B6D-438A-AE41-66A30DF8D18A}" dt="2026-02-16T11:47:58.499" v="1476" actId="20577"/>
          <ac:spMkLst>
            <pc:docMk/>
            <pc:sldMk cId="3111703571" sldId="491"/>
            <ac:spMk id="3" creationId="{A51B4276-A8A7-2E87-3251-C32E0B77AC61}"/>
          </ac:spMkLst>
        </pc:spChg>
      </pc:sldChg>
      <pc:sldChg chg="addSp delSp modSp new mod">
        <pc:chgData name="Šedivec Tomáš" userId="5859117d-4fed-45af-939e-a078bb4ea44f" providerId="ADAL" clId="{2B5C9632-1B6D-438A-AE41-66A30DF8D18A}" dt="2026-02-13T10:41:42.280" v="684" actId="1076"/>
        <pc:sldMkLst>
          <pc:docMk/>
          <pc:sldMk cId="2119223889" sldId="492"/>
        </pc:sldMkLst>
        <pc:spChg chg="add mod">
          <ac:chgData name="Šedivec Tomáš" userId="5859117d-4fed-45af-939e-a078bb4ea44f" providerId="ADAL" clId="{2B5C9632-1B6D-438A-AE41-66A30DF8D18A}" dt="2026-02-13T10:41:42.280" v="684" actId="1076"/>
          <ac:spMkLst>
            <pc:docMk/>
            <pc:sldMk cId="2119223889" sldId="492"/>
            <ac:spMk id="8" creationId="{EFCBD83E-ADFD-716A-AD7B-0F351EFA511D}"/>
          </ac:spMkLst>
        </pc:spChg>
        <pc:spChg chg="add mod">
          <ac:chgData name="Šedivec Tomáš" userId="5859117d-4fed-45af-939e-a078bb4ea44f" providerId="ADAL" clId="{2B5C9632-1B6D-438A-AE41-66A30DF8D18A}" dt="2026-02-13T10:41:42.280" v="684" actId="1076"/>
          <ac:spMkLst>
            <pc:docMk/>
            <pc:sldMk cId="2119223889" sldId="492"/>
            <ac:spMk id="9" creationId="{90F5EC38-F611-1EC2-7CBD-C3BD568834B8}"/>
          </ac:spMkLst>
        </pc:spChg>
        <pc:spChg chg="add mod">
          <ac:chgData name="Šedivec Tomáš" userId="5859117d-4fed-45af-939e-a078bb4ea44f" providerId="ADAL" clId="{2B5C9632-1B6D-438A-AE41-66A30DF8D18A}" dt="2026-02-13T10:41:42.280" v="684" actId="1076"/>
          <ac:spMkLst>
            <pc:docMk/>
            <pc:sldMk cId="2119223889" sldId="492"/>
            <ac:spMk id="10" creationId="{364A7241-6C3D-F39F-0F74-977838B7F614}"/>
          </ac:spMkLst>
        </pc:spChg>
        <pc:spChg chg="add mod">
          <ac:chgData name="Šedivec Tomáš" userId="5859117d-4fed-45af-939e-a078bb4ea44f" providerId="ADAL" clId="{2B5C9632-1B6D-438A-AE41-66A30DF8D18A}" dt="2026-02-13T10:41:33.423" v="683" actId="6549"/>
          <ac:spMkLst>
            <pc:docMk/>
            <pc:sldMk cId="2119223889" sldId="492"/>
            <ac:spMk id="11" creationId="{812CD45E-0429-01A9-9EBC-7D22672DB334}"/>
          </ac:spMkLst>
        </pc:spChg>
      </pc:sldChg>
      <pc:sldChg chg="add">
        <pc:chgData name="Šedivec Tomáš" userId="5859117d-4fed-45af-939e-a078bb4ea44f" providerId="ADAL" clId="{2B5C9632-1B6D-438A-AE41-66A30DF8D18A}" dt="2026-02-13T10:56:54.230" v="1018" actId="2890"/>
        <pc:sldMkLst>
          <pc:docMk/>
          <pc:sldMk cId="1507383353" sldId="493"/>
        </pc:sldMkLst>
      </pc:sldChg>
      <pc:sldChg chg="modSp add mod ord">
        <pc:chgData name="Šedivec Tomáš" userId="5859117d-4fed-45af-939e-a078bb4ea44f" providerId="ADAL" clId="{2B5C9632-1B6D-438A-AE41-66A30DF8D18A}" dt="2026-02-13T10:59:10.048" v="1229" actId="108"/>
        <pc:sldMkLst>
          <pc:docMk/>
          <pc:sldMk cId="1743784403" sldId="494"/>
        </pc:sldMkLst>
        <pc:spChg chg="mod">
          <ac:chgData name="Šedivec Tomáš" userId="5859117d-4fed-45af-939e-a078bb4ea44f" providerId="ADAL" clId="{2B5C9632-1B6D-438A-AE41-66A30DF8D18A}" dt="2026-02-13T10:57:34.948" v="1023"/>
          <ac:spMkLst>
            <pc:docMk/>
            <pc:sldMk cId="1743784403" sldId="494"/>
            <ac:spMk id="2" creationId="{52C826CB-2FA8-F591-69A1-1E010681CB1A}"/>
          </ac:spMkLst>
        </pc:spChg>
        <pc:spChg chg="mod">
          <ac:chgData name="Šedivec Tomáš" userId="5859117d-4fed-45af-939e-a078bb4ea44f" providerId="ADAL" clId="{2B5C9632-1B6D-438A-AE41-66A30DF8D18A}" dt="2026-02-13T10:59:10.048" v="1229" actId="108"/>
          <ac:spMkLst>
            <pc:docMk/>
            <pc:sldMk cId="1743784403" sldId="494"/>
            <ac:spMk id="3" creationId="{D0CA1378-A37C-53B9-FF1C-EA1AC700722E}"/>
          </ac:spMkLst>
        </pc:spChg>
      </pc:sldChg>
      <pc:sldChg chg="add">
        <pc:chgData name="Šedivec Tomáš" userId="5859117d-4fed-45af-939e-a078bb4ea44f" providerId="ADAL" clId="{2B5C9632-1B6D-438A-AE41-66A30DF8D18A}" dt="2026-02-13T11:02:22.635" v="1465"/>
        <pc:sldMkLst>
          <pc:docMk/>
          <pc:sldMk cId="2477383283" sldId="4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16.02.2026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16.02.2026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zjednodusene_formulare?do=diff&amp;rev2%5B0%5D=1749476384&amp;rev2%5B1%5D=1770379435&amp;difftype=sidebyside" TargetMode="External"/><Relationship Id="rId2" Type="http://schemas.openxmlformats.org/officeDocument/2006/relationships/hyperlink" Target="https://archi.gov.cz/znalostni_baze:akreditace_atestace?do=diff&amp;rev2%5B0%5D=1762183729&amp;rev2%5B1%5D=1769769939&amp;difftype=sidebysi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sekce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16. 2. 2026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94614" y="2095586"/>
            <a:ext cx="10445346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sp>
        <p:nvSpPr>
          <p:cNvPr id="3" name="Nadpis 1">
            <a:extLst>
              <a:ext uri="{FF2B5EF4-FFF2-40B4-BE49-F238E27FC236}">
                <a16:creationId xmlns:a16="http://schemas.microsoft.com/office/drawing/2014/main" id="{5888FC95-AFFE-08BE-1FC1-9EA869523844}"/>
              </a:ext>
            </a:extLst>
          </p:cNvPr>
          <p:cNvSpPr txBox="1">
            <a:spLocks/>
          </p:cNvSpPr>
          <p:nvPr/>
        </p:nvSpPr>
        <p:spPr>
          <a:xfrm>
            <a:off x="873327" y="3558706"/>
            <a:ext cx="10445346" cy="264687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16600" b="1" dirty="0">
                <a:ln w="12700">
                  <a:solidFill>
                    <a:schemeClr val="tx1"/>
                  </a:solidFill>
                </a:ln>
                <a:latin typeface="Arial" pitchFamily="34" charset="0"/>
                <a:ea typeface="+mn-ea"/>
                <a:cs typeface="Arial" pitchFamily="34" charset="0"/>
              </a:rPr>
              <a:t>?</a:t>
            </a:r>
            <a:endParaRPr lang="cs-CZ" sz="4000" b="1" dirty="0">
              <a:ln w="12700">
                <a:solidFill>
                  <a:schemeClr val="tx1"/>
                </a:solidFill>
              </a:ln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907270"/>
            <a:ext cx="1152127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Standardizace AI/LLM - 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Přenesená působnost v </a:t>
            </a:r>
            <a:r>
              <a:rPr lang="cs-CZ" sz="3200" b="1" dirty="0" err="1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EasyForms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cs-CZ" sz="32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Projekt „Služby obcím“ - </a:t>
            </a:r>
            <a:r>
              <a:rPr lang="cs-CZ" sz="32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 err="1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EjFO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cs-CZ" sz="32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Akreditace a atestace dlouhodobého řízení – </a:t>
            </a:r>
            <a:r>
              <a:rPr lang="cs-CZ" sz="32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Diskuze na téma eSSL VS DMS - </a:t>
            </a:r>
            <a:r>
              <a:rPr lang="cs-CZ" sz="32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32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877078"/>
            <a:ext cx="11296691" cy="577085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Metodický pokyn § 5b </a:t>
            </a:r>
            <a:r>
              <a:rPr lang="cs-CZ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ZoISVS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https://archi.gov.cz/znalostni_baze:pokyn_5bzoisvs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užívání </a:t>
            </a:r>
            <a:r>
              <a:rPr lang="cs-CZ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ref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rozhraní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https://archi.gov.cz/znalostni_baze:pravidla_ref_rozhrani 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Akreditace a atestace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https://archi.gov.cz/znalostni_baze:akreditace_atestace?do=diff&amp;rev2%5B0%5D=1762183729&amp;rev2%5B1%5D=1769769939&amp;difftype=sidebyside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Zjednodušené formuláře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https://archi.gov.cz/znalostni_baze:zjednodusene_formulare?do=diff&amp;rev2%5B0%5D=1749476384&amp;rev2%5B1%5D=1770379435&amp;difftype=sidebyside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2025/4/3/U2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i="1" dirty="0">
                <a:ln>
                  <a:solidFill>
                    <a:schemeClr val="bg1"/>
                  </a:solidFill>
                </a:ln>
              </a:rPr>
              <a:t>?Nadále budou změny schvalovány v hierarchii RVIS?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Standardizace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AI/LLM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EFCBD83E-ADFD-716A-AD7B-0F351EFA511D}"/>
              </a:ext>
            </a:extLst>
          </p:cNvPr>
          <p:cNvSpPr txBox="1">
            <a:spLocks/>
          </p:cNvSpPr>
          <p:nvPr/>
        </p:nvSpPr>
        <p:spPr>
          <a:xfrm>
            <a:off x="597874" y="1672501"/>
            <a:ext cx="3518765" cy="4255578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b="1" dirty="0"/>
              <a:t>✔ Co je obecně přípustné</a:t>
            </a:r>
          </a:p>
          <a:p>
            <a:r>
              <a:rPr lang="cs-CZ" dirty="0"/>
              <a:t>AI jako </a:t>
            </a:r>
            <a:r>
              <a:rPr lang="cs-CZ" b="1" dirty="0"/>
              <a:t>asistence a podpora</a:t>
            </a:r>
            <a:endParaRPr lang="cs-CZ" dirty="0"/>
          </a:p>
          <a:p>
            <a:pPr lvl="1"/>
            <a:r>
              <a:rPr lang="cs-CZ" dirty="0"/>
              <a:t>vyhledávání informací</a:t>
            </a:r>
          </a:p>
          <a:p>
            <a:pPr lvl="1"/>
            <a:r>
              <a:rPr lang="cs-CZ" dirty="0"/>
              <a:t>shrnutí a vysvětlení</a:t>
            </a:r>
          </a:p>
          <a:p>
            <a:pPr lvl="1"/>
            <a:r>
              <a:rPr lang="cs-CZ" dirty="0"/>
              <a:t>navigace uživatele</a:t>
            </a:r>
          </a:p>
          <a:p>
            <a:r>
              <a:rPr lang="cs-CZ" dirty="0"/>
              <a:t>AI, která:</a:t>
            </a:r>
          </a:p>
          <a:p>
            <a:pPr lvl="1"/>
            <a:r>
              <a:rPr lang="cs-CZ" dirty="0"/>
              <a:t>je </a:t>
            </a:r>
            <a:r>
              <a:rPr lang="cs-CZ" b="1" dirty="0"/>
              <a:t>transparentní</a:t>
            </a:r>
            <a:endParaRPr lang="cs-CZ" dirty="0"/>
          </a:p>
          <a:p>
            <a:pPr lvl="1"/>
            <a:r>
              <a:rPr lang="cs-CZ" dirty="0"/>
              <a:t>je </a:t>
            </a:r>
            <a:r>
              <a:rPr lang="cs-CZ" b="1" dirty="0"/>
              <a:t>pod kontrolou člověka</a:t>
            </a:r>
            <a:endParaRPr lang="cs-CZ" dirty="0"/>
          </a:p>
          <a:p>
            <a:pPr lvl="1"/>
            <a:r>
              <a:rPr lang="cs-CZ" dirty="0"/>
              <a:t>má </a:t>
            </a:r>
            <a:r>
              <a:rPr lang="cs-CZ" b="1" dirty="0"/>
              <a:t>dohledatelné zdroje</a:t>
            </a:r>
            <a:br>
              <a:rPr lang="cs-CZ" dirty="0"/>
            </a:br>
            <a:endParaRPr lang="cs-CZ" dirty="0"/>
          </a:p>
          <a:p>
            <a:endParaRPr lang="cs-CZ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0F5EC38-F611-1EC2-7CBD-C3BD568834B8}"/>
              </a:ext>
            </a:extLst>
          </p:cNvPr>
          <p:cNvSpPr txBox="1">
            <a:spLocks/>
          </p:cNvSpPr>
          <p:nvPr/>
        </p:nvSpPr>
        <p:spPr>
          <a:xfrm>
            <a:off x="4396521" y="1672501"/>
            <a:ext cx="3514704" cy="4255578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b="1"/>
              <a:t>⚠ Co je přísně regulované</a:t>
            </a:r>
          </a:p>
          <a:p>
            <a:r>
              <a:rPr lang="cs-CZ"/>
              <a:t>AI používaná při:</a:t>
            </a:r>
          </a:p>
          <a:p>
            <a:pPr lvl="1"/>
            <a:r>
              <a:rPr lang="cs-CZ"/>
              <a:t>rozhodování o právech a povinnostech</a:t>
            </a:r>
          </a:p>
          <a:p>
            <a:pPr lvl="1"/>
            <a:r>
              <a:rPr lang="cs-CZ"/>
              <a:t>práci s osobními údaji</a:t>
            </a:r>
          </a:p>
          <a:p>
            <a:r>
              <a:rPr lang="cs-CZ"/>
              <a:t>Vyžaduje:</a:t>
            </a:r>
          </a:p>
          <a:p>
            <a:pPr lvl="1"/>
            <a:r>
              <a:rPr lang="cs-CZ"/>
              <a:t>řízení rizik</a:t>
            </a:r>
          </a:p>
          <a:p>
            <a:pPr lvl="1"/>
            <a:r>
              <a:rPr lang="cs-CZ"/>
              <a:t>dokumentaci</a:t>
            </a:r>
          </a:p>
          <a:p>
            <a:pPr lvl="1"/>
            <a:r>
              <a:rPr lang="cs-CZ"/>
              <a:t>lidský dohled</a:t>
            </a:r>
          </a:p>
          <a:p>
            <a:pPr lvl="1"/>
            <a:r>
              <a:rPr lang="cs-CZ"/>
              <a:t>auditovatelnost</a:t>
            </a:r>
          </a:p>
          <a:p>
            <a:endParaRPr lang="cs-CZ" dirty="0"/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364A7241-6C3D-F39F-0F74-977838B7F614}"/>
              </a:ext>
            </a:extLst>
          </p:cNvPr>
          <p:cNvSpPr txBox="1">
            <a:spLocks/>
          </p:cNvSpPr>
          <p:nvPr/>
        </p:nvSpPr>
        <p:spPr>
          <a:xfrm>
            <a:off x="8193874" y="1672501"/>
            <a:ext cx="3514704" cy="4255578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b="1" dirty="0"/>
              <a:t>⛔ Co je zakázané</a:t>
            </a:r>
          </a:p>
          <a:p>
            <a:r>
              <a:rPr lang="cs-CZ" dirty="0"/>
              <a:t>AI, která:</a:t>
            </a:r>
          </a:p>
          <a:p>
            <a:pPr lvl="1"/>
            <a:r>
              <a:rPr lang="cs-CZ" dirty="0"/>
              <a:t>rozhoduje automaticky bez možnosti zásahu člověka</a:t>
            </a:r>
          </a:p>
          <a:p>
            <a:pPr lvl="1"/>
            <a:r>
              <a:rPr lang="cs-CZ" dirty="0"/>
              <a:t>není vysvětlitelná</a:t>
            </a:r>
          </a:p>
          <a:p>
            <a:pPr lvl="1"/>
            <a:r>
              <a:rPr lang="cs-CZ" dirty="0"/>
              <a:t>obchází zákonná pravidla</a:t>
            </a:r>
          </a:p>
          <a:p>
            <a:r>
              <a:rPr lang="cs-CZ" dirty="0"/>
              <a:t>Použití AI způsobem, který:</a:t>
            </a:r>
          </a:p>
          <a:p>
            <a:pPr lvl="1"/>
            <a:r>
              <a:rPr lang="cs-CZ" dirty="0"/>
              <a:t>omezuje základní práva občanů</a:t>
            </a:r>
          </a:p>
          <a:p>
            <a:pPr lvl="1"/>
            <a:r>
              <a:rPr lang="cs-CZ" dirty="0"/>
              <a:t>znemožňuje obranu nebo přezkum</a:t>
            </a:r>
          </a:p>
          <a:p>
            <a:endParaRPr lang="cs-CZ" dirty="0"/>
          </a:p>
        </p:txBody>
      </p:sp>
      <p:sp>
        <p:nvSpPr>
          <p:cNvPr id="11" name="Nadpis 1">
            <a:extLst>
              <a:ext uri="{FF2B5EF4-FFF2-40B4-BE49-F238E27FC236}">
                <a16:creationId xmlns:a16="http://schemas.microsoft.com/office/drawing/2014/main" id="{812CD45E-0429-01A9-9EBC-7D22672D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7"/>
            <a:ext cx="10515600" cy="908090"/>
          </a:xfrm>
        </p:spPr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Regulace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223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2CDB5-2EE0-986F-F4D9-CF2F5C91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EDEAEA-BE2B-AB37-F6B4-36C0F4E82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7"/>
            <a:ext cx="10515600" cy="908090"/>
          </a:xfrm>
        </p:spPr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Kde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vidíme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problémy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?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BAB7CE-6439-C453-6D12-1003C885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802"/>
            <a:ext cx="10515600" cy="54148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Pojďme si naimplementovat Chatbota. </a:t>
            </a:r>
            <a:r>
              <a:rPr lang="cs-CZ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Nejprimitivnější využití. Než naimplementujete vlastního Chatbota, vaši klienti s vámi komunikují svým a lepším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Všichni chtějí nakoupit technologii. </a:t>
            </a:r>
            <a:r>
              <a:rPr lang="cs-CZ" sz="3600" dirty="0">
                <a:ln>
                  <a:solidFill>
                    <a:schemeClr val="bg1"/>
                  </a:solidFill>
                </a:ln>
              </a:rPr>
              <a:t>Účelnější je upravit své služby tak, aby byly dosažitelné AI zvenčí.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Chybí návody, dobré praxe a architektonické vzory na využití AI v ISVS.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97837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0658-6ABF-DA93-17C8-614F5169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336933-DCED-E910-0EC4-716AD679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7"/>
            <a:ext cx="10515600" cy="908090"/>
          </a:xfrm>
        </p:spPr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Kde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vidíme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problémy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?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B94521-3F41-E734-2859-CAB458FD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724"/>
            <a:ext cx="10515600" cy="54148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 se implementuje, jakoby neexistovala regulace. 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 </a:t>
            </a:r>
            <a:r>
              <a:rPr lang="cs-CZ" sz="32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act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nový </a:t>
            </a:r>
            <a:r>
              <a:rPr lang="cs-CZ" sz="32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ZoKB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ochrana osobních údajů a další jsou regulace, které je nutné brát v úvahu při využívání AI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 nesmí odpovídat „z hlavy“. </a:t>
            </a:r>
            <a:r>
              <a:rPr lang="cs-CZ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Musí vycházet z ověřených dokumentů,  metodik a aktuální legislativy. </a:t>
            </a:r>
            <a:r>
              <a:rPr lang="cs-CZ" sz="3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 </a:t>
            </a:r>
            <a:r>
              <a:rPr lang="cs-CZ" sz="3000" dirty="0">
                <a:ln>
                  <a:solidFill>
                    <a:schemeClr val="bg1"/>
                  </a:solidFill>
                </a:ln>
              </a:rPr>
              <a:t>každé odpovědi musí být možné říct odkud informace pochází a podle čeho vznikla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AI se nesmí „připojit kamkoliv“. </a:t>
            </a:r>
            <a:r>
              <a:rPr lang="cs-CZ" sz="3000" dirty="0">
                <a:ln>
                  <a:solidFill>
                    <a:schemeClr val="bg1"/>
                  </a:solidFill>
                </a:ln>
              </a:rPr>
              <a:t>Nemůže libovolně číst a zapisovat data, obcházet kontrolní mechanismy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Každá komunikace AI s AIS musí mít jasně daný rozsah, pravidla a kontrolu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80093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5B848-000D-0AB3-02E6-C9022B20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ECED63-B30B-0119-F736-47B4C155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7"/>
            <a:ext cx="10515600" cy="908090"/>
          </a:xfrm>
        </p:spPr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Kde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vidíme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řešení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?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7E079A-7D44-AEF6-E683-D938B8E01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435"/>
            <a:ext cx="10515600" cy="54148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Podobně jako se přizpůsobovaly internetové stránky pomocí SEO je nutné přizpůsobit své informace pro využití AI </a:t>
            </a:r>
            <a:r>
              <a:rPr lang="cs-CZ" sz="30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https://hbr.org/2026/03/preparing-your-brand-for-agentic-ai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Poskytnout veřejné správě AI, kterou budou moci implementovat do svých řešení v souladu se všemi regulacemi, ideálně jako službu ve státním cloudu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Ne všechno je potřeba vymýšlet znovu, mnoho úřadů řeší stejné situace. Je nutné si maximálně sdílet dobrou i špatnou praxi</a:t>
            </a:r>
          </a:p>
        </p:txBody>
      </p:sp>
    </p:spTree>
    <p:extLst>
      <p:ext uri="{BB962C8B-B14F-4D97-AF65-F5344CB8AC3E}">
        <p14:creationId xmlns:p14="http://schemas.microsoft.com/office/powerpoint/2010/main" val="488738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9C6B-C8AA-0495-F950-D1AF24A0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516648-A1B4-2922-4C97-3845F24C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7"/>
            <a:ext cx="10515600" cy="908090"/>
          </a:xfrm>
        </p:spPr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Kde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vidíme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řešení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?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1B4276-A8A7-2E87-3251-C32E0B77A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718" y="1386997"/>
            <a:ext cx="10515600" cy="541484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OHA bude posuzovat a reagovat ve vašich projektech na architekturu řešení, práci s daty, návaznost na existující služby a zdůvodnění vlastní implementace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Využití přístupu RAG (vyhledání relevantních podkladů + generování odpovědi)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Standardizovaná systémová komunikace (MCP). Možnost poskytnout své údaje komu chci – </a:t>
            </a:r>
            <a:r>
              <a:rPr lang="cs-CZ" sz="3200" b="1" dirty="0" err="1">
                <a:ln>
                  <a:solidFill>
                    <a:schemeClr val="bg1"/>
                  </a:solidFill>
                </a:ln>
              </a:rPr>
              <a:t>machine</a:t>
            </a: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-to-</a:t>
            </a:r>
            <a:r>
              <a:rPr lang="cs-CZ" sz="3200" b="1" dirty="0" err="1">
                <a:ln>
                  <a:solidFill>
                    <a:schemeClr val="bg1"/>
                  </a:solidFill>
                </a:ln>
              </a:rPr>
              <a:t>machine</a:t>
            </a: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 komunikace a využívání AI agentů, kteří budou za uživatele vyřizovat podání. 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Úspěšné příklady implementace napříč státní správou - Katalog využití AI ve veřejné správě, který je dostupný na adrese https://egovai.dia.gov.cz/  </a:t>
            </a:r>
          </a:p>
        </p:txBody>
      </p:sp>
    </p:spTree>
    <p:extLst>
      <p:ext uri="{BB962C8B-B14F-4D97-AF65-F5344CB8AC3E}">
        <p14:creationId xmlns:p14="http://schemas.microsoft.com/office/powerpoint/2010/main" val="311170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Přenesená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působnost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projekt „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služby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obcím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”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3DDE-3BDD-7B07-650E-47AD26D1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E0EE77-D0AB-DBB5-DCA1-9AF4B6CB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91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299E-5A90-A9A8-1781-0F44A71F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BFD337-529A-A8C5-360D-24185DC2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atestace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CA9AAA-DD0C-C33F-8198-A36A72757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38" y="1540218"/>
            <a:ext cx="11146420" cy="4800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Nový postup pro atestaci https://archi.gov.cz/_media/znalostni-baze:postup_pri_stanoveni_vysledku_zkousky.docx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Atestační střediska si požádají o „flexibilitu“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bg1"/>
                  </a:solidFill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Snazší změny postupů a reakce na potřeby OVS</a:t>
            </a:r>
            <a:r>
              <a:rPr lang="cs-CZ" sz="40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DIA nebo středisek</a:t>
            </a:r>
            <a:endParaRPr lang="cs-CZ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07742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733B-97F3-62A3-1BA7-50FD543D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68E191-9A38-92FA-C3A6-60402F4A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EJFO – Evidence jiných fyzických osob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98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EC82-1E62-1299-6725-642F06BAF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ABE72E-A214-BF67-0944-02AB9D9E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EJFO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49CE3B-F888-7E6D-47EF-9DBD5C8A1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38" y="1540218"/>
            <a:ext cx="11146420" cy="4800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Problém od spuštění ZR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Legislativně podchycen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OVM si nechtějí vzít zodpovědnost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DIA se snaží přijít s novými impulzy – jednotná transliterace, opuštění primárního editora, reklamace za DIA</a:t>
            </a:r>
            <a:endParaRPr lang="cs-CZ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77383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CFCC-F104-6589-E049-7AB3929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6E208C-F93C-74E0-C7AD-37A2E99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Diskuze na téma eSSL VS DMS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2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B23D5-6FA9-AD9E-1A63-491FBBF5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C826CB-2FA8-F591-69A1-1E010681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Diskuze na téma eSSL VS DMS 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CA1378-A37C-53B9-FF1C-EA1AC7007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38" y="1540218"/>
            <a:ext cx="11146420" cy="4800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Všichni musí mít atestovanou eSSL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eSSL je určený IS, k jehož změně je potřeba stanovisko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OHA se bude snažit maximálně zjednodušit povinnost – velmi zjednodušeným hlášením v isdr.gov.cz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43784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CC03-B802-8AF7-0FF8-AAC9C3D2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5CB244-4A2D-D5C0-E353-F354D8E0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1507383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0B00F75BED7484DA544575FBD77AFF7" ma:contentTypeVersion="0" ma:contentTypeDescription="Vytvoří nový dokument" ma:contentTypeScope="" ma:versionID="0e6006eccaeb898806405d7676632c1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d44be3388bd54d294bcf356313bfcd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C8A6CA-3E21-4DDD-BFB4-F280350CE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8731</TotalTime>
  <Words>949</Words>
  <Application>Microsoft Office PowerPoint</Application>
  <PresentationFormat>Širokoúhlá obrazovka</PresentationFormat>
  <Paragraphs>105</Paragraphs>
  <Slides>23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6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Standardizace AI/LLM</vt:lpstr>
      <vt:lpstr>Regulace AI</vt:lpstr>
      <vt:lpstr>Kde vidíme problémy?</vt:lpstr>
      <vt:lpstr>Kde vidíme problémy?</vt:lpstr>
      <vt:lpstr>Kde vidíme řešení?</vt:lpstr>
      <vt:lpstr>Kde vidíme řešení?</vt:lpstr>
      <vt:lpstr>Přenesená působnost a projekt „služby obcím”</vt:lpstr>
      <vt:lpstr>Akreditace a atestace</vt:lpstr>
      <vt:lpstr>Akreditace a atestace</vt:lpstr>
      <vt:lpstr>EJFO – Evidence jiných fyzických osob</vt:lpstr>
      <vt:lpstr>EJFO</vt:lpstr>
      <vt:lpstr>Diskuze na téma eSSL VS DMS </vt:lpstr>
      <vt:lpstr>Diskuze na téma eSSL VS DMS 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117</cp:revision>
  <dcterms:created xsi:type="dcterms:W3CDTF">2021-01-27T09:19:54Z</dcterms:created>
  <dcterms:modified xsi:type="dcterms:W3CDTF">2026-02-16T11:48:21Z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