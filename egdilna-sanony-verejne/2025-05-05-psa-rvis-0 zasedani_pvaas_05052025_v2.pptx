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6"/>
  </p:notesMasterIdLst>
  <p:sldIdLst>
    <p:sldId id="257" r:id="rId5"/>
    <p:sldId id="260" r:id="rId6"/>
    <p:sldId id="261" r:id="rId7"/>
    <p:sldId id="259" r:id="rId8"/>
    <p:sldId id="285" r:id="rId9"/>
    <p:sldId id="405" r:id="rId10"/>
    <p:sldId id="275" r:id="rId11"/>
    <p:sldId id="276" r:id="rId12"/>
    <p:sldId id="451" r:id="rId13"/>
    <p:sldId id="452" r:id="rId14"/>
    <p:sldId id="470" r:id="rId15"/>
    <p:sldId id="471" r:id="rId16"/>
    <p:sldId id="472" r:id="rId17"/>
    <p:sldId id="473" r:id="rId18"/>
    <p:sldId id="474" r:id="rId19"/>
    <p:sldId id="463" r:id="rId20"/>
    <p:sldId id="464" r:id="rId21"/>
    <p:sldId id="467" r:id="rId22"/>
    <p:sldId id="468" r:id="rId23"/>
    <p:sldId id="469" r:id="rId24"/>
    <p:sldId id="270" r:id="rId2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C8F1FE-4F14-4CBD-87C2-DEA9D0EFC1A4}" v="14" dt="2025-05-02T14:20:43.6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167" autoAdjust="0"/>
  </p:normalViewPr>
  <p:slideViewPr>
    <p:cSldViewPr snapToGrid="0">
      <p:cViewPr varScale="1">
        <p:scale>
          <a:sx n="92" d="100"/>
          <a:sy n="92" d="100"/>
        </p:scale>
        <p:origin x="1314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2A8F5312-9DA7-4E8D-BB1C-C447F0FBF921}"/>
    <pc:docChg chg="undo redo custSel addSld delSld modSld">
      <pc:chgData name="Šedivec Tomáš" userId="5859117d-4fed-45af-939e-a078bb4ea44f" providerId="ADAL" clId="{2A8F5312-9DA7-4E8D-BB1C-C447F0FBF921}" dt="2024-12-09T12:28:39.376" v="1401" actId="20577"/>
      <pc:docMkLst>
        <pc:docMk/>
      </pc:docMkLst>
      <pc:sldChg chg="modSp mod">
        <pc:chgData name="Šedivec Tomáš" userId="5859117d-4fed-45af-939e-a078bb4ea44f" providerId="ADAL" clId="{2A8F5312-9DA7-4E8D-BB1C-C447F0FBF921}" dt="2024-12-09T11:59:02.797" v="1397" actId="20577"/>
        <pc:sldMkLst>
          <pc:docMk/>
          <pc:sldMk cId="2059693041" sldId="257"/>
        </pc:sldMkLst>
      </pc:sldChg>
      <pc:sldChg chg="modSp mod">
        <pc:chgData name="Šedivec Tomáš" userId="5859117d-4fed-45af-939e-a078bb4ea44f" providerId="ADAL" clId="{2A8F5312-9DA7-4E8D-BB1C-C447F0FBF921}" dt="2024-12-04T17:06:19.145" v="534" actId="403"/>
        <pc:sldMkLst>
          <pc:docMk/>
          <pc:sldMk cId="3010951941" sldId="259"/>
        </pc:sldMkLst>
      </pc:sldChg>
      <pc:sldChg chg="modSp mod">
        <pc:chgData name="Šedivec Tomáš" userId="5859117d-4fed-45af-939e-a078bb4ea44f" providerId="ADAL" clId="{2A8F5312-9DA7-4E8D-BB1C-C447F0FBF921}" dt="2024-12-04T16:33:16.562" v="377" actId="1076"/>
        <pc:sldMkLst>
          <pc:docMk/>
          <pc:sldMk cId="3684061063" sldId="405"/>
        </pc:sldMkLst>
      </pc:sldChg>
      <pc:sldChg chg="del">
        <pc:chgData name="Šedivec Tomáš" userId="5859117d-4fed-45af-939e-a078bb4ea44f" providerId="ADAL" clId="{2A8F5312-9DA7-4E8D-BB1C-C447F0FBF921}" dt="2024-12-04T16:33:58.758" v="401" actId="47"/>
        <pc:sldMkLst>
          <pc:docMk/>
          <pc:sldMk cId="979719771" sldId="436"/>
        </pc:sldMkLst>
      </pc:sldChg>
      <pc:sldChg chg="modSp mod">
        <pc:chgData name="Šedivec Tomáš" userId="5859117d-4fed-45af-939e-a078bb4ea44f" providerId="ADAL" clId="{2A8F5312-9DA7-4E8D-BB1C-C447F0FBF921}" dt="2024-12-04T17:58:25.974" v="1242" actId="20577"/>
        <pc:sldMkLst>
          <pc:docMk/>
          <pc:sldMk cId="2267967382" sldId="449"/>
        </pc:sldMkLst>
      </pc:sldChg>
      <pc:sldChg chg="modSp mod">
        <pc:chgData name="Šedivec Tomáš" userId="5859117d-4fed-45af-939e-a078bb4ea44f" providerId="ADAL" clId="{2A8F5312-9DA7-4E8D-BB1C-C447F0FBF921}" dt="2024-12-04T16:33:35.759" v="397" actId="20577"/>
        <pc:sldMkLst>
          <pc:docMk/>
          <pc:sldMk cId="3385071484" sldId="451"/>
        </pc:sldMkLst>
      </pc:sldChg>
      <pc:sldChg chg="modSp mod">
        <pc:chgData name="Šedivec Tomáš" userId="5859117d-4fed-45af-939e-a078bb4ea44f" providerId="ADAL" clId="{2A8F5312-9DA7-4E8D-BB1C-C447F0FBF921}" dt="2024-12-04T16:34:49.825" v="461" actId="20577"/>
        <pc:sldMkLst>
          <pc:docMk/>
          <pc:sldMk cId="2478049402" sldId="452"/>
        </pc:sldMkLst>
      </pc:sldChg>
      <pc:sldChg chg="del">
        <pc:chgData name="Šedivec Tomáš" userId="5859117d-4fed-45af-939e-a078bb4ea44f" providerId="ADAL" clId="{2A8F5312-9DA7-4E8D-BB1C-C447F0FBF921}" dt="2024-12-04T17:29:57.791" v="1039" actId="47"/>
        <pc:sldMkLst>
          <pc:docMk/>
          <pc:sldMk cId="2478826433" sldId="453"/>
        </pc:sldMkLst>
      </pc:sldChg>
      <pc:sldChg chg="modSp mod">
        <pc:chgData name="Šedivec Tomáš" userId="5859117d-4fed-45af-939e-a078bb4ea44f" providerId="ADAL" clId="{2A8F5312-9DA7-4E8D-BB1C-C447F0FBF921}" dt="2024-12-04T16:34:19.771" v="449" actId="20577"/>
        <pc:sldMkLst>
          <pc:docMk/>
          <pc:sldMk cId="1219135848" sldId="454"/>
        </pc:sldMkLst>
      </pc:sldChg>
      <pc:sldChg chg="del">
        <pc:chgData name="Šedivec Tomáš" userId="5859117d-4fed-45af-939e-a078bb4ea44f" providerId="ADAL" clId="{2A8F5312-9DA7-4E8D-BB1C-C447F0FBF921}" dt="2024-12-04T17:29:33.286" v="1038" actId="47"/>
        <pc:sldMkLst>
          <pc:docMk/>
          <pc:sldMk cId="3555653953" sldId="455"/>
        </pc:sldMkLst>
      </pc:sldChg>
      <pc:sldChg chg="del">
        <pc:chgData name="Šedivec Tomáš" userId="5859117d-4fed-45af-939e-a078bb4ea44f" providerId="ADAL" clId="{2A8F5312-9DA7-4E8D-BB1C-C447F0FBF921}" dt="2024-12-04T16:34:00.748" v="402" actId="47"/>
        <pc:sldMkLst>
          <pc:docMk/>
          <pc:sldMk cId="2366172806" sldId="456"/>
        </pc:sldMkLst>
      </pc:sldChg>
      <pc:sldChg chg="del">
        <pc:chgData name="Šedivec Tomáš" userId="5859117d-4fed-45af-939e-a078bb4ea44f" providerId="ADAL" clId="{2A8F5312-9DA7-4E8D-BB1C-C447F0FBF921}" dt="2024-12-04T16:33:56.246" v="400" actId="47"/>
        <pc:sldMkLst>
          <pc:docMk/>
          <pc:sldMk cId="699870025" sldId="457"/>
        </pc:sldMkLst>
      </pc:sldChg>
      <pc:sldChg chg="del">
        <pc:chgData name="Šedivec Tomáš" userId="5859117d-4fed-45af-939e-a078bb4ea44f" providerId="ADAL" clId="{2A8F5312-9DA7-4E8D-BB1C-C447F0FBF921}" dt="2024-12-04T16:33:48.635" v="399" actId="47"/>
        <pc:sldMkLst>
          <pc:docMk/>
          <pc:sldMk cId="242960361" sldId="458"/>
        </pc:sldMkLst>
      </pc:sldChg>
      <pc:sldChg chg="modSp mod">
        <pc:chgData name="Šedivec Tomáš" userId="5859117d-4fed-45af-939e-a078bb4ea44f" providerId="ADAL" clId="{2A8F5312-9DA7-4E8D-BB1C-C447F0FBF921}" dt="2024-12-04T17:16:59.882" v="843" actId="108"/>
        <pc:sldMkLst>
          <pc:docMk/>
          <pc:sldMk cId="4148550666" sldId="459"/>
        </pc:sldMkLst>
      </pc:sldChg>
      <pc:sldChg chg="modSp new mod">
        <pc:chgData name="Šedivec Tomáš" userId="5859117d-4fed-45af-939e-a078bb4ea44f" providerId="ADAL" clId="{2A8F5312-9DA7-4E8D-BB1C-C447F0FBF921}" dt="2024-12-09T12:28:39.376" v="1401" actId="20577"/>
        <pc:sldMkLst>
          <pc:docMk/>
          <pc:sldMk cId="2272108449" sldId="460"/>
        </pc:sldMkLst>
      </pc:sldChg>
      <pc:sldChg chg="modSp add mod">
        <pc:chgData name="Šedivec Tomáš" userId="5859117d-4fed-45af-939e-a078bb4ea44f" providerId="ADAL" clId="{2A8F5312-9DA7-4E8D-BB1C-C447F0FBF921}" dt="2024-12-09T11:18:06.967" v="1246" actId="1076"/>
        <pc:sldMkLst>
          <pc:docMk/>
          <pc:sldMk cId="3780989700" sldId="461"/>
        </pc:sldMkLst>
      </pc:sldChg>
      <pc:sldChg chg="modSp add mod">
        <pc:chgData name="Šedivec Tomáš" userId="5859117d-4fed-45af-939e-a078bb4ea44f" providerId="ADAL" clId="{2A8F5312-9DA7-4E8D-BB1C-C447F0FBF921}" dt="2024-12-04T17:29:20.108" v="1037" actId="108"/>
        <pc:sldMkLst>
          <pc:docMk/>
          <pc:sldMk cId="2081934356" sldId="462"/>
        </pc:sldMkLst>
      </pc:sldChg>
      <pc:sldChg chg="del">
        <pc:chgData name="Šedivec Tomáš" userId="5859117d-4fed-45af-939e-a078bb4ea44f" providerId="ADAL" clId="{2A8F5312-9DA7-4E8D-BB1C-C447F0FBF921}" dt="2024-12-04T16:33:42.827" v="398" actId="47"/>
        <pc:sldMkLst>
          <pc:docMk/>
          <pc:sldMk cId="3485125544" sldId="4715"/>
        </pc:sldMkLst>
      </pc:sldChg>
    </pc:docChg>
  </pc:docChgLst>
  <pc:docChgLst>
    <pc:chgData name="Šedivec Tomáš" userId="5859117d-4fed-45af-939e-a078bb4ea44f" providerId="ADAL" clId="{8C261769-6792-4A71-B23A-F58BCED33091}"/>
    <pc:docChg chg="undo redo custSel addSld modSld sldOrd">
      <pc:chgData name="Šedivec Tomáš" userId="5859117d-4fed-45af-939e-a078bb4ea44f" providerId="ADAL" clId="{8C261769-6792-4A71-B23A-F58BCED33091}" dt="2025-02-08T08:47:46.030" v="578" actId="108"/>
      <pc:docMkLst>
        <pc:docMk/>
      </pc:docMkLst>
      <pc:sldChg chg="modSp mod">
        <pc:chgData name="Šedivec Tomáš" userId="5859117d-4fed-45af-939e-a078bb4ea44f" providerId="ADAL" clId="{8C261769-6792-4A71-B23A-F58BCED33091}" dt="2025-02-08T08:44:41.599" v="542" actId="20577"/>
        <pc:sldMkLst>
          <pc:docMk/>
          <pc:sldMk cId="2159519822" sldId="272"/>
        </pc:sldMkLst>
      </pc:sldChg>
      <pc:sldChg chg="modSp mod">
        <pc:chgData name="Šedivec Tomáš" userId="5859117d-4fed-45af-939e-a078bb4ea44f" providerId="ADAL" clId="{8C261769-6792-4A71-B23A-F58BCED33091}" dt="2025-02-08T08:24:36.111" v="10" actId="1076"/>
        <pc:sldMkLst>
          <pc:docMk/>
          <pc:sldMk cId="3684061063" sldId="405"/>
        </pc:sldMkLst>
        <pc:spChg chg="mod">
          <ac:chgData name="Šedivec Tomáš" userId="5859117d-4fed-45af-939e-a078bb4ea44f" providerId="ADAL" clId="{8C261769-6792-4A71-B23A-F58BCED33091}" dt="2025-02-08T08:24:36.111" v="10" actId="1076"/>
          <ac:spMkLst>
            <pc:docMk/>
            <pc:sldMk cId="3684061063" sldId="405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8C261769-6792-4A71-B23A-F58BCED33091}" dt="2025-02-08T08:26:19.817" v="19" actId="20577"/>
        <pc:sldMkLst>
          <pc:docMk/>
          <pc:sldMk cId="2267967382" sldId="449"/>
        </pc:sldMkLst>
      </pc:sldChg>
      <pc:sldChg chg="modSp new mod">
        <pc:chgData name="Šedivec Tomáš" userId="5859117d-4fed-45af-939e-a078bb4ea44f" providerId="ADAL" clId="{8C261769-6792-4A71-B23A-F58BCED33091}" dt="2025-02-08T08:33:24.510" v="38" actId="27636"/>
        <pc:sldMkLst>
          <pc:docMk/>
          <pc:sldMk cId="2810746454" sldId="465"/>
        </pc:sldMkLst>
      </pc:sldChg>
      <pc:sldChg chg="modSp add mod">
        <pc:chgData name="Šedivec Tomáš" userId="5859117d-4fed-45af-939e-a078bb4ea44f" providerId="ADAL" clId="{8C261769-6792-4A71-B23A-F58BCED33091}" dt="2025-02-08T08:36:24.638" v="51" actId="108"/>
        <pc:sldMkLst>
          <pc:docMk/>
          <pc:sldMk cId="3771363603" sldId="466"/>
        </pc:sldMkLst>
      </pc:sldChg>
      <pc:sldChg chg="modSp add mod ord">
        <pc:chgData name="Šedivec Tomáš" userId="5859117d-4fed-45af-939e-a078bb4ea44f" providerId="ADAL" clId="{8C261769-6792-4A71-B23A-F58BCED33091}" dt="2025-02-08T08:42:36.401" v="508" actId="403"/>
        <pc:sldMkLst>
          <pc:docMk/>
          <pc:sldMk cId="429316896" sldId="467"/>
        </pc:sldMkLst>
        <pc:spChg chg="mod">
          <ac:chgData name="Šedivec Tomáš" userId="5859117d-4fed-45af-939e-a078bb4ea44f" providerId="ADAL" clId="{8C261769-6792-4A71-B23A-F58BCED33091}" dt="2025-02-08T08:37:16.053" v="75" actId="20577"/>
          <ac:spMkLst>
            <pc:docMk/>
            <pc:sldMk cId="429316896" sldId="467"/>
            <ac:spMk id="2" creationId="{E078B64C-F84E-798E-3741-4E8A11EEB658}"/>
          </ac:spMkLst>
        </pc:spChg>
        <pc:spChg chg="mod">
          <ac:chgData name="Šedivec Tomáš" userId="5859117d-4fed-45af-939e-a078bb4ea44f" providerId="ADAL" clId="{8C261769-6792-4A71-B23A-F58BCED33091}" dt="2025-02-08T08:42:36.401" v="508" actId="403"/>
          <ac:spMkLst>
            <pc:docMk/>
            <pc:sldMk cId="429316896" sldId="467"/>
            <ac:spMk id="3" creationId="{6AA57867-F8CD-0E2D-2DE8-641CA98A2683}"/>
          </ac:spMkLst>
        </pc:spChg>
      </pc:sldChg>
      <pc:sldChg chg="add">
        <pc:chgData name="Šedivec Tomáš" userId="5859117d-4fed-45af-939e-a078bb4ea44f" providerId="ADAL" clId="{8C261769-6792-4A71-B23A-F58BCED33091}" dt="2025-02-08T08:44:28.366" v="509" actId="2890"/>
        <pc:sldMkLst>
          <pc:docMk/>
          <pc:sldMk cId="213282939" sldId="468"/>
        </pc:sldMkLst>
      </pc:sldChg>
      <pc:sldChg chg="modSp add mod ord">
        <pc:chgData name="Šedivec Tomáš" userId="5859117d-4fed-45af-939e-a078bb4ea44f" providerId="ADAL" clId="{8C261769-6792-4A71-B23A-F58BCED33091}" dt="2025-02-08T08:47:46.030" v="578" actId="108"/>
        <pc:sldMkLst>
          <pc:docMk/>
          <pc:sldMk cId="464440604" sldId="469"/>
        </pc:sldMkLst>
      </pc:sldChg>
    </pc:docChg>
  </pc:docChgLst>
  <pc:docChgLst>
    <pc:chgData name="Šedivec Tomáš" userId="5859117d-4fed-45af-939e-a078bb4ea44f" providerId="ADAL" clId="{F6BAFAF4-B1D8-4972-B12A-E94C32DA1964}"/>
    <pc:docChg chg="undo custSel addSld delSld modSld">
      <pc:chgData name="Šedivec Tomáš" userId="5859117d-4fed-45af-939e-a078bb4ea44f" providerId="ADAL" clId="{F6BAFAF4-B1D8-4972-B12A-E94C32DA1964}" dt="2025-02-10T09:32:01.289" v="620" actId="6549"/>
      <pc:docMkLst>
        <pc:docMk/>
      </pc:docMkLst>
      <pc:sldChg chg="modSp mod">
        <pc:chgData name="Šedivec Tomáš" userId="5859117d-4fed-45af-939e-a078bb4ea44f" providerId="ADAL" clId="{F6BAFAF4-B1D8-4972-B12A-E94C32DA1964}" dt="2025-02-03T12:24:33.869" v="5" actId="20577"/>
        <pc:sldMkLst>
          <pc:docMk/>
          <pc:sldMk cId="2059693041" sldId="257"/>
        </pc:sldMkLst>
      </pc:sldChg>
      <pc:sldChg chg="modSp mod">
        <pc:chgData name="Šedivec Tomáš" userId="5859117d-4fed-45af-939e-a078bb4ea44f" providerId="ADAL" clId="{F6BAFAF4-B1D8-4972-B12A-E94C32DA1964}" dt="2025-02-10T07:53:45.719" v="571" actId="113"/>
        <pc:sldMkLst>
          <pc:docMk/>
          <pc:sldMk cId="3010951941" sldId="259"/>
        </pc:sldMkLst>
        <pc:spChg chg="mod">
          <ac:chgData name="Šedivec Tomáš" userId="5859117d-4fed-45af-939e-a078bb4ea44f" providerId="ADAL" clId="{F6BAFAF4-B1D8-4972-B12A-E94C32DA1964}" dt="2025-02-10T07:53:45.719" v="571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Šedivec Tomáš" userId="5859117d-4fed-45af-939e-a078bb4ea44f" providerId="ADAL" clId="{F6BAFAF4-B1D8-4972-B12A-E94C32DA1964}" dt="2025-02-03T12:24:46.939" v="8"/>
        <pc:sldMkLst>
          <pc:docMk/>
          <pc:sldMk cId="3282216109" sldId="275"/>
        </pc:sldMkLst>
      </pc:sldChg>
      <pc:sldChg chg="modSp mod">
        <pc:chgData name="Šedivec Tomáš" userId="5859117d-4fed-45af-939e-a078bb4ea44f" providerId="ADAL" clId="{F6BAFAF4-B1D8-4972-B12A-E94C32DA1964}" dt="2025-02-07T14:46:02.456" v="398" actId="20577"/>
        <pc:sldMkLst>
          <pc:docMk/>
          <pc:sldMk cId="3684061063" sldId="405"/>
        </pc:sldMkLst>
        <pc:spChg chg="mod">
          <ac:chgData name="Šedivec Tomáš" userId="5859117d-4fed-45af-939e-a078bb4ea44f" providerId="ADAL" clId="{F6BAFAF4-B1D8-4972-B12A-E94C32DA1964}" dt="2025-02-07T14:46:02.456" v="398" actId="20577"/>
          <ac:spMkLst>
            <pc:docMk/>
            <pc:sldMk cId="3684061063" sldId="405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F6BAFAF4-B1D8-4972-B12A-E94C32DA1964}" dt="2025-02-10T08:16:24.987" v="619" actId="108"/>
        <pc:sldMkLst>
          <pc:docMk/>
          <pc:sldMk cId="2267967382" sldId="449"/>
        </pc:sldMkLst>
      </pc:sldChg>
      <pc:sldChg chg="modSp mod">
        <pc:chgData name="Šedivec Tomáš" userId="5859117d-4fed-45af-939e-a078bb4ea44f" providerId="ADAL" clId="{F6BAFAF4-B1D8-4972-B12A-E94C32DA1964}" dt="2025-02-07T14:47:21.857" v="433"/>
        <pc:sldMkLst>
          <pc:docMk/>
          <pc:sldMk cId="3385071484" sldId="451"/>
        </pc:sldMkLst>
        <pc:spChg chg="mod">
          <ac:chgData name="Šedivec Tomáš" userId="5859117d-4fed-45af-939e-a078bb4ea44f" providerId="ADAL" clId="{F6BAFAF4-B1D8-4972-B12A-E94C32DA1964}" dt="2025-02-07T14:47:21.857" v="433"/>
          <ac:spMkLst>
            <pc:docMk/>
            <pc:sldMk cId="3385071484" sldId="451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F6BAFAF4-B1D8-4972-B12A-E94C32DA1964}" dt="2025-02-07T14:47:39.104" v="449" actId="20577"/>
        <pc:sldMkLst>
          <pc:docMk/>
          <pc:sldMk cId="2478049402" sldId="452"/>
        </pc:sldMkLst>
        <pc:spChg chg="mod">
          <ac:chgData name="Šedivec Tomáš" userId="5859117d-4fed-45af-939e-a078bb4ea44f" providerId="ADAL" clId="{F6BAFAF4-B1D8-4972-B12A-E94C32DA1964}" dt="2025-02-07T14:47:39.104" v="449" actId="20577"/>
          <ac:spMkLst>
            <pc:docMk/>
            <pc:sldMk cId="2478049402" sldId="452"/>
            <ac:spMk id="2" creationId="{5D04E58C-EE5C-E80E-0E94-C120E9656855}"/>
          </ac:spMkLst>
        </pc:spChg>
      </pc:sldChg>
      <pc:sldChg chg="del">
        <pc:chgData name="Šedivec Tomáš" userId="5859117d-4fed-45af-939e-a078bb4ea44f" providerId="ADAL" clId="{F6BAFAF4-B1D8-4972-B12A-E94C32DA1964}" dt="2025-02-07T14:48:28.047" v="503" actId="47"/>
        <pc:sldMkLst>
          <pc:docMk/>
          <pc:sldMk cId="1219135848" sldId="454"/>
        </pc:sldMkLst>
      </pc:sldChg>
      <pc:sldChg chg="del">
        <pc:chgData name="Šedivec Tomáš" userId="5859117d-4fed-45af-939e-a078bb4ea44f" providerId="ADAL" clId="{F6BAFAF4-B1D8-4972-B12A-E94C32DA1964}" dt="2025-02-07T14:48:18.560" v="500" actId="47"/>
        <pc:sldMkLst>
          <pc:docMk/>
          <pc:sldMk cId="4148550666" sldId="459"/>
        </pc:sldMkLst>
      </pc:sldChg>
      <pc:sldChg chg="del">
        <pc:chgData name="Šedivec Tomáš" userId="5859117d-4fed-45af-939e-a078bb4ea44f" providerId="ADAL" clId="{F6BAFAF4-B1D8-4972-B12A-E94C32DA1964}" dt="2025-02-07T14:48:30.291" v="504" actId="47"/>
        <pc:sldMkLst>
          <pc:docMk/>
          <pc:sldMk cId="2272108449" sldId="460"/>
        </pc:sldMkLst>
      </pc:sldChg>
      <pc:sldChg chg="del">
        <pc:chgData name="Šedivec Tomáš" userId="5859117d-4fed-45af-939e-a078bb4ea44f" providerId="ADAL" clId="{F6BAFAF4-B1D8-4972-B12A-E94C32DA1964}" dt="2025-02-07T14:48:23.146" v="501" actId="47"/>
        <pc:sldMkLst>
          <pc:docMk/>
          <pc:sldMk cId="3780989700" sldId="461"/>
        </pc:sldMkLst>
      </pc:sldChg>
      <pc:sldChg chg="del">
        <pc:chgData name="Šedivec Tomáš" userId="5859117d-4fed-45af-939e-a078bb4ea44f" providerId="ADAL" clId="{F6BAFAF4-B1D8-4972-B12A-E94C32DA1964}" dt="2025-02-07T14:48:26.029" v="502" actId="47"/>
        <pc:sldMkLst>
          <pc:docMk/>
          <pc:sldMk cId="2081934356" sldId="462"/>
        </pc:sldMkLst>
      </pc:sldChg>
      <pc:sldChg chg="modSp add mod">
        <pc:chgData name="Šedivec Tomáš" userId="5859117d-4fed-45af-939e-a078bb4ea44f" providerId="ADAL" clId="{F6BAFAF4-B1D8-4972-B12A-E94C32DA1964}" dt="2025-02-07T14:47:51.163" v="477" actId="20577"/>
        <pc:sldMkLst>
          <pc:docMk/>
          <pc:sldMk cId="2843553348" sldId="463"/>
        </pc:sldMkLst>
        <pc:spChg chg="mod">
          <ac:chgData name="Šedivec Tomáš" userId="5859117d-4fed-45af-939e-a078bb4ea44f" providerId="ADAL" clId="{F6BAFAF4-B1D8-4972-B12A-E94C32DA1964}" dt="2025-02-07T14:47:51.163" v="477" actId="20577"/>
          <ac:spMkLst>
            <pc:docMk/>
            <pc:sldMk cId="2843553348" sldId="463"/>
            <ac:spMk id="2" creationId="{64A2E524-41CE-0376-0064-B0FD966F3CFB}"/>
          </ac:spMkLst>
        </pc:spChg>
      </pc:sldChg>
      <pc:sldChg chg="modSp add mod">
        <pc:chgData name="Šedivec Tomáš" userId="5859117d-4fed-45af-939e-a078bb4ea44f" providerId="ADAL" clId="{F6BAFAF4-B1D8-4972-B12A-E94C32DA1964}" dt="2025-02-07T14:48:10.238" v="499" actId="20577"/>
        <pc:sldMkLst>
          <pc:docMk/>
          <pc:sldMk cId="1335106189" sldId="464"/>
        </pc:sldMkLst>
        <pc:spChg chg="mod">
          <ac:chgData name="Šedivec Tomáš" userId="5859117d-4fed-45af-939e-a078bb4ea44f" providerId="ADAL" clId="{F6BAFAF4-B1D8-4972-B12A-E94C32DA1964}" dt="2025-02-07T14:48:10.238" v="499" actId="20577"/>
          <ac:spMkLst>
            <pc:docMk/>
            <pc:sldMk cId="1335106189" sldId="464"/>
            <ac:spMk id="2" creationId="{26F930E6-B5C2-2CB6-87CE-91356D4CB7A4}"/>
          </ac:spMkLst>
        </pc:spChg>
      </pc:sldChg>
      <pc:sldChg chg="modSp mod">
        <pc:chgData name="Šedivec Tomáš" userId="5859117d-4fed-45af-939e-a078bb4ea44f" providerId="ADAL" clId="{F6BAFAF4-B1D8-4972-B12A-E94C32DA1964}" dt="2025-02-10T09:32:01.289" v="620" actId="6549"/>
        <pc:sldMkLst>
          <pc:docMk/>
          <pc:sldMk cId="2810746454" sldId="465"/>
        </pc:sldMkLst>
      </pc:sldChg>
      <pc:sldChg chg="modSp mod">
        <pc:chgData name="Šedivec Tomáš" userId="5859117d-4fed-45af-939e-a078bb4ea44f" providerId="ADAL" clId="{F6BAFAF4-B1D8-4972-B12A-E94C32DA1964}" dt="2025-02-10T07:51:49.511" v="513" actId="20577"/>
        <pc:sldMkLst>
          <pc:docMk/>
          <pc:sldMk cId="429316896" sldId="467"/>
        </pc:sldMkLst>
        <pc:spChg chg="mod">
          <ac:chgData name="Šedivec Tomáš" userId="5859117d-4fed-45af-939e-a078bb4ea44f" providerId="ADAL" clId="{F6BAFAF4-B1D8-4972-B12A-E94C32DA1964}" dt="2025-02-10T07:51:49.511" v="513" actId="20577"/>
          <ac:spMkLst>
            <pc:docMk/>
            <pc:sldMk cId="429316896" sldId="467"/>
            <ac:spMk id="3" creationId="{6AA57867-F8CD-0E2D-2DE8-641CA98A2683}"/>
          </ac:spMkLst>
        </pc:spChg>
      </pc:sldChg>
      <pc:sldChg chg="modSp mod">
        <pc:chgData name="Šedivec Tomáš" userId="5859117d-4fed-45af-939e-a078bb4ea44f" providerId="ADAL" clId="{F6BAFAF4-B1D8-4972-B12A-E94C32DA1964}" dt="2025-02-10T07:52:57.091" v="514" actId="115"/>
        <pc:sldMkLst>
          <pc:docMk/>
          <pc:sldMk cId="464440604" sldId="469"/>
        </pc:sldMkLst>
      </pc:sldChg>
    </pc:docChg>
  </pc:docChgLst>
  <pc:docChgLst>
    <pc:chgData name="Šedivec Tomáš" userId="5859117d-4fed-45af-939e-a078bb4ea44f" providerId="ADAL" clId="{BEC8F1FE-4F14-4CBD-87C2-DEA9D0EFC1A4}"/>
    <pc:docChg chg="undo custSel addSld delSld modSld sldOrd">
      <pc:chgData name="Šedivec Tomáš" userId="5859117d-4fed-45af-939e-a078bb4ea44f" providerId="ADAL" clId="{BEC8F1FE-4F14-4CBD-87C2-DEA9D0EFC1A4}" dt="2025-05-05T10:34:54.100" v="895"/>
      <pc:docMkLst>
        <pc:docMk/>
      </pc:docMkLst>
      <pc:sldChg chg="modSp mod">
        <pc:chgData name="Šedivec Tomáš" userId="5859117d-4fed-45af-939e-a078bb4ea44f" providerId="ADAL" clId="{BEC8F1FE-4F14-4CBD-87C2-DEA9D0EFC1A4}" dt="2025-05-05T10:30:59.369" v="866" actId="20577"/>
        <pc:sldMkLst>
          <pc:docMk/>
          <pc:sldMk cId="2059693041" sldId="257"/>
        </pc:sldMkLst>
        <pc:spChg chg="mod">
          <ac:chgData name="Šedivec Tomáš" userId="5859117d-4fed-45af-939e-a078bb4ea44f" providerId="ADAL" clId="{BEC8F1FE-4F14-4CBD-87C2-DEA9D0EFC1A4}" dt="2025-05-05T10:30:59.369" v="866" actId="20577"/>
          <ac:spMkLst>
            <pc:docMk/>
            <pc:sldMk cId="2059693041" sldId="257"/>
            <ac:spMk id="3" creationId="{00000000-0000-0000-0000-000000000000}"/>
          </ac:spMkLst>
        </pc:spChg>
        <pc:spChg chg="mod">
          <ac:chgData name="Šedivec Tomáš" userId="5859117d-4fed-45af-939e-a078bb4ea44f" providerId="ADAL" clId="{BEC8F1FE-4F14-4CBD-87C2-DEA9D0EFC1A4}" dt="2025-05-02T12:32:03.781" v="4" actId="20577"/>
          <ac:spMkLst>
            <pc:docMk/>
            <pc:sldMk cId="2059693041" sldId="257"/>
            <ac:spMk id="5" creationId="{00000000-0000-0000-0000-000000000000}"/>
          </ac:spMkLst>
        </pc:spChg>
      </pc:sldChg>
      <pc:sldChg chg="modSp mod">
        <pc:chgData name="Šedivec Tomáš" userId="5859117d-4fed-45af-939e-a078bb4ea44f" providerId="ADAL" clId="{BEC8F1FE-4F14-4CBD-87C2-DEA9D0EFC1A4}" dt="2025-05-05T10:31:38.596" v="867" actId="108"/>
        <pc:sldMkLst>
          <pc:docMk/>
          <pc:sldMk cId="3010951941" sldId="259"/>
        </pc:sldMkLst>
        <pc:spChg chg="mod">
          <ac:chgData name="Šedivec Tomáš" userId="5859117d-4fed-45af-939e-a078bb4ea44f" providerId="ADAL" clId="{BEC8F1FE-4F14-4CBD-87C2-DEA9D0EFC1A4}" dt="2025-05-05T10:31:38.596" v="867" actId="108"/>
          <ac:spMkLst>
            <pc:docMk/>
            <pc:sldMk cId="3010951941" sldId="259"/>
            <ac:spMk id="8" creationId="{DB173E78-E423-C647-B2A9-0E772E0C7ADB}"/>
          </ac:spMkLst>
        </pc:spChg>
      </pc:sldChg>
      <pc:sldChg chg="del">
        <pc:chgData name="Šedivec Tomáš" userId="5859117d-4fed-45af-939e-a078bb4ea44f" providerId="ADAL" clId="{BEC8F1FE-4F14-4CBD-87C2-DEA9D0EFC1A4}" dt="2025-05-02T13:45:48.959" v="270" actId="47"/>
        <pc:sldMkLst>
          <pc:docMk/>
          <pc:sldMk cId="2159519822" sldId="272"/>
        </pc:sldMkLst>
      </pc:sldChg>
      <pc:sldChg chg="modSp mod">
        <pc:chgData name="Šedivec Tomáš" userId="5859117d-4fed-45af-939e-a078bb4ea44f" providerId="ADAL" clId="{BEC8F1FE-4F14-4CBD-87C2-DEA9D0EFC1A4}" dt="2025-05-02T13:44:43.346" v="245"/>
        <pc:sldMkLst>
          <pc:docMk/>
          <pc:sldMk cId="3282216109" sldId="275"/>
        </pc:sldMkLst>
        <pc:spChg chg="mod">
          <ac:chgData name="Šedivec Tomáš" userId="5859117d-4fed-45af-939e-a078bb4ea44f" providerId="ADAL" clId="{BEC8F1FE-4F14-4CBD-87C2-DEA9D0EFC1A4}" dt="2025-05-02T13:44:43.346" v="245"/>
          <ac:spMkLst>
            <pc:docMk/>
            <pc:sldMk cId="3282216109" sldId="275"/>
            <ac:spMk id="3" creationId="{00000000-0000-0000-0000-000000000000}"/>
          </ac:spMkLst>
        </pc:spChg>
      </pc:sldChg>
      <pc:sldChg chg="modSp mod">
        <pc:chgData name="Šedivec Tomáš" userId="5859117d-4fed-45af-939e-a078bb4ea44f" providerId="ADAL" clId="{BEC8F1FE-4F14-4CBD-87C2-DEA9D0EFC1A4}" dt="2025-05-02T13:43:57.464" v="241" actId="1076"/>
        <pc:sldMkLst>
          <pc:docMk/>
          <pc:sldMk cId="3684061063" sldId="405"/>
        </pc:sldMkLst>
        <pc:spChg chg="mod">
          <ac:chgData name="Šedivec Tomáš" userId="5859117d-4fed-45af-939e-a078bb4ea44f" providerId="ADAL" clId="{BEC8F1FE-4F14-4CBD-87C2-DEA9D0EFC1A4}" dt="2025-05-02T13:43:57.464" v="241" actId="1076"/>
          <ac:spMkLst>
            <pc:docMk/>
            <pc:sldMk cId="3684061063" sldId="405"/>
            <ac:spMk id="3" creationId="{00000000-0000-0000-0000-000000000000}"/>
          </ac:spMkLst>
        </pc:spChg>
      </pc:sldChg>
      <pc:sldChg chg="del">
        <pc:chgData name="Šedivec Tomáš" userId="5859117d-4fed-45af-939e-a078bb4ea44f" providerId="ADAL" clId="{BEC8F1FE-4F14-4CBD-87C2-DEA9D0EFC1A4}" dt="2025-05-02T13:44:02.412" v="242" actId="47"/>
        <pc:sldMkLst>
          <pc:docMk/>
          <pc:sldMk cId="2267967382" sldId="449"/>
        </pc:sldMkLst>
      </pc:sldChg>
      <pc:sldChg chg="modSp mod">
        <pc:chgData name="Šedivec Tomáš" userId="5859117d-4fed-45af-939e-a078bb4ea44f" providerId="ADAL" clId="{BEC8F1FE-4F14-4CBD-87C2-DEA9D0EFC1A4}" dt="2025-05-02T13:45:01.161" v="246"/>
        <pc:sldMkLst>
          <pc:docMk/>
          <pc:sldMk cId="3385071484" sldId="451"/>
        </pc:sldMkLst>
        <pc:spChg chg="mod">
          <ac:chgData name="Šedivec Tomáš" userId="5859117d-4fed-45af-939e-a078bb4ea44f" providerId="ADAL" clId="{BEC8F1FE-4F14-4CBD-87C2-DEA9D0EFC1A4}" dt="2025-05-02T13:45:01.161" v="246"/>
          <ac:spMkLst>
            <pc:docMk/>
            <pc:sldMk cId="3385071484" sldId="451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BEC8F1FE-4F14-4CBD-87C2-DEA9D0EFC1A4}" dt="2025-05-02T13:45:13.829" v="264" actId="20577"/>
        <pc:sldMkLst>
          <pc:docMk/>
          <pc:sldMk cId="2478049402" sldId="452"/>
        </pc:sldMkLst>
        <pc:spChg chg="mod">
          <ac:chgData name="Šedivec Tomáš" userId="5859117d-4fed-45af-939e-a078bb4ea44f" providerId="ADAL" clId="{BEC8F1FE-4F14-4CBD-87C2-DEA9D0EFC1A4}" dt="2025-05-02T13:45:13.829" v="264" actId="20577"/>
          <ac:spMkLst>
            <pc:docMk/>
            <pc:sldMk cId="2478049402" sldId="452"/>
            <ac:spMk id="2" creationId="{5D04E58C-EE5C-E80E-0E94-C120E9656855}"/>
          </ac:spMkLst>
        </pc:spChg>
      </pc:sldChg>
      <pc:sldChg chg="modSp mod">
        <pc:chgData name="Šedivec Tomáš" userId="5859117d-4fed-45af-939e-a078bb4ea44f" providerId="ADAL" clId="{BEC8F1FE-4F14-4CBD-87C2-DEA9D0EFC1A4}" dt="2025-05-02T13:45:35.803" v="269"/>
        <pc:sldMkLst>
          <pc:docMk/>
          <pc:sldMk cId="2843553348" sldId="463"/>
        </pc:sldMkLst>
        <pc:spChg chg="mod">
          <ac:chgData name="Šedivec Tomáš" userId="5859117d-4fed-45af-939e-a078bb4ea44f" providerId="ADAL" clId="{BEC8F1FE-4F14-4CBD-87C2-DEA9D0EFC1A4}" dt="2025-05-02T13:45:35.803" v="269"/>
          <ac:spMkLst>
            <pc:docMk/>
            <pc:sldMk cId="2843553348" sldId="463"/>
            <ac:spMk id="2" creationId="{64A2E524-41CE-0376-0064-B0FD966F3CFB}"/>
          </ac:spMkLst>
        </pc:spChg>
      </pc:sldChg>
      <pc:sldChg chg="del">
        <pc:chgData name="Šedivec Tomáš" userId="5859117d-4fed-45af-939e-a078bb4ea44f" providerId="ADAL" clId="{BEC8F1FE-4F14-4CBD-87C2-DEA9D0EFC1A4}" dt="2025-05-02T13:45:17.201" v="265" actId="47"/>
        <pc:sldMkLst>
          <pc:docMk/>
          <pc:sldMk cId="2810746454" sldId="465"/>
        </pc:sldMkLst>
      </pc:sldChg>
      <pc:sldChg chg="del">
        <pc:chgData name="Šedivec Tomáš" userId="5859117d-4fed-45af-939e-a078bb4ea44f" providerId="ADAL" clId="{BEC8F1FE-4F14-4CBD-87C2-DEA9D0EFC1A4}" dt="2025-05-02T13:45:18.692" v="266" actId="47"/>
        <pc:sldMkLst>
          <pc:docMk/>
          <pc:sldMk cId="3771363603" sldId="466"/>
        </pc:sldMkLst>
      </pc:sldChg>
      <pc:sldChg chg="del">
        <pc:chgData name="Šedivec Tomáš" userId="5859117d-4fed-45af-939e-a078bb4ea44f" providerId="ADAL" clId="{BEC8F1FE-4F14-4CBD-87C2-DEA9D0EFC1A4}" dt="2025-05-02T13:45:52.675" v="271" actId="47"/>
        <pc:sldMkLst>
          <pc:docMk/>
          <pc:sldMk cId="464440604" sldId="469"/>
        </pc:sldMkLst>
      </pc:sldChg>
      <pc:sldChg chg="modSp add mod ord">
        <pc:chgData name="Šedivec Tomáš" userId="5859117d-4fed-45af-939e-a078bb4ea44f" providerId="ADAL" clId="{BEC8F1FE-4F14-4CBD-87C2-DEA9D0EFC1A4}" dt="2025-05-02T13:55:19.231" v="414" actId="1076"/>
        <pc:sldMkLst>
          <pc:docMk/>
          <pc:sldMk cId="1565491940" sldId="469"/>
        </pc:sldMkLst>
        <pc:spChg chg="mod">
          <ac:chgData name="Šedivec Tomáš" userId="5859117d-4fed-45af-939e-a078bb4ea44f" providerId="ADAL" clId="{BEC8F1FE-4F14-4CBD-87C2-DEA9D0EFC1A4}" dt="2025-05-02T13:46:16.972" v="279"/>
          <ac:spMkLst>
            <pc:docMk/>
            <pc:sldMk cId="1565491940" sldId="469"/>
            <ac:spMk id="2" creationId="{E5E9035F-75C8-4E2B-734C-B87EED22FE2D}"/>
          </ac:spMkLst>
        </pc:spChg>
        <pc:spChg chg="mod">
          <ac:chgData name="Šedivec Tomáš" userId="5859117d-4fed-45af-939e-a078bb4ea44f" providerId="ADAL" clId="{BEC8F1FE-4F14-4CBD-87C2-DEA9D0EFC1A4}" dt="2025-05-02T13:55:19.231" v="414" actId="1076"/>
          <ac:spMkLst>
            <pc:docMk/>
            <pc:sldMk cId="1565491940" sldId="469"/>
            <ac:spMk id="3" creationId="{64AB49D6-4F25-A074-3B58-6D71108B9ADC}"/>
          </ac:spMkLst>
        </pc:spChg>
      </pc:sldChg>
      <pc:sldChg chg="add del ord">
        <pc:chgData name="Šedivec Tomáš" userId="5859117d-4fed-45af-939e-a078bb4ea44f" providerId="ADAL" clId="{BEC8F1FE-4F14-4CBD-87C2-DEA9D0EFC1A4}" dt="2025-05-02T13:46:02.877" v="275" actId="47"/>
        <pc:sldMkLst>
          <pc:docMk/>
          <pc:sldMk cId="2934016847" sldId="469"/>
        </pc:sldMkLst>
      </pc:sldChg>
      <pc:sldChg chg="modSp new mod">
        <pc:chgData name="Šedivec Tomáš" userId="5859117d-4fed-45af-939e-a078bb4ea44f" providerId="ADAL" clId="{BEC8F1FE-4F14-4CBD-87C2-DEA9D0EFC1A4}" dt="2025-05-05T10:34:09.256" v="892" actId="6549"/>
        <pc:sldMkLst>
          <pc:docMk/>
          <pc:sldMk cId="3652621662" sldId="470"/>
        </pc:sldMkLst>
        <pc:spChg chg="mod">
          <ac:chgData name="Šedivec Tomáš" userId="5859117d-4fed-45af-939e-a078bb4ea44f" providerId="ADAL" clId="{BEC8F1FE-4F14-4CBD-87C2-DEA9D0EFC1A4}" dt="2025-05-02T14:05:55.458" v="421" actId="108"/>
          <ac:spMkLst>
            <pc:docMk/>
            <pc:sldMk cId="3652621662" sldId="470"/>
            <ac:spMk id="2" creationId="{FD16D112-0D36-2FFB-AFC7-7FA056832314}"/>
          </ac:spMkLst>
        </pc:spChg>
        <pc:spChg chg="mod">
          <ac:chgData name="Šedivec Tomáš" userId="5859117d-4fed-45af-939e-a078bb4ea44f" providerId="ADAL" clId="{BEC8F1FE-4F14-4CBD-87C2-DEA9D0EFC1A4}" dt="2025-05-05T10:34:09.256" v="892" actId="6549"/>
          <ac:spMkLst>
            <pc:docMk/>
            <pc:sldMk cId="3652621662" sldId="470"/>
            <ac:spMk id="3" creationId="{F73835B8-8DE9-5191-D50C-9BB91A826F0D}"/>
          </ac:spMkLst>
        </pc:spChg>
      </pc:sldChg>
      <pc:sldChg chg="modSp add mod ord">
        <pc:chgData name="Šedivec Tomáš" userId="5859117d-4fed-45af-939e-a078bb4ea44f" providerId="ADAL" clId="{BEC8F1FE-4F14-4CBD-87C2-DEA9D0EFC1A4}" dt="2025-05-05T10:34:54.100" v="895"/>
        <pc:sldMkLst>
          <pc:docMk/>
          <pc:sldMk cId="2039738914" sldId="471"/>
        </pc:sldMkLst>
        <pc:spChg chg="mod">
          <ac:chgData name="Šedivec Tomáš" userId="5859117d-4fed-45af-939e-a078bb4ea44f" providerId="ADAL" clId="{BEC8F1FE-4F14-4CBD-87C2-DEA9D0EFC1A4}" dt="2025-05-02T14:23:05.511" v="854" actId="1076"/>
          <ac:spMkLst>
            <pc:docMk/>
            <pc:sldMk cId="2039738914" sldId="471"/>
            <ac:spMk id="3" creationId="{385229CE-C4D7-3FBE-48FA-E37E39EF17EF}"/>
          </ac:spMkLst>
        </pc:spChg>
      </pc:sldChg>
      <pc:sldChg chg="addSp delSp modSp add mod">
        <pc:chgData name="Šedivec Tomáš" userId="5859117d-4fed-45af-939e-a078bb4ea44f" providerId="ADAL" clId="{BEC8F1FE-4F14-4CBD-87C2-DEA9D0EFC1A4}" dt="2025-05-02T14:17:17.323" v="780" actId="108"/>
        <pc:sldMkLst>
          <pc:docMk/>
          <pc:sldMk cId="1189065448" sldId="472"/>
        </pc:sldMkLst>
        <pc:spChg chg="add del mod">
          <ac:chgData name="Šedivec Tomáš" userId="5859117d-4fed-45af-939e-a078bb4ea44f" providerId="ADAL" clId="{BEC8F1FE-4F14-4CBD-87C2-DEA9D0EFC1A4}" dt="2025-05-02T14:17:17.323" v="780" actId="108"/>
          <ac:spMkLst>
            <pc:docMk/>
            <pc:sldMk cId="1189065448" sldId="472"/>
            <ac:spMk id="3" creationId="{B5E086AD-F419-36C3-74CA-57C05EC45016}"/>
          </ac:spMkLst>
        </pc:spChg>
      </pc:sldChg>
      <pc:sldChg chg="modSp add mod">
        <pc:chgData name="Šedivec Tomáš" userId="5859117d-4fed-45af-939e-a078bb4ea44f" providerId="ADAL" clId="{BEC8F1FE-4F14-4CBD-87C2-DEA9D0EFC1A4}" dt="2025-05-02T14:18:14.822" v="792" actId="108"/>
        <pc:sldMkLst>
          <pc:docMk/>
          <pc:sldMk cId="3026856921" sldId="473"/>
        </pc:sldMkLst>
        <pc:spChg chg="mod">
          <ac:chgData name="Šedivec Tomáš" userId="5859117d-4fed-45af-939e-a078bb4ea44f" providerId="ADAL" clId="{BEC8F1FE-4F14-4CBD-87C2-DEA9D0EFC1A4}" dt="2025-05-02T14:18:14.822" v="792" actId="108"/>
          <ac:spMkLst>
            <pc:docMk/>
            <pc:sldMk cId="3026856921" sldId="473"/>
            <ac:spMk id="3" creationId="{0F24E688-1ADF-0C25-1A79-11D2E6D80CF6}"/>
          </ac:spMkLst>
        </pc:spChg>
      </pc:sldChg>
      <pc:sldChg chg="modSp add mod">
        <pc:chgData name="Šedivec Tomáš" userId="5859117d-4fed-45af-939e-a078bb4ea44f" providerId="ADAL" clId="{BEC8F1FE-4F14-4CBD-87C2-DEA9D0EFC1A4}" dt="2025-05-02T14:18:58.534" v="805" actId="403"/>
        <pc:sldMkLst>
          <pc:docMk/>
          <pc:sldMk cId="3350722622" sldId="474"/>
        </pc:sldMkLst>
        <pc:spChg chg="mod">
          <ac:chgData name="Šedivec Tomáš" userId="5859117d-4fed-45af-939e-a078bb4ea44f" providerId="ADAL" clId="{BEC8F1FE-4F14-4CBD-87C2-DEA9D0EFC1A4}" dt="2025-05-02T14:18:58.534" v="805" actId="403"/>
          <ac:spMkLst>
            <pc:docMk/>
            <pc:sldMk cId="3350722622" sldId="474"/>
            <ac:spMk id="3" creationId="{568CF7EF-030F-BFDE-501F-11F6E63E0326}"/>
          </ac:spMkLst>
        </pc:spChg>
      </pc:sldChg>
      <pc:sldChg chg="addSp modSp add del">
        <pc:chgData name="Šedivec Tomáš" userId="5859117d-4fed-45af-939e-a078bb4ea44f" providerId="ADAL" clId="{BEC8F1FE-4F14-4CBD-87C2-DEA9D0EFC1A4}" dt="2025-05-05T10:34:35.540" v="893" actId="47"/>
        <pc:sldMkLst>
          <pc:docMk/>
          <pc:sldMk cId="1890639437" sldId="475"/>
        </pc:sldMkLst>
      </pc:sldChg>
    </pc:docChg>
  </pc:docChgLst>
  <pc:docChgLst>
    <pc:chgData name="Šedivec Tomáš" userId="5859117d-4fed-45af-939e-a078bb4ea44f" providerId="ADAL" clId="{00F5A5C2-0F03-4AE0-8452-838FD2793CD9}"/>
    <pc:docChg chg="undo redo custSel addSld delSld modSld sldOrd">
      <pc:chgData name="Šedivec Tomáš" userId="5859117d-4fed-45af-939e-a078bb4ea44f" providerId="ADAL" clId="{00F5A5C2-0F03-4AE0-8452-838FD2793CD9}" dt="2024-10-07T10:03:06.728" v="787"/>
      <pc:docMkLst>
        <pc:docMk/>
      </pc:docMkLst>
      <pc:sldChg chg="modSp mod">
        <pc:chgData name="Šedivec Tomáš" userId="5859117d-4fed-45af-939e-a078bb4ea44f" providerId="ADAL" clId="{00F5A5C2-0F03-4AE0-8452-838FD2793CD9}" dt="2024-10-03T14:21:36.658" v="5" actId="20577"/>
        <pc:sldMkLst>
          <pc:docMk/>
          <pc:sldMk cId="2059693041" sldId="257"/>
        </pc:sldMkLst>
      </pc:sldChg>
      <pc:sldChg chg="modSp mod">
        <pc:chgData name="Šedivec Tomáš" userId="5859117d-4fed-45af-939e-a078bb4ea44f" providerId="ADAL" clId="{00F5A5C2-0F03-4AE0-8452-838FD2793CD9}" dt="2024-10-07T10:02:49.451" v="785" actId="113"/>
        <pc:sldMkLst>
          <pc:docMk/>
          <pc:sldMk cId="3010951941" sldId="259"/>
        </pc:sldMkLst>
      </pc:sldChg>
      <pc:sldChg chg="modSp mod">
        <pc:chgData name="Šedivec Tomáš" userId="5859117d-4fed-45af-939e-a078bb4ea44f" providerId="ADAL" clId="{00F5A5C2-0F03-4AE0-8452-838FD2793CD9}" dt="2024-10-03T14:30:38.701" v="186" actId="1076"/>
        <pc:sldMkLst>
          <pc:docMk/>
          <pc:sldMk cId="3684061063" sldId="405"/>
        </pc:sldMkLst>
      </pc:sldChg>
      <pc:sldChg chg="add">
        <pc:chgData name="Šedivec Tomáš" userId="5859117d-4fed-45af-939e-a078bb4ea44f" providerId="ADAL" clId="{00F5A5C2-0F03-4AE0-8452-838FD2793CD9}" dt="2024-10-07T10:03:06.728" v="787"/>
        <pc:sldMkLst>
          <pc:docMk/>
          <pc:sldMk cId="979719771" sldId="436"/>
        </pc:sldMkLst>
      </pc:sldChg>
      <pc:sldChg chg="modSp del mod">
        <pc:chgData name="Šedivec Tomáš" userId="5859117d-4fed-45af-939e-a078bb4ea44f" providerId="ADAL" clId="{00F5A5C2-0F03-4AE0-8452-838FD2793CD9}" dt="2024-10-07T10:03:02.144" v="786" actId="2696"/>
        <pc:sldMkLst>
          <pc:docMk/>
          <pc:sldMk cId="1134117863" sldId="436"/>
        </pc:sldMkLst>
      </pc:sldChg>
      <pc:sldChg chg="modSp mod">
        <pc:chgData name="Šedivec Tomáš" userId="5859117d-4fed-45af-939e-a078bb4ea44f" providerId="ADAL" clId="{00F5A5C2-0F03-4AE0-8452-838FD2793CD9}" dt="2024-10-03T14:31:12.191" v="199" actId="20577"/>
        <pc:sldMkLst>
          <pc:docMk/>
          <pc:sldMk cId="2267967382" sldId="449"/>
        </pc:sldMkLst>
      </pc:sldChg>
      <pc:sldChg chg="new del">
        <pc:chgData name="Šedivec Tomáš" userId="5859117d-4fed-45af-939e-a078bb4ea44f" providerId="ADAL" clId="{00F5A5C2-0F03-4AE0-8452-838FD2793CD9}" dt="2024-10-03T14:33:20.199" v="238" actId="47"/>
        <pc:sldMkLst>
          <pc:docMk/>
          <pc:sldMk cId="1986621770" sldId="450"/>
        </pc:sldMkLst>
      </pc:sldChg>
      <pc:sldChg chg="modSp add mod">
        <pc:chgData name="Šedivec Tomáš" userId="5859117d-4fed-45af-939e-a078bb4ea44f" providerId="ADAL" clId="{00F5A5C2-0F03-4AE0-8452-838FD2793CD9}" dt="2024-10-03T14:32:04.896" v="213" actId="20577"/>
        <pc:sldMkLst>
          <pc:docMk/>
          <pc:sldMk cId="3385071484" sldId="451"/>
        </pc:sldMkLst>
      </pc:sldChg>
      <pc:sldChg chg="modSp add mod">
        <pc:chgData name="Šedivec Tomáš" userId="5859117d-4fed-45af-939e-a078bb4ea44f" providerId="ADAL" clId="{00F5A5C2-0F03-4AE0-8452-838FD2793CD9}" dt="2024-10-03T14:32:19.900" v="219" actId="20577"/>
        <pc:sldMkLst>
          <pc:docMk/>
          <pc:sldMk cId="2478049402" sldId="452"/>
        </pc:sldMkLst>
      </pc:sldChg>
      <pc:sldChg chg="modSp add mod">
        <pc:chgData name="Šedivec Tomáš" userId="5859117d-4fed-45af-939e-a078bb4ea44f" providerId="ADAL" clId="{00F5A5C2-0F03-4AE0-8452-838FD2793CD9}" dt="2024-10-03T14:32:35.700" v="225" actId="20577"/>
        <pc:sldMkLst>
          <pc:docMk/>
          <pc:sldMk cId="2478826433" sldId="453"/>
        </pc:sldMkLst>
      </pc:sldChg>
      <pc:sldChg chg="modSp add mod">
        <pc:chgData name="Šedivec Tomáš" userId="5859117d-4fed-45af-939e-a078bb4ea44f" providerId="ADAL" clId="{00F5A5C2-0F03-4AE0-8452-838FD2793CD9}" dt="2024-10-03T14:32:52.693" v="231" actId="20577"/>
        <pc:sldMkLst>
          <pc:docMk/>
          <pc:sldMk cId="1219135848" sldId="454"/>
        </pc:sldMkLst>
      </pc:sldChg>
      <pc:sldChg chg="modSp add mod ord">
        <pc:chgData name="Šedivec Tomáš" userId="5859117d-4fed-45af-939e-a078bb4ea44f" providerId="ADAL" clId="{00F5A5C2-0F03-4AE0-8452-838FD2793CD9}" dt="2024-10-03T14:43:24.470" v="448"/>
        <pc:sldMkLst>
          <pc:docMk/>
          <pc:sldMk cId="3555653953" sldId="455"/>
        </pc:sldMkLst>
      </pc:sldChg>
      <pc:sldChg chg="modSp new del mod">
        <pc:chgData name="Šedivec Tomáš" userId="5859117d-4fed-45af-939e-a078bb4ea44f" providerId="ADAL" clId="{00F5A5C2-0F03-4AE0-8452-838FD2793CD9}" dt="2024-10-07T10:03:02.144" v="786" actId="2696"/>
        <pc:sldMkLst>
          <pc:docMk/>
          <pc:sldMk cId="460563719" sldId="456"/>
        </pc:sldMkLst>
      </pc:sldChg>
      <pc:sldChg chg="add">
        <pc:chgData name="Šedivec Tomáš" userId="5859117d-4fed-45af-939e-a078bb4ea44f" providerId="ADAL" clId="{00F5A5C2-0F03-4AE0-8452-838FD2793CD9}" dt="2024-10-07T10:03:06.728" v="787"/>
        <pc:sldMkLst>
          <pc:docMk/>
          <pc:sldMk cId="2366172806" sldId="456"/>
        </pc:sldMkLst>
      </pc:sldChg>
      <pc:sldChg chg="modSp add mod ord">
        <pc:chgData name="Šedivec Tomáš" userId="5859117d-4fed-45af-939e-a078bb4ea44f" providerId="ADAL" clId="{00F5A5C2-0F03-4AE0-8452-838FD2793CD9}" dt="2024-10-03T14:45:47.354" v="651" actId="1076"/>
        <pc:sldMkLst>
          <pc:docMk/>
          <pc:sldMk cId="699870025" sldId="457"/>
        </pc:sldMkLst>
      </pc:sldChg>
      <pc:sldChg chg="modSp add mod ord">
        <pc:chgData name="Šedivec Tomáš" userId="5859117d-4fed-45af-939e-a078bb4ea44f" providerId="ADAL" clId="{00F5A5C2-0F03-4AE0-8452-838FD2793CD9}" dt="2024-10-03T14:54:12.241" v="752" actId="20577"/>
        <pc:sldMkLst>
          <pc:docMk/>
          <pc:sldMk cId="242960361" sldId="458"/>
        </pc:sldMkLst>
      </pc:sldChg>
      <pc:sldChg chg="modSp add mod">
        <pc:chgData name="Šedivec Tomáš" userId="5859117d-4fed-45af-939e-a078bb4ea44f" providerId="ADAL" clId="{00F5A5C2-0F03-4AE0-8452-838FD2793CD9}" dt="2024-10-03T14:55:18.815" v="763" actId="108"/>
        <pc:sldMkLst>
          <pc:docMk/>
          <pc:sldMk cId="4148550666" sldId="459"/>
        </pc:sldMkLst>
      </pc:sldChg>
      <pc:sldChg chg="modSp add mod">
        <pc:chgData name="Šedivec Tomáš" userId="5859117d-4fed-45af-939e-a078bb4ea44f" providerId="ADAL" clId="{00F5A5C2-0F03-4AE0-8452-838FD2793CD9}" dt="2024-10-07T09:45:01.261" v="773" actId="27636"/>
        <pc:sldMkLst>
          <pc:docMk/>
          <pc:sldMk cId="3485125544" sldId="4715"/>
        </pc:sldMkLst>
      </pc:sldChg>
    </pc:docChg>
  </pc:docChgLst>
  <pc:docChgLst>
    <pc:chgData name="Šedivec Tomáš" userId="5859117d-4fed-45af-939e-a078bb4ea44f" providerId="ADAL" clId="{F6E47318-830E-4136-AE75-33A374F7B8DC}"/>
    <pc:docChg chg="undo custSel modSld">
      <pc:chgData name="Šedivec Tomáš" userId="5859117d-4fed-45af-939e-a078bb4ea44f" providerId="ADAL" clId="{F6E47318-830E-4136-AE75-33A374F7B8DC}" dt="2024-08-12T10:14:28.182" v="26" actId="108"/>
      <pc:docMkLst>
        <pc:docMk/>
      </pc:docMkLst>
      <pc:sldChg chg="modSp mod">
        <pc:chgData name="Šedivec Tomáš" userId="5859117d-4fed-45af-939e-a078bb4ea44f" providerId="ADAL" clId="{F6E47318-830E-4136-AE75-33A374F7B8DC}" dt="2024-08-12T10:14:28.182" v="26" actId="108"/>
        <pc:sldMkLst>
          <pc:docMk/>
          <pc:sldMk cId="2267967382" sldId="4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05.05.2025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05.05.2025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05.05.2025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05.05.2025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05.05.2025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05.05.2025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05.05.2025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05.05.2025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05.05.2025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05.05.2025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05.05.2025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05.05.2025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aisp_ohlaseni_udaju_agendy" TargetMode="External"/><Relationship Id="rId2" Type="http://schemas.openxmlformats.org/officeDocument/2006/relationships/hyperlink" Target="https://archi.gov.cz/znalostni_baze:metodicke_pokyn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znalostni_baze:autorizace_ukonu" TargetMode="External"/><Relationship Id="rId5" Type="http://schemas.openxmlformats.org/officeDocument/2006/relationships/hyperlink" Target="https://archi.gov.cz/znalostni_baze:ciselniky_rpp?do=diff&amp;rev2%5B0%5D=1731055606&amp;rev2%5B1%5D=1741099540&amp;difftype=sidebyside" TargetMode="External"/><Relationship Id="rId4" Type="http://schemas.openxmlformats.org/officeDocument/2006/relationships/hyperlink" Target="https://archi.gov.cz/znalostni_baze:ik_ovs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nap:caai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5. 5. 2025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Jak udělat přiměřenou zátěž z nepřiměřené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Digitální a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Nové principy IKČR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– 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Ostrovní režim CMS–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Akreditace a atestace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– Digitální a informační agentura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Poznámky a nejasnosti členů pracovní skupiny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1182823"/>
            <a:ext cx="11296691" cy="5770857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Metodické pokyn 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https://archi.gov.cz/znalostni_baze:metodicke_pokyny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Návod na ohlášení agendy 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https://archi.gov.cz/znalostni_baze:aisp_ohlaseni_udaju_agendy</a:t>
            </a:r>
            <a:endParaRPr lang="cs-CZ" sz="29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Osnova vzorové IK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https://archi.gov.cz/znalostni_baze:ik_ovs</a:t>
            </a:r>
            <a:endParaRPr lang="cs-CZ" sz="2900" b="1" dirty="0">
              <a:ln w="0">
                <a:solidFill>
                  <a:schemeClr val="bg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Číselníky ve VDF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5"/>
              </a:rPr>
              <a:t>https://archi.gov.cz/znalostni_baze:ciselniky_rpp?do=diff&amp;rev2%5B0%5D=1731055606&amp;rev2%5B1%5D=1741099540&amp;difftype=sidebyside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Autorizace digitálního úkonu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6"/>
              </a:rPr>
              <a:t>https://archi.gov.cz/znalostni_baze:autorizace_ukonu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0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č. 2025/4/3/U2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Jak udělat přiměřenou zátěž z nepřiměřené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071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principy IKČR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49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16D112-0D36-2FFB-AFC7-7FA056832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principy IKČR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3835B8-8DE9-5191-D50C-9BB91A826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 snazší komunikaci, pochopení a následování jsou principy rozděleny do pěti skupin podle své vnitřní blízkosti a svého účelu: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Digitální transformace úřadů (Měníme se s dobou)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Zaměření na klienta (Všichni Evropané jsou našimi klienty)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Jeden propojený stát (Sloužíme Vám společně a jednotně)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Koncepce a architektura ICT (Naše řešení zodpovědně stavíme podle nejlepších praxí)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Data mají hodnotu (O Vaše data se staráme a chráníme je)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52621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A51A4-6A2E-87B8-1E63-84A6AF08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7A6537-C6B2-8A37-7800-34218A2F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principy IKČR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5229CE-C4D7-3FBE-48FA-E37E39EF1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6379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Každá skupina principů obsahuje: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buFontTx/>
              <a:buChar char="-"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Název („Marketingové“, dobře znějící a přiměřeně výstižné jméno skupiny principů)</a:t>
            </a:r>
            <a:endParaRPr lang="cs-CZ" sz="20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Aft>
                <a:spcPts val="800"/>
              </a:spcAft>
              <a:buFontTx/>
              <a:buChar char="-"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Výrok (Stručné vyjádření podstaty a pravidel skupiny principů tak, jak je schváleno a publikováno v platné IKČR)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buFontTx/>
              <a:buChar char="-"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Odůvodnění </a:t>
            </a:r>
            <a:r>
              <a:rPr lang="cs-CZ" sz="2800" b="1" dirty="0">
                <a:ln>
                  <a:solidFill>
                    <a:schemeClr val="bg1"/>
                  </a:solidFill>
                </a:ln>
              </a:rPr>
              <a:t>(</a:t>
            </a:r>
            <a:r>
              <a:rPr lang="cs-CZ" sz="2300" b="1" dirty="0">
                <a:ln>
                  <a:solidFill>
                    <a:schemeClr val="bg1"/>
                  </a:solidFill>
                </a:ln>
              </a:rPr>
              <a:t>Vysvětlení, jaké má principy ve skupině přínosy, k čemu slouží, proč byly do IK ČR na podporu eGovernmentu ČR zařazeny či proč by měli architekti a manažeři OVS rozhodovat v souladu s principy z této skupiny.)</a:t>
            </a:r>
            <a:endParaRPr lang="cs-CZ" sz="2100" b="1" dirty="0">
              <a:ln>
                <a:solidFill>
                  <a:schemeClr val="bg1"/>
                </a:solidFill>
              </a:ln>
            </a:endParaRPr>
          </a:p>
          <a:p>
            <a:pPr lvl="1">
              <a:lnSpc>
                <a:spcPct val="100000"/>
              </a:lnSpc>
              <a:spcAft>
                <a:spcPts val="800"/>
              </a:spcAft>
              <a:buFontTx/>
              <a:buChar char="-"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Důsledky principů (Výčet tvrzení všech elementárních principů, zahrnutých do skupiny, jejich vysvětlení a podstatných příkladů toho, jak se jednotlivý princip promítá do rozhodování o architektuře)</a:t>
            </a:r>
          </a:p>
          <a:p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Důsledky jsou jak na OVS, tak na centrální úroveň (DIA)</a:t>
            </a:r>
          </a:p>
          <a:p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V dalším rozvoji budou důsledky děleny dle angažmá jako např. žádost o stanovisko OHA</a:t>
            </a:r>
          </a:p>
        </p:txBody>
      </p:sp>
    </p:spTree>
    <p:extLst>
      <p:ext uri="{BB962C8B-B14F-4D97-AF65-F5344CB8AC3E}">
        <p14:creationId xmlns:p14="http://schemas.microsoft.com/office/powerpoint/2010/main" val="2039738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0559-EA78-DC4D-F688-BA888906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067C50-44F3-8511-2D44-41DE9575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principy IKČR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E086AD-F419-36C3-74CA-57C05EC45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727"/>
            <a:ext cx="10515600" cy="48006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Digitální transformace úřadů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Úřady se trvale mění tak, aby svoje služby navrhovaly, upravovaly a poskytovaly primárně jako digitální, jak při obsluze klientů, tak při vnitřním vyřizování. Změny se připraví tak, aby úřady byly hospodárné, efektivní a odolné vůči rizikům, měřitelné a umožnily rychlé úpravy parametrů podle zákonných i procesních potřeb.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b="1" dirty="0">
              <a:ln>
                <a:solidFill>
                  <a:schemeClr val="bg1"/>
                </a:solidFill>
              </a:ln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Zaměření na klienta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Všichni občané ČR a EU jsou klienty veřejné správy ČR bez ohledu na jejich zdravotní nebo sociální situaci, či digitální gramotnosti nebo jazykovou bariéru. Služby eGovernmentu jsou vyvinuty jako klientsky orientované, srozumitelné, uživatelsky přívětivé a jsou dostupné i pro organizace používající svoje zařízení a SW systémy.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endParaRPr lang="cs-CZ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FontTx/>
              <a:buChar char="-"/>
            </a:pPr>
            <a:endParaRPr lang="cs-CZ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cs-CZ" sz="24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189065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E8F55-F75E-E162-E38E-57552C856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D4F64B-CAAE-E00E-3EF1-0CA87F73E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principy IKČR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F24E688-1ADF-0C25-1A79-11D2E6D80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336"/>
            <a:ext cx="10515600" cy="504853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Jeden propojený stát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2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Služby jednotlivých úřadů jsou navrženy tak, aby sloužily potřebám klientů a ti cítili oporu ze strany veřejné správy, protože se mohou spolehnout na to, že úřady pracují s aktuálními klientovými informacemi, které jednou získaly a které si navzájem sdílí. Přičemž úřady poskytují služby s jednotným vzhledem a stejným chováním, na který si klient navykl.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sz="22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Koncepce a architektura ICT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Informační technologie na podporu digitální transformace a digitálních služeb musí být navrhovány, dlouhodobě rozvíjeny a centrálně koordinovány podle nejlepších praxí v oboru, včetně Cloud </a:t>
            </a:r>
            <a:r>
              <a:rPr lang="cs-CZ" sz="2400" b="1" dirty="0" err="1">
                <a:ln>
                  <a:solidFill>
                    <a:schemeClr val="bg1"/>
                  </a:solidFill>
                </a:ln>
              </a:rPr>
              <a:t>Computingu</a:t>
            </a:r>
            <a:r>
              <a:rPr lang="cs-CZ" sz="2400" b="1" dirty="0">
                <a:ln>
                  <a:solidFill>
                    <a:schemeClr val="bg1"/>
                  </a:solidFill>
                </a:ln>
              </a:rPr>
              <a:t> a umělé inteligence, a tak, aby byly užitečné, flexibilní, hospodárné a udržitelné. 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endParaRPr lang="cs-CZ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FontTx/>
              <a:buChar char="-"/>
            </a:pPr>
            <a:endParaRPr lang="cs-CZ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cs-CZ" sz="24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26856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C4709-0F4A-964D-F3F3-2AF4AE9C3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A9825D-F6C9-6889-6116-48F4D879B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principy IKČR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8CF7EF-030F-BFDE-501F-11F6E63E0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Data mají hodnotu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Úřady rozumí struktuře jimi vedených a používaných údajů, rozvíjí svoje interní </a:t>
            </a:r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kompetence i architektury jednotlivých řešení tak, aby mohly být zodpovědnými správci svých dat a mohly svá data bezpečně užívat a sdílet.</a:t>
            </a: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endParaRPr lang="cs-CZ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FontTx/>
              <a:buChar char="-"/>
            </a:pPr>
            <a:endParaRPr lang="cs-CZ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cs-CZ" sz="24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350722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D240-E70B-0DAF-EA0D-829D1B00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A2E524-41CE-0376-0064-B0FD966F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Ostrovní režim CMS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553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6477-CE4B-09B4-7BA4-FFF7DB68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F930E6-B5C2-2CB6-87CE-91356D4C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Akreditace a atestace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106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BDD1-A4BF-2C96-A7A5-783EECE1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78B64C-F84E-798E-3741-4E8A11EE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Akreditace a atestace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AA57867-F8CD-0E2D-2DE8-641CA98A2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216"/>
            <a:ext cx="10515600" cy="500841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Od 1.7. 2024 účinné vyhlášky č. 360/2023 Sb. a 530/2006 Sb.</a:t>
            </a:r>
          </a:p>
          <a:p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Platí možnost atestu podle starých prav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idel</a:t>
            </a:r>
          </a:p>
          <a:p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22.1. ČIA zveřejnila možnosti reakreditace pro atestační střediska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Možnost atestu podle nových postupů očekáváme od března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Nejpozději od 1.7.2025 budou atestačním střediskům odebrána pověření podle starých postupů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Atest dlouhodobého řízení bude vyžadován při schvalování projektů OHA</a:t>
            </a:r>
          </a:p>
        </p:txBody>
      </p:sp>
    </p:spTree>
    <p:extLst>
      <p:ext uri="{BB962C8B-B14F-4D97-AF65-F5344CB8AC3E}">
        <p14:creationId xmlns:p14="http://schemas.microsoft.com/office/powerpoint/2010/main" val="429316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CFCC-F104-6589-E049-7AB3929B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6E208C-F93C-74E0-C7AD-37A2E997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3282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71C3E-65EF-1A81-27DE-A2C83FE7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E9035F-75C8-4E2B-734C-B87EED22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653"/>
            <a:ext cx="10515600" cy="1325563"/>
          </a:xfrm>
        </p:spPr>
        <p:txBody>
          <a:bodyPr/>
          <a:lstStyle/>
          <a:p>
            <a:r>
              <a:rPr lang="es-E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</a:t>
            </a:r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a </a:t>
            </a:r>
            <a:r>
              <a:rPr lang="es-E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nejasnosti</a:t>
            </a:r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s-E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členů</a:t>
            </a:r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s-E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pracovní</a:t>
            </a:r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s-ES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skupiny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4AB49D6-4F25-A074-3B58-6D71108B9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9582"/>
            <a:ext cx="10515600" cy="500841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CAAIS: DIA již nebude automaticky schvalovat registrace AIS pro využití JIP/KAAS. Jedině na základě výjimky OHA. Nedávno byla zamítnuta registrace např. systému </a:t>
            </a:r>
            <a:r>
              <a:rPr lang="cs-CZ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eTurista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 Více viz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https://archi.gov.cz/nap:caais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 </a:t>
            </a:r>
          </a:p>
          <a:p>
            <a:r>
              <a:rPr lang="cs-CZ" b="1" dirty="0" err="1">
                <a:ln>
                  <a:solidFill>
                    <a:schemeClr val="bg1"/>
                  </a:solidFill>
                </a:ln>
              </a:rPr>
              <a:t>ReZa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: Implementační praxe na MDČR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Luboš Fryc: Modelování principů IK</a:t>
            </a:r>
          </a:p>
        </p:txBody>
      </p:sp>
    </p:spTree>
    <p:extLst>
      <p:ext uri="{BB962C8B-B14F-4D97-AF65-F5344CB8AC3E}">
        <p14:creationId xmlns:p14="http://schemas.microsoft.com/office/powerpoint/2010/main" val="1565491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CCF0B1B-B9C3-45B3-85E1-383190D871DA}"/>
</file>

<file path=customXml/itemProps3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8171</TotalTime>
  <Words>1016</Words>
  <Application>Microsoft Office PowerPoint</Application>
  <PresentationFormat>Širokoúhlá obrazovka</PresentationFormat>
  <Paragraphs>88</Paragraphs>
  <Slides>21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21</vt:i4>
      </vt:variant>
    </vt:vector>
  </HeadingPairs>
  <TitlesOfParts>
    <vt:vector size="25" baseType="lpstr">
      <vt:lpstr>Arial</vt:lpstr>
      <vt:lpstr>Calibri</vt:lpstr>
      <vt:lpstr>Symbol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Jak udělat přiměřenou zátěž z nepřiměřené</vt:lpstr>
      <vt:lpstr>Nové principy IKČR</vt:lpstr>
      <vt:lpstr>Nové principy IKČR</vt:lpstr>
      <vt:lpstr>Nové principy IKČR</vt:lpstr>
      <vt:lpstr>Nové principy IKČR</vt:lpstr>
      <vt:lpstr>Nové principy IKČR</vt:lpstr>
      <vt:lpstr>Nové principy IKČR</vt:lpstr>
      <vt:lpstr>Ostrovní režim CMS</vt:lpstr>
      <vt:lpstr>Akreditace a atestace</vt:lpstr>
      <vt:lpstr>Akreditace a atestace</vt:lpstr>
      <vt:lpstr>Otázky a nejasnosti členů pracovní skupiny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116</cp:revision>
  <dcterms:created xsi:type="dcterms:W3CDTF">2021-01-27T09:19:54Z</dcterms:created>
  <dcterms:modified xsi:type="dcterms:W3CDTF">2025-05-05T10:34:54Z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