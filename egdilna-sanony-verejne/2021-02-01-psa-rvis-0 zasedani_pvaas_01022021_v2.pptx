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60" r:id="rId3"/>
    <p:sldId id="259" r:id="rId4"/>
    <p:sldId id="261" r:id="rId5"/>
    <p:sldId id="262" r:id="rId6"/>
    <p:sldId id="263" r:id="rId7"/>
    <p:sldId id="264" r:id="rId8"/>
    <p:sldId id="265" r:id="rId9"/>
    <p:sldId id="266" r:id="rId10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91851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59944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623235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58988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924341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348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786692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58863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49843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640465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27.01.2021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258568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27.01.2021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3656268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archi.gov.cz/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1344" y="5517232"/>
            <a:ext cx="8533612" cy="115212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000" dirty="0" smtClean="0"/>
              <a:t>odbor </a:t>
            </a:r>
            <a:r>
              <a:rPr lang="CS-CZ" sz="2000" dirty="0"/>
              <a:t>Hlavního architekta eGovernmentu </a:t>
            </a:r>
          </a:p>
          <a:p>
            <a:r>
              <a:rPr lang="CS-CZ" sz="2000" dirty="0"/>
              <a:t>Ministerstvo Vnitra ČR</a:t>
            </a:r>
          </a:p>
        </p:txBody>
      </p:sp>
      <p:sp>
        <p:nvSpPr>
          <p:cNvPr id="5" name="Obdélník 4"/>
          <p:cNvSpPr/>
          <p:nvPr/>
        </p:nvSpPr>
        <p:spPr>
          <a:xfrm>
            <a:off x="1271464" y="1268760"/>
            <a:ext cx="9649072" cy="27392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40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40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40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Zasedání</a:t>
            </a:r>
            <a:r>
              <a:rPr kumimoji="0" lang="cs-CZ" sz="4000" b="0" i="0" u="none" strike="noStrike" kern="1200" cap="none" spc="0" normalizeH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pracovního výboru pro architekturu a strategii</a:t>
            </a: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/>
            </a:r>
            <a:br>
              <a:rPr kumimoji="0" lang="cs-CZ" sz="3600" b="0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</a:br>
            <a:r>
              <a:rPr kumimoji="0" lang="cs-CZ" sz="1600" b="1" i="0" u="none" strike="noStrike" kern="1200" cap="none" spc="0" normalizeH="0" baseline="0" noProof="0" dirty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lang="cs-CZ" sz="1600" b="1" dirty="0">
                <a:solidFill>
                  <a:srgbClr val="00A9E2"/>
                </a:solidFill>
                <a:latin typeface="Arial" pitchFamily="34" charset="0"/>
                <a:cs typeface="Arial" pitchFamily="34" charset="0"/>
              </a:rPr>
              <a:t>z</a:t>
            </a:r>
            <a:r>
              <a:rPr kumimoji="0" lang="cs-CZ" sz="1600" b="1" i="0" u="none" strike="noStrike" kern="1200" cap="none" spc="0" normalizeH="0" baseline="0" noProof="0" dirty="0" err="1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asedání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cs-CZ" sz="1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1.2.2021</a:t>
            </a:r>
            <a:endParaRPr kumimoji="0" lang="cs-CZ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96930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r>
              <a:rPr lang="cs-CZ" b="1" dirty="0"/>
              <a:t>Technický úvod, pravidla videokonference </a:t>
            </a:r>
          </a:p>
        </p:txBody>
      </p:sp>
    </p:spTree>
    <p:extLst>
      <p:ext uri="{BB962C8B-B14F-4D97-AF65-F5344CB8AC3E}">
        <p14:creationId xmlns:p14="http://schemas.microsoft.com/office/powerpoint/2010/main" val="56741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9768408" y="116632"/>
            <a:ext cx="778408" cy="490066"/>
          </a:xfrm>
        </p:spPr>
        <p:txBody>
          <a:bodyPr/>
          <a:lstStyle/>
          <a:p>
            <a:r>
              <a:rPr lang="cs-CZ" dirty="0"/>
              <a:t> 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idx="1"/>
          </p:nvPr>
        </p:nvSpPr>
        <p:spPr>
          <a:xfrm>
            <a:off x="9768408" y="5733257"/>
            <a:ext cx="442392" cy="39290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cs-CZ" dirty="0"/>
              <a:t> </a:t>
            </a: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4144862" y="333886"/>
            <a:ext cx="6345009" cy="6011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cs-CZ" sz="32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A9E2"/>
                </a:solidFill>
                <a:effectLst/>
                <a:uLnTx/>
                <a:uFillTx/>
                <a:latin typeface="Arial" pitchFamily="34" charset="0"/>
                <a:ea typeface="+mj-ea"/>
                <a:cs typeface="Arial" pitchFamily="34" charset="0"/>
              </a:rPr>
              <a:t>Agenda</a:t>
            </a:r>
            <a:endParaRPr kumimoji="0" lang="en-US" sz="4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j-ea"/>
              <a:cs typeface="+mj-cs"/>
            </a:endParaRPr>
          </a:p>
        </p:txBody>
      </p:sp>
      <p:sp>
        <p:nvSpPr>
          <p:cNvPr id="8" name="TextovéPole 7">
            <a:extLst>
              <a:ext uri="{FF2B5EF4-FFF2-40B4-BE49-F238E27FC236}">
                <a16:creationId xmlns:a16="http://schemas.microsoft.com/office/drawing/2014/main" id="{DB173E78-E423-C647-B2A9-0E772E0C7ADB}"/>
              </a:ext>
            </a:extLst>
          </p:cNvPr>
          <p:cNvSpPr txBox="1"/>
          <p:nvPr/>
        </p:nvSpPr>
        <p:spPr>
          <a:xfrm>
            <a:off x="263352" y="1493876"/>
            <a:ext cx="11521279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Technický úvod, pravidla videokonference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Tomáš Šedivec, 5 min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Uvítání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Petr Kuchař, 5 min</a:t>
            </a: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spcAft>
                <a:spcPts val="0"/>
              </a:spcAft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Hlavní program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IKČR a její navazující dokumenty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–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Tomáš Šedivec, 30 min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Legislativa eGovernmentu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Ondřej Felix / Radvan Nováček, 30 min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Elektronická identita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Petr Kuchař, 30 min</a:t>
            </a:r>
            <a:endParaRPr lang="cs-CZ" sz="2400" dirty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Povinnosti OVM </a:t>
            </a:r>
            <a:r>
              <a:rPr lang="cs-CZ" sz="24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vůči Ministerstvu vnitra 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– Jaroslav Čermák, 30 min</a:t>
            </a:r>
          </a:p>
          <a:p>
            <a:pPr marL="342900" indent="-342900">
              <a:buFont typeface="+mj-lt"/>
              <a:buAutoNum type="arabicPeriod"/>
            </a:pPr>
            <a:endParaRPr lang="cs-CZ" sz="2400" dirty="0" smtClean="0">
              <a:solidFill>
                <a:schemeClr val="tx1">
                  <a:lumMod val="65000"/>
                  <a:lumOff val="35000"/>
                </a:schemeClr>
              </a:solidFill>
              <a:latin typeface="Arial" panose="020B060402020202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cs-CZ" sz="2400" b="1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Závěr</a:t>
            </a:r>
            <a:r>
              <a:rPr lang="cs-CZ" sz="24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- Petr Kuchař, 5 min</a:t>
            </a:r>
          </a:p>
        </p:txBody>
      </p:sp>
    </p:spTree>
    <p:extLst>
      <p:ext uri="{BB962C8B-B14F-4D97-AF65-F5344CB8AC3E}">
        <p14:creationId xmlns:p14="http://schemas.microsoft.com/office/powerpoint/2010/main" val="3010951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225339" y="316201"/>
            <a:ext cx="8587048" cy="681327"/>
          </a:xfrm>
        </p:spPr>
        <p:txBody>
          <a:bodyPr/>
          <a:lstStyle/>
          <a:p>
            <a:pPr algn="ctr"/>
            <a:r>
              <a:rPr lang="cs-CZ" b="1" dirty="0" smtClean="0"/>
              <a:t>Uvítání, kontext naší PS v rámci RVIS</a:t>
            </a:r>
            <a:endParaRPr lang="cs-CZ" b="1" dirty="0"/>
          </a:p>
        </p:txBody>
      </p:sp>
      <p:pic>
        <p:nvPicPr>
          <p:cNvPr id="3" name="Obrázek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72" y="1084024"/>
            <a:ext cx="8814981" cy="5773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18114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39833" y="2552324"/>
            <a:ext cx="10856421" cy="2285683"/>
          </a:xfrm>
        </p:spPr>
        <p:txBody>
          <a:bodyPr/>
          <a:lstStyle/>
          <a:p>
            <a:pPr lvl="0" algn="ctr"/>
            <a:r>
              <a:rPr lang="cs-CZ" b="1" dirty="0"/>
              <a:t>IKČR a její navazující dokumenty přístupné na portálu </a:t>
            </a:r>
            <a:r>
              <a:rPr lang="cs-CZ" b="1" u="sng" dirty="0">
                <a:hlinkClick r:id="rId2"/>
              </a:rPr>
              <a:t>https://archi.gov.cz</a:t>
            </a:r>
            <a:r>
              <a:rPr lang="cs-CZ" b="1" u="sng" dirty="0" smtClean="0">
                <a:hlinkClick r:id="rId2"/>
              </a:rPr>
              <a:t>/</a:t>
            </a:r>
            <a:r>
              <a:rPr lang="cs-CZ" b="1" u="sng" dirty="0" smtClean="0"/>
              <a:t/>
            </a:r>
            <a:br>
              <a:rPr lang="cs-CZ" b="1" u="sng" dirty="0" smtClean="0"/>
            </a:b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914990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/>
              <a:t>Legislativa eGovernmentu </a:t>
            </a:r>
          </a:p>
        </p:txBody>
      </p:sp>
    </p:spTree>
    <p:extLst>
      <p:ext uri="{BB962C8B-B14F-4D97-AF65-F5344CB8AC3E}">
        <p14:creationId xmlns:p14="http://schemas.microsoft.com/office/powerpoint/2010/main" val="4056326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95796" y="2552324"/>
            <a:ext cx="8811491" cy="1421159"/>
          </a:xfrm>
        </p:spPr>
        <p:txBody>
          <a:bodyPr/>
          <a:lstStyle/>
          <a:p>
            <a:pPr algn="ctr"/>
            <a:r>
              <a:rPr lang="cs-CZ" b="1" dirty="0" smtClean="0"/>
              <a:t>Elektronická </a:t>
            </a:r>
            <a:r>
              <a:rPr lang="cs-CZ" b="1" dirty="0"/>
              <a:t>identita</a:t>
            </a:r>
          </a:p>
        </p:txBody>
      </p:sp>
    </p:spTree>
    <p:extLst>
      <p:ext uri="{BB962C8B-B14F-4D97-AF65-F5344CB8AC3E}">
        <p14:creationId xmlns:p14="http://schemas.microsoft.com/office/powerpoint/2010/main" val="3971978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Povinnosti </a:t>
            </a:r>
            <a:r>
              <a:rPr lang="cs-CZ" b="1" dirty="0"/>
              <a:t>orgánů veřejné </a:t>
            </a:r>
            <a:r>
              <a:rPr lang="cs-CZ" b="1" dirty="0" smtClean="0"/>
              <a:t>moci/správy, </a:t>
            </a:r>
            <a:r>
              <a:rPr lang="cs-CZ" b="1" dirty="0"/>
              <a:t>jejich zřizovaných organizací a organizací v působnosti ministerstva vůči Ministerstvu vnitra </a:t>
            </a:r>
          </a:p>
        </p:txBody>
      </p:sp>
    </p:spTree>
    <p:extLst>
      <p:ext uri="{BB962C8B-B14F-4D97-AF65-F5344CB8AC3E}">
        <p14:creationId xmlns:p14="http://schemas.microsoft.com/office/powerpoint/2010/main" val="246438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556954" y="2552324"/>
            <a:ext cx="10914610" cy="1978112"/>
          </a:xfrm>
        </p:spPr>
        <p:txBody>
          <a:bodyPr/>
          <a:lstStyle/>
          <a:p>
            <a:pPr algn="ctr"/>
            <a:r>
              <a:rPr lang="cs-CZ" b="1" dirty="0" smtClean="0"/>
              <a:t>Závěr</a:t>
            </a:r>
            <a:endParaRPr lang="cs-CZ" b="1" dirty="0"/>
          </a:p>
        </p:txBody>
      </p:sp>
    </p:spTree>
    <p:extLst>
      <p:ext uri="{BB962C8B-B14F-4D97-AF65-F5344CB8AC3E}">
        <p14:creationId xmlns:p14="http://schemas.microsoft.com/office/powerpoint/2010/main" val="2032749698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C8C4E84-F294-4739-9B38-79512697B303}"/>
</file>

<file path=customXml/itemProps2.xml><?xml version="1.0" encoding="utf-8"?>
<ds:datastoreItem xmlns:ds="http://schemas.openxmlformats.org/officeDocument/2006/customXml" ds:itemID="{DF95E4D4-7B5C-4E83-8528-45EBDAE5CD4B}"/>
</file>

<file path=customXml/itemProps3.xml><?xml version="1.0" encoding="utf-8"?>
<ds:datastoreItem xmlns:ds="http://schemas.openxmlformats.org/officeDocument/2006/customXml" ds:itemID="{1019CEA8-42E1-4866-A791-076CA01B6A62}"/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140</Words>
  <Application>Microsoft Office PowerPoint</Application>
  <PresentationFormat>Širokoúhlá obrazovka</PresentationFormat>
  <Paragraphs>24</Paragraphs>
  <Slides>9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9</vt:i4>
      </vt:variant>
    </vt:vector>
  </HeadingPairs>
  <TitlesOfParts>
    <vt:vector size="12" baseType="lpstr">
      <vt:lpstr>Arial</vt:lpstr>
      <vt:lpstr>Calibri</vt:lpstr>
      <vt:lpstr>MV_sablona1_2007</vt:lpstr>
      <vt:lpstr>Prezentace aplikace PowerPoint</vt:lpstr>
      <vt:lpstr>Technický úvod, pravidla videokonference </vt:lpstr>
      <vt:lpstr> </vt:lpstr>
      <vt:lpstr>Uvítání, kontext naší PS v rámci RVIS</vt:lpstr>
      <vt:lpstr>IKČR a její navazující dokumenty přístupné na portálu https://archi.gov.cz/ </vt:lpstr>
      <vt:lpstr>Legislativa eGovernmentu </vt:lpstr>
      <vt:lpstr>Elektronická identita</vt:lpstr>
      <vt:lpstr>Povinnosti orgánů veřejné moci/správy, jejich zřizovaných organizací a organizací v působnosti ministerstva vůči Ministerstvu vnitra 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Prezentace aplikace PowerPoint</dc:title>
  <dc:creator>Tomáš Šedivec</dc:creator>
  <cp:lastModifiedBy>KUCHAŘ Petr, Ing.</cp:lastModifiedBy>
  <cp:revision>5</cp:revision>
  <dcterms:created xsi:type="dcterms:W3CDTF">2021-01-27T09:19:54Z</dcterms:created>
  <dcterms:modified xsi:type="dcterms:W3CDTF">2021-01-27T10:34:27Z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