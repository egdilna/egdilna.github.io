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4"/>
  </p:notesMasterIdLst>
  <p:handoutMasterIdLst>
    <p:handoutMasterId r:id="rId15"/>
  </p:handoutMasterIdLst>
  <p:sldIdLst>
    <p:sldId id="256" r:id="rId6"/>
    <p:sldId id="296" r:id="rId7"/>
    <p:sldId id="297" r:id="rId8"/>
    <p:sldId id="292" r:id="rId9"/>
    <p:sldId id="300" r:id="rId10"/>
    <p:sldId id="294" r:id="rId11"/>
    <p:sldId id="298" r:id="rId12"/>
    <p:sldId id="299" r:id="rId1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  <p:cmAuthor id="3" name="Radan Březa" initials="RB" lastIdx="1" clrIdx="2">
    <p:extLst>
      <p:ext uri="{19B8F6BF-5375-455C-9EA6-DF929625EA0E}">
        <p15:presenceInfo xmlns:p15="http://schemas.microsoft.com/office/powerpoint/2012/main" userId="S::Radan.Breza@nakit.cz::15343d37-5c73-4295-8ec0-a21a0edf65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93"/>
    <a:srgbClr val="4F81BD"/>
    <a:srgbClr val="000000"/>
    <a:srgbClr val="FFFFFF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8CCEA0-1B74-405C-AB73-7A51BBA371EE}" v="5" dt="2021-06-01T12:41:17.708"/>
    <p1510:client id="{72258A28-9BF0-4CE0-8F23-A5BA9160523C}" v="43" dt="2021-06-01T14:34:08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7461" autoAdjust="0"/>
  </p:normalViewPr>
  <p:slideViewPr>
    <p:cSldViewPr>
      <p:cViewPr varScale="1">
        <p:scale>
          <a:sx n="110" d="100"/>
          <a:sy n="110" d="100"/>
        </p:scale>
        <p:origin x="164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402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áclav Trejdl" userId="b36bbef8-54a2-4200-bcb8-49c9f405063d" providerId="ADAL" clId="{EB27C39D-EED9-4DB8-B07A-08815871A3B9}"/>
    <pc:docChg chg="modSld">
      <pc:chgData name="Václav Trejdl" userId="b36bbef8-54a2-4200-bcb8-49c9f405063d" providerId="ADAL" clId="{EB27C39D-EED9-4DB8-B07A-08815871A3B9}" dt="2021-05-19T13:10:44.275" v="110" actId="20577"/>
      <pc:docMkLst>
        <pc:docMk/>
      </pc:docMkLst>
      <pc:sldChg chg="modSp mod">
        <pc:chgData name="Václav Trejdl" userId="b36bbef8-54a2-4200-bcb8-49c9f405063d" providerId="ADAL" clId="{EB27C39D-EED9-4DB8-B07A-08815871A3B9}" dt="2021-05-19T13:10:44.275" v="110" actId="20577"/>
        <pc:sldMkLst>
          <pc:docMk/>
          <pc:sldMk cId="2840219306" sldId="292"/>
        </pc:sldMkLst>
        <pc:spChg chg="mod">
          <ac:chgData name="Václav Trejdl" userId="b36bbef8-54a2-4200-bcb8-49c9f405063d" providerId="ADAL" clId="{EB27C39D-EED9-4DB8-B07A-08815871A3B9}" dt="2021-05-19T13:10:44.275" v="110" actId="20577"/>
          <ac:spMkLst>
            <pc:docMk/>
            <pc:sldMk cId="2840219306" sldId="292"/>
            <ac:spMk id="3" creationId="{9C95BCB2-D92B-4B52-A9DC-BC8CBA2C81BD}"/>
          </ac:spMkLst>
        </pc:spChg>
      </pc:sldChg>
    </pc:docChg>
  </pc:docChgLst>
  <pc:docChgLst>
    <pc:chgData name="Březa Radan" userId="S::radan.breza@nakit.cz::15343d37-5c73-4295-8ec0-a21a0edf6593" providerId="AD" clId="Web-{6CA76650-CBA3-4C86-94C2-CB809E9776EE}"/>
    <pc:docChg chg="addSld">
      <pc:chgData name="Březa Radan" userId="S::radan.breza@nakit.cz::15343d37-5c73-4295-8ec0-a21a0edf6593" providerId="AD" clId="Web-{6CA76650-CBA3-4C86-94C2-CB809E9776EE}" dt="2021-05-24T07:17:21.094" v="0"/>
      <pc:docMkLst>
        <pc:docMk/>
      </pc:docMkLst>
      <pc:sldChg chg="add replId">
        <pc:chgData name="Březa Radan" userId="S::radan.breza@nakit.cz::15343d37-5c73-4295-8ec0-a21a0edf6593" providerId="AD" clId="Web-{6CA76650-CBA3-4C86-94C2-CB809E9776EE}" dt="2021-05-24T07:17:21.094" v="0"/>
        <pc:sldMkLst>
          <pc:docMk/>
          <pc:sldMk cId="4084690999" sldId="295"/>
        </pc:sldMkLst>
      </pc:sldChg>
    </pc:docChg>
  </pc:docChgLst>
  <pc:docChgLst>
    <pc:chgData name="Václav Trejdl" userId="b36bbef8-54a2-4200-bcb8-49c9f405063d" providerId="ADAL" clId="{72258A28-9BF0-4CE0-8F23-A5BA9160523C}"/>
    <pc:docChg chg="undo redo custSel addSld delSld modSld">
      <pc:chgData name="Václav Trejdl" userId="b36bbef8-54a2-4200-bcb8-49c9f405063d" providerId="ADAL" clId="{72258A28-9BF0-4CE0-8F23-A5BA9160523C}" dt="2021-06-01T14:41:05.963" v="744" actId="47"/>
      <pc:docMkLst>
        <pc:docMk/>
      </pc:docMkLst>
      <pc:sldChg chg="addSp modSp mod delCm">
        <pc:chgData name="Václav Trejdl" userId="b36bbef8-54a2-4200-bcb8-49c9f405063d" providerId="ADAL" clId="{72258A28-9BF0-4CE0-8F23-A5BA9160523C}" dt="2021-05-25T08:38:59.765" v="2" actId="1592"/>
        <pc:sldMkLst>
          <pc:docMk/>
          <pc:sldMk cId="0" sldId="256"/>
        </pc:sldMkLst>
        <pc:picChg chg="add mod">
          <ac:chgData name="Václav Trejdl" userId="b36bbef8-54a2-4200-bcb8-49c9f405063d" providerId="ADAL" clId="{72258A28-9BF0-4CE0-8F23-A5BA9160523C}" dt="2021-05-25T08:38:45.933" v="1" actId="1076"/>
          <ac:picMkLst>
            <pc:docMk/>
            <pc:sldMk cId="0" sldId="256"/>
            <ac:picMk id="6" creationId="{0D345A4C-A409-439A-9263-7DDA7D22D7C6}"/>
          </ac:picMkLst>
        </pc:picChg>
      </pc:sldChg>
      <pc:sldChg chg="addSp delSp modSp del mod">
        <pc:chgData name="Václav Trejdl" userId="b36bbef8-54a2-4200-bcb8-49c9f405063d" providerId="ADAL" clId="{72258A28-9BF0-4CE0-8F23-A5BA9160523C}" dt="2021-06-01T14:41:05.963" v="744" actId="47"/>
        <pc:sldMkLst>
          <pc:docMk/>
          <pc:sldMk cId="2325368997" sldId="291"/>
        </pc:sldMkLst>
        <pc:spChg chg="del">
          <ac:chgData name="Václav Trejdl" userId="b36bbef8-54a2-4200-bcb8-49c9f405063d" providerId="ADAL" clId="{72258A28-9BF0-4CE0-8F23-A5BA9160523C}" dt="2021-06-01T14:34:13.201" v="467" actId="478"/>
          <ac:spMkLst>
            <pc:docMk/>
            <pc:sldMk cId="2325368997" sldId="291"/>
            <ac:spMk id="2" creationId="{01DE4A2D-4738-4983-9877-7FE75C02E7CF}"/>
          </ac:spMkLst>
        </pc:spChg>
        <pc:spChg chg="add mod">
          <ac:chgData name="Václav Trejdl" userId="b36bbef8-54a2-4200-bcb8-49c9f405063d" providerId="ADAL" clId="{72258A28-9BF0-4CE0-8F23-A5BA9160523C}" dt="2021-06-01T14:36:04.529" v="514" actId="20577"/>
          <ac:spMkLst>
            <pc:docMk/>
            <pc:sldMk cId="2325368997" sldId="291"/>
            <ac:spMk id="4" creationId="{EDB01441-96C3-4273-AF15-39225D640CFF}"/>
          </ac:spMkLst>
        </pc:spChg>
        <pc:spChg chg="add mod">
          <ac:chgData name="Václav Trejdl" userId="b36bbef8-54a2-4200-bcb8-49c9f405063d" providerId="ADAL" clId="{72258A28-9BF0-4CE0-8F23-A5BA9160523C}" dt="2021-06-01T14:38:16.979" v="678" actId="14100"/>
          <ac:spMkLst>
            <pc:docMk/>
            <pc:sldMk cId="2325368997" sldId="291"/>
            <ac:spMk id="6" creationId="{9D1BF22B-202F-4E8F-8CBA-7B526ACB811B}"/>
          </ac:spMkLst>
        </pc:spChg>
        <pc:picChg chg="add mod">
          <ac:chgData name="Václav Trejdl" userId="b36bbef8-54a2-4200-bcb8-49c9f405063d" providerId="ADAL" clId="{72258A28-9BF0-4CE0-8F23-A5BA9160523C}" dt="2021-05-25T08:39:38.928" v="9"/>
          <ac:picMkLst>
            <pc:docMk/>
            <pc:sldMk cId="2325368997" sldId="291"/>
            <ac:picMk id="3" creationId="{0A2171A8-8E60-4922-83D0-581584C3060F}"/>
          </ac:picMkLst>
        </pc:picChg>
      </pc:sldChg>
      <pc:sldChg chg="addSp modSp mod">
        <pc:chgData name="Václav Trejdl" userId="b36bbef8-54a2-4200-bcb8-49c9f405063d" providerId="ADAL" clId="{72258A28-9BF0-4CE0-8F23-A5BA9160523C}" dt="2021-06-01T14:40:53.808" v="743" actId="20577"/>
        <pc:sldMkLst>
          <pc:docMk/>
          <pc:sldMk cId="2840219306" sldId="292"/>
        </pc:sldMkLst>
        <pc:spChg chg="mod">
          <ac:chgData name="Václav Trejdl" userId="b36bbef8-54a2-4200-bcb8-49c9f405063d" providerId="ADAL" clId="{72258A28-9BF0-4CE0-8F23-A5BA9160523C}" dt="2021-06-01T14:40:53.808" v="743" actId="20577"/>
          <ac:spMkLst>
            <pc:docMk/>
            <pc:sldMk cId="2840219306" sldId="292"/>
            <ac:spMk id="2" creationId="{4E06BD74-E137-4B75-9457-AA87C02D693D}"/>
          </ac:spMkLst>
        </pc:spChg>
        <pc:spChg chg="mod">
          <ac:chgData name="Václav Trejdl" userId="b36bbef8-54a2-4200-bcb8-49c9f405063d" providerId="ADAL" clId="{72258A28-9BF0-4CE0-8F23-A5BA9160523C}" dt="2021-06-01T12:56:51.765" v="432" actId="20577"/>
          <ac:spMkLst>
            <pc:docMk/>
            <pc:sldMk cId="2840219306" sldId="292"/>
            <ac:spMk id="3" creationId="{9C95BCB2-D92B-4B52-A9DC-BC8CBA2C81BD}"/>
          </ac:spMkLst>
        </pc:spChg>
        <pc:picChg chg="add mod">
          <ac:chgData name="Václav Trejdl" userId="b36bbef8-54a2-4200-bcb8-49c9f405063d" providerId="ADAL" clId="{72258A28-9BF0-4CE0-8F23-A5BA9160523C}" dt="2021-05-25T08:39:12.235" v="5"/>
          <ac:picMkLst>
            <pc:docMk/>
            <pc:sldMk cId="2840219306" sldId="292"/>
            <ac:picMk id="4" creationId="{9919F61C-88EA-4CB5-9D1A-BCFDEF30130F}"/>
          </ac:picMkLst>
        </pc:picChg>
      </pc:sldChg>
      <pc:sldChg chg="addSp modSp mod">
        <pc:chgData name="Václav Trejdl" userId="b36bbef8-54a2-4200-bcb8-49c9f405063d" providerId="ADAL" clId="{72258A28-9BF0-4CE0-8F23-A5BA9160523C}" dt="2021-05-25T08:46:52.363" v="69" actId="1076"/>
        <pc:sldMkLst>
          <pc:docMk/>
          <pc:sldMk cId="1912133247" sldId="294"/>
        </pc:sldMkLst>
        <pc:spChg chg="mod">
          <ac:chgData name="Václav Trejdl" userId="b36bbef8-54a2-4200-bcb8-49c9f405063d" providerId="ADAL" clId="{72258A28-9BF0-4CE0-8F23-A5BA9160523C}" dt="2021-05-25T08:46:52.363" v="69" actId="1076"/>
          <ac:spMkLst>
            <pc:docMk/>
            <pc:sldMk cId="1912133247" sldId="294"/>
            <ac:spMk id="2" creationId="{4E06BD74-E137-4B75-9457-AA87C02D693D}"/>
          </ac:spMkLst>
        </pc:spChg>
        <pc:picChg chg="add mod">
          <ac:chgData name="Václav Trejdl" userId="b36bbef8-54a2-4200-bcb8-49c9f405063d" providerId="ADAL" clId="{72258A28-9BF0-4CE0-8F23-A5BA9160523C}" dt="2021-05-25T08:39:15.645" v="6"/>
          <ac:picMkLst>
            <pc:docMk/>
            <pc:sldMk cId="1912133247" sldId="294"/>
            <ac:picMk id="6" creationId="{81103105-2973-442D-B25F-B2D5E7355313}"/>
          </ac:picMkLst>
        </pc:picChg>
      </pc:sldChg>
      <pc:sldChg chg="addSp modSp mod">
        <pc:chgData name="Václav Trejdl" userId="b36bbef8-54a2-4200-bcb8-49c9f405063d" providerId="ADAL" clId="{72258A28-9BF0-4CE0-8F23-A5BA9160523C}" dt="2021-06-01T12:07:09.938" v="358" actId="27636"/>
        <pc:sldMkLst>
          <pc:docMk/>
          <pc:sldMk cId="2355467876" sldId="296"/>
        </pc:sldMkLst>
        <pc:spChg chg="mod">
          <ac:chgData name="Václav Trejdl" userId="b36bbef8-54a2-4200-bcb8-49c9f405063d" providerId="ADAL" clId="{72258A28-9BF0-4CE0-8F23-A5BA9160523C}" dt="2021-06-01T12:07:09.938" v="358" actId="27636"/>
          <ac:spMkLst>
            <pc:docMk/>
            <pc:sldMk cId="2355467876" sldId="296"/>
            <ac:spMk id="3" creationId="{9C95BCB2-D92B-4B52-A9DC-BC8CBA2C81BD}"/>
          </ac:spMkLst>
        </pc:spChg>
        <pc:picChg chg="add mod">
          <ac:chgData name="Václav Trejdl" userId="b36bbef8-54a2-4200-bcb8-49c9f405063d" providerId="ADAL" clId="{72258A28-9BF0-4CE0-8F23-A5BA9160523C}" dt="2021-05-25T08:39:05.783" v="3"/>
          <ac:picMkLst>
            <pc:docMk/>
            <pc:sldMk cId="2355467876" sldId="296"/>
            <ac:picMk id="5" creationId="{2326CBEB-2EA0-4CFB-AB68-7ECAA28314D1}"/>
          </ac:picMkLst>
        </pc:picChg>
        <pc:picChg chg="mod">
          <ac:chgData name="Václav Trejdl" userId="b36bbef8-54a2-4200-bcb8-49c9f405063d" providerId="ADAL" clId="{72258A28-9BF0-4CE0-8F23-A5BA9160523C}" dt="2021-05-25T08:44:06.566" v="61" actId="1038"/>
          <ac:picMkLst>
            <pc:docMk/>
            <pc:sldMk cId="2355467876" sldId="296"/>
            <ac:picMk id="9" creationId="{B5A01EFB-91C5-4A2F-81C9-27E9E3C0C0EF}"/>
          </ac:picMkLst>
        </pc:picChg>
      </pc:sldChg>
      <pc:sldChg chg="addSp modSp mod">
        <pc:chgData name="Václav Trejdl" userId="b36bbef8-54a2-4200-bcb8-49c9f405063d" providerId="ADAL" clId="{72258A28-9BF0-4CE0-8F23-A5BA9160523C}" dt="2021-06-01T14:32:17.465" v="462" actId="207"/>
        <pc:sldMkLst>
          <pc:docMk/>
          <pc:sldMk cId="4240424387" sldId="297"/>
        </pc:sldMkLst>
        <pc:spChg chg="mod">
          <ac:chgData name="Václav Trejdl" userId="b36bbef8-54a2-4200-bcb8-49c9f405063d" providerId="ADAL" clId="{72258A28-9BF0-4CE0-8F23-A5BA9160523C}" dt="2021-06-01T14:31:05.207" v="458" actId="207"/>
          <ac:spMkLst>
            <pc:docMk/>
            <pc:sldMk cId="4240424387" sldId="297"/>
            <ac:spMk id="8" creationId="{82AD10D9-D58E-4933-A266-C0E14154D716}"/>
          </ac:spMkLst>
        </pc:spChg>
        <pc:spChg chg="mod">
          <ac:chgData name="Václav Trejdl" userId="b36bbef8-54a2-4200-bcb8-49c9f405063d" providerId="ADAL" clId="{72258A28-9BF0-4CE0-8F23-A5BA9160523C}" dt="2021-06-01T14:31:17.452" v="459" actId="207"/>
          <ac:spMkLst>
            <pc:docMk/>
            <pc:sldMk cId="4240424387" sldId="297"/>
            <ac:spMk id="9" creationId="{4BED42B9-8A69-46AE-AFE4-1708E8ADB51F}"/>
          </ac:spMkLst>
        </pc:spChg>
        <pc:spChg chg="mod">
          <ac:chgData name="Václav Trejdl" userId="b36bbef8-54a2-4200-bcb8-49c9f405063d" providerId="ADAL" clId="{72258A28-9BF0-4CE0-8F23-A5BA9160523C}" dt="2021-06-01T14:32:17.465" v="462" actId="207"/>
          <ac:spMkLst>
            <pc:docMk/>
            <pc:sldMk cId="4240424387" sldId="297"/>
            <ac:spMk id="10" creationId="{03761527-3FC7-400B-8ABF-0FE02AF2C69A}"/>
          </ac:spMkLst>
        </pc:spChg>
        <pc:spChg chg="mod">
          <ac:chgData name="Václav Trejdl" userId="b36bbef8-54a2-4200-bcb8-49c9f405063d" providerId="ADAL" clId="{72258A28-9BF0-4CE0-8F23-A5BA9160523C}" dt="2021-06-01T14:31:52.055" v="461" actId="207"/>
          <ac:spMkLst>
            <pc:docMk/>
            <pc:sldMk cId="4240424387" sldId="297"/>
            <ac:spMk id="12" creationId="{ACCCEE92-B520-4735-AB9D-47081126441B}"/>
          </ac:spMkLst>
        </pc:spChg>
        <pc:graphicFrameChg chg="mod modGraphic">
          <ac:chgData name="Václav Trejdl" userId="b36bbef8-54a2-4200-bcb8-49c9f405063d" providerId="ADAL" clId="{72258A28-9BF0-4CE0-8F23-A5BA9160523C}" dt="2021-06-01T14:29:06.326" v="455" actId="20577"/>
          <ac:graphicFrameMkLst>
            <pc:docMk/>
            <pc:sldMk cId="4240424387" sldId="297"/>
            <ac:graphicFrameMk id="4" creationId="{81176442-9615-464B-9C0C-7CE99DA54B25}"/>
          </ac:graphicFrameMkLst>
        </pc:graphicFrameChg>
        <pc:picChg chg="add mod">
          <ac:chgData name="Václav Trejdl" userId="b36bbef8-54a2-4200-bcb8-49c9f405063d" providerId="ADAL" clId="{72258A28-9BF0-4CE0-8F23-A5BA9160523C}" dt="2021-05-25T08:39:09.484" v="4"/>
          <ac:picMkLst>
            <pc:docMk/>
            <pc:sldMk cId="4240424387" sldId="297"/>
            <ac:picMk id="11" creationId="{89C60C78-5D56-477A-B5CE-866963AAD96C}"/>
          </ac:picMkLst>
        </pc:picChg>
      </pc:sldChg>
      <pc:sldChg chg="addSp modSp">
        <pc:chgData name="Václav Trejdl" userId="b36bbef8-54a2-4200-bcb8-49c9f405063d" providerId="ADAL" clId="{72258A28-9BF0-4CE0-8F23-A5BA9160523C}" dt="2021-05-25T08:39:19.115" v="7"/>
        <pc:sldMkLst>
          <pc:docMk/>
          <pc:sldMk cId="2389035855" sldId="298"/>
        </pc:sldMkLst>
        <pc:picChg chg="add mod">
          <ac:chgData name="Václav Trejdl" userId="b36bbef8-54a2-4200-bcb8-49c9f405063d" providerId="ADAL" clId="{72258A28-9BF0-4CE0-8F23-A5BA9160523C}" dt="2021-05-25T08:39:19.115" v="7"/>
          <ac:picMkLst>
            <pc:docMk/>
            <pc:sldMk cId="2389035855" sldId="298"/>
            <ac:picMk id="5" creationId="{2241EBCC-DE1A-4FE9-8D51-3F5C32088182}"/>
          </ac:picMkLst>
        </pc:picChg>
      </pc:sldChg>
      <pc:sldChg chg="addSp modSp">
        <pc:chgData name="Václav Trejdl" userId="b36bbef8-54a2-4200-bcb8-49c9f405063d" providerId="ADAL" clId="{72258A28-9BF0-4CE0-8F23-A5BA9160523C}" dt="2021-05-25T08:39:24.444" v="8"/>
        <pc:sldMkLst>
          <pc:docMk/>
          <pc:sldMk cId="1364623181" sldId="299"/>
        </pc:sldMkLst>
        <pc:picChg chg="add mod">
          <ac:chgData name="Václav Trejdl" userId="b36bbef8-54a2-4200-bcb8-49c9f405063d" providerId="ADAL" clId="{72258A28-9BF0-4CE0-8F23-A5BA9160523C}" dt="2021-05-25T08:39:24.444" v="8"/>
          <ac:picMkLst>
            <pc:docMk/>
            <pc:sldMk cId="1364623181" sldId="299"/>
            <ac:picMk id="6" creationId="{49D03257-2B0F-4C24-ACA5-AD0C43D399B9}"/>
          </ac:picMkLst>
        </pc:picChg>
      </pc:sldChg>
      <pc:sldChg chg="add del">
        <pc:chgData name="Václav Trejdl" userId="b36bbef8-54a2-4200-bcb8-49c9f405063d" providerId="ADAL" clId="{72258A28-9BF0-4CE0-8F23-A5BA9160523C}" dt="2021-06-01T14:33:43.065" v="464" actId="2696"/>
        <pc:sldMkLst>
          <pc:docMk/>
          <pc:sldMk cId="556533449" sldId="300"/>
        </pc:sldMkLst>
      </pc:sldChg>
      <pc:sldChg chg="add">
        <pc:chgData name="Václav Trejdl" userId="b36bbef8-54a2-4200-bcb8-49c9f405063d" providerId="ADAL" clId="{72258A28-9BF0-4CE0-8F23-A5BA9160523C}" dt="2021-06-01T14:33:59.509" v="465" actId="2890"/>
        <pc:sldMkLst>
          <pc:docMk/>
          <pc:sldMk cId="3309041518" sldId="300"/>
        </pc:sldMkLst>
      </pc:sldChg>
    </pc:docChg>
  </pc:docChgLst>
  <pc:docChgLst>
    <pc:chgData name="Radan Březa" userId="15343d37-5c73-4295-8ec0-a21a0edf6593" providerId="ADAL" clId="{07705C81-6CCE-4E18-9583-CB4378E0AB2F}"/>
    <pc:docChg chg="undo redo custSel addSld delSld modSld sldOrd addMainMaster modMainMaster">
      <pc:chgData name="Radan Březa" userId="15343d37-5c73-4295-8ec0-a21a0edf6593" providerId="ADAL" clId="{07705C81-6CCE-4E18-9583-CB4378E0AB2F}" dt="2021-05-24T10:13:32.493" v="1417" actId="6549"/>
      <pc:docMkLst>
        <pc:docMk/>
      </pc:docMkLst>
      <pc:sldChg chg="modSp mod addCm modCm modNotes">
        <pc:chgData name="Radan Březa" userId="15343d37-5c73-4295-8ec0-a21a0edf6593" providerId="ADAL" clId="{07705C81-6CCE-4E18-9583-CB4378E0AB2F}" dt="2021-05-24T10:11:03.937" v="1416" actId="1076"/>
        <pc:sldMkLst>
          <pc:docMk/>
          <pc:sldMk cId="0" sldId="256"/>
        </pc:sldMkLst>
        <pc:spChg chg="mod">
          <ac:chgData name="Radan Březa" userId="15343d37-5c73-4295-8ec0-a21a0edf6593" providerId="ADAL" clId="{07705C81-6CCE-4E18-9583-CB4378E0AB2F}" dt="2021-05-24T10:11:03.937" v="141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dan Březa" userId="15343d37-5c73-4295-8ec0-a21a0edf6593" providerId="ADAL" clId="{07705C81-6CCE-4E18-9583-CB4378E0AB2F}" dt="2021-05-24T07:19:47.394" v="26" actId="6549"/>
          <ac:spMkLst>
            <pc:docMk/>
            <pc:sldMk cId="0" sldId="256"/>
            <ac:spMk id="4" creationId="{00000000-0000-0000-0000-000000000000}"/>
          </ac:spMkLst>
        </pc:spChg>
      </pc:sldChg>
      <pc:sldChg chg="ord">
        <pc:chgData name="Radan Březa" userId="15343d37-5c73-4295-8ec0-a21a0edf6593" providerId="ADAL" clId="{07705C81-6CCE-4E18-9583-CB4378E0AB2F}" dt="2021-05-24T10:07:31.289" v="1360"/>
        <pc:sldMkLst>
          <pc:docMk/>
          <pc:sldMk cId="2325368997" sldId="291"/>
        </pc:sldMkLst>
      </pc:sldChg>
      <pc:sldChg chg="modSp mod ord">
        <pc:chgData name="Radan Březa" userId="15343d37-5c73-4295-8ec0-a21a0edf6593" providerId="ADAL" clId="{07705C81-6CCE-4E18-9583-CB4378E0AB2F}" dt="2021-05-24T10:08:20.634" v="1373" actId="20577"/>
        <pc:sldMkLst>
          <pc:docMk/>
          <pc:sldMk cId="2840219306" sldId="292"/>
        </pc:sldMkLst>
        <pc:spChg chg="mod">
          <ac:chgData name="Radan Březa" userId="15343d37-5c73-4295-8ec0-a21a0edf6593" providerId="ADAL" clId="{07705C81-6CCE-4E18-9583-CB4378E0AB2F}" dt="2021-05-24T10:08:14.051" v="1371" actId="20577"/>
          <ac:spMkLst>
            <pc:docMk/>
            <pc:sldMk cId="2840219306" sldId="292"/>
            <ac:spMk id="2" creationId="{4E06BD74-E137-4B75-9457-AA87C02D693D}"/>
          </ac:spMkLst>
        </pc:spChg>
        <pc:spChg chg="mod">
          <ac:chgData name="Radan Březa" userId="15343d37-5c73-4295-8ec0-a21a0edf6593" providerId="ADAL" clId="{07705C81-6CCE-4E18-9583-CB4378E0AB2F}" dt="2021-05-24T10:08:20.634" v="1373" actId="20577"/>
          <ac:spMkLst>
            <pc:docMk/>
            <pc:sldMk cId="2840219306" sldId="292"/>
            <ac:spMk id="3" creationId="{9C95BCB2-D92B-4B52-A9DC-BC8CBA2C81BD}"/>
          </ac:spMkLst>
        </pc:spChg>
      </pc:sldChg>
      <pc:sldChg chg="del">
        <pc:chgData name="Radan Březa" userId="15343d37-5c73-4295-8ec0-a21a0edf6593" providerId="ADAL" clId="{07705C81-6CCE-4E18-9583-CB4378E0AB2F}" dt="2021-05-24T10:08:44.371" v="1375" actId="47"/>
        <pc:sldMkLst>
          <pc:docMk/>
          <pc:sldMk cId="3871764698" sldId="293"/>
        </pc:sldMkLst>
      </pc:sldChg>
      <pc:sldChg chg="addSp modSp mod ord">
        <pc:chgData name="Radan Březa" userId="15343d37-5c73-4295-8ec0-a21a0edf6593" providerId="ADAL" clId="{07705C81-6CCE-4E18-9583-CB4378E0AB2F}" dt="2021-05-24T10:13:32.493" v="1417" actId="6549"/>
        <pc:sldMkLst>
          <pc:docMk/>
          <pc:sldMk cId="1912133247" sldId="294"/>
        </pc:sldMkLst>
        <pc:spChg chg="mod">
          <ac:chgData name="Radan Březa" userId="15343d37-5c73-4295-8ec0-a21a0edf6593" providerId="ADAL" clId="{07705C81-6CCE-4E18-9583-CB4378E0AB2F}" dt="2021-05-24T10:13:32.493" v="1417" actId="6549"/>
          <ac:spMkLst>
            <pc:docMk/>
            <pc:sldMk cId="1912133247" sldId="294"/>
            <ac:spMk id="2" creationId="{4E06BD74-E137-4B75-9457-AA87C02D693D}"/>
          </ac:spMkLst>
        </pc:spChg>
        <pc:spChg chg="mod">
          <ac:chgData name="Radan Březa" userId="15343d37-5c73-4295-8ec0-a21a0edf6593" providerId="ADAL" clId="{07705C81-6CCE-4E18-9583-CB4378E0AB2F}" dt="2021-05-24T09:20:52.403" v="1040" actId="6549"/>
          <ac:spMkLst>
            <pc:docMk/>
            <pc:sldMk cId="1912133247" sldId="294"/>
            <ac:spMk id="3" creationId="{9C95BCB2-D92B-4B52-A9DC-BC8CBA2C81BD}"/>
          </ac:spMkLst>
        </pc:spChg>
        <pc:picChg chg="add mod">
          <ac:chgData name="Radan Březa" userId="15343d37-5c73-4295-8ec0-a21a0edf6593" providerId="ADAL" clId="{07705C81-6CCE-4E18-9583-CB4378E0AB2F}" dt="2021-05-24T09:27:27.888" v="1072" actId="1076"/>
          <ac:picMkLst>
            <pc:docMk/>
            <pc:sldMk cId="1912133247" sldId="294"/>
            <ac:picMk id="5" creationId="{65CC2752-9EDF-4661-9F06-B258F5540463}"/>
          </ac:picMkLst>
        </pc:picChg>
      </pc:sldChg>
      <pc:sldChg chg="del">
        <pc:chgData name="Radan Březa" userId="15343d37-5c73-4295-8ec0-a21a0edf6593" providerId="ADAL" clId="{07705C81-6CCE-4E18-9583-CB4378E0AB2F}" dt="2021-05-24T10:08:42.577" v="1374" actId="47"/>
        <pc:sldMkLst>
          <pc:docMk/>
          <pc:sldMk cId="4084690999" sldId="295"/>
        </pc:sldMkLst>
      </pc:sldChg>
      <pc:sldChg chg="addSp delSp modSp add mod ord">
        <pc:chgData name="Radan Březa" userId="15343d37-5c73-4295-8ec0-a21a0edf6593" providerId="ADAL" clId="{07705C81-6CCE-4E18-9583-CB4378E0AB2F}" dt="2021-05-24T09:51:24.560" v="1358" actId="14100"/>
        <pc:sldMkLst>
          <pc:docMk/>
          <pc:sldMk cId="2355467876" sldId="296"/>
        </pc:sldMkLst>
        <pc:spChg chg="mod">
          <ac:chgData name="Radan Březa" userId="15343d37-5c73-4295-8ec0-a21a0edf6593" providerId="ADAL" clId="{07705C81-6CCE-4E18-9583-CB4378E0AB2F}" dt="2021-05-24T07:57:27.547" v="101" actId="20577"/>
          <ac:spMkLst>
            <pc:docMk/>
            <pc:sldMk cId="2355467876" sldId="296"/>
            <ac:spMk id="2" creationId="{4E06BD74-E137-4B75-9457-AA87C02D693D}"/>
          </ac:spMkLst>
        </pc:spChg>
        <pc:spChg chg="add del mod">
          <ac:chgData name="Radan Březa" userId="15343d37-5c73-4295-8ec0-a21a0edf6593" providerId="ADAL" clId="{07705C81-6CCE-4E18-9583-CB4378E0AB2F}" dt="2021-05-24T09:50:49.895" v="1349" actId="478"/>
          <ac:spMkLst>
            <pc:docMk/>
            <pc:sldMk cId="2355467876" sldId="296"/>
            <ac:spMk id="3" creationId="{9C95BCB2-D92B-4B52-A9DC-BC8CBA2C81BD}"/>
          </ac:spMkLst>
        </pc:spChg>
        <pc:spChg chg="add del mod">
          <ac:chgData name="Radan Březa" userId="15343d37-5c73-4295-8ec0-a21a0edf6593" providerId="ADAL" clId="{07705C81-6CCE-4E18-9583-CB4378E0AB2F}" dt="2021-05-24T09:50:49.895" v="1349" actId="478"/>
          <ac:spMkLst>
            <pc:docMk/>
            <pc:sldMk cId="2355467876" sldId="296"/>
            <ac:spMk id="7" creationId="{6CA3883B-847F-4418-AB20-2C4A11CF0B41}"/>
          </ac:spMkLst>
        </pc:spChg>
        <pc:picChg chg="add del mod ord">
          <ac:chgData name="Radan Březa" userId="15343d37-5c73-4295-8ec0-a21a0edf6593" providerId="ADAL" clId="{07705C81-6CCE-4E18-9583-CB4378E0AB2F}" dt="2021-05-24T09:50:54.338" v="1350" actId="478"/>
          <ac:picMkLst>
            <pc:docMk/>
            <pc:sldMk cId="2355467876" sldId="296"/>
            <ac:picMk id="5" creationId="{A30FEA6B-97B3-493C-B9F0-8A115525C9FA}"/>
          </ac:picMkLst>
        </pc:picChg>
        <pc:picChg chg="add mod">
          <ac:chgData name="Radan Březa" userId="15343d37-5c73-4295-8ec0-a21a0edf6593" providerId="ADAL" clId="{07705C81-6CCE-4E18-9583-CB4378E0AB2F}" dt="2021-05-24T09:51:24.560" v="1358" actId="14100"/>
          <ac:picMkLst>
            <pc:docMk/>
            <pc:sldMk cId="2355467876" sldId="296"/>
            <ac:picMk id="9" creationId="{B5A01EFB-91C5-4A2F-81C9-27E9E3C0C0EF}"/>
          </ac:picMkLst>
        </pc:picChg>
      </pc:sldChg>
      <pc:sldChg chg="addSp delSp modSp add mod">
        <pc:chgData name="Radan Březa" userId="15343d37-5c73-4295-8ec0-a21a0edf6593" providerId="ADAL" clId="{07705C81-6CCE-4E18-9583-CB4378E0AB2F}" dt="2021-05-24T09:28:50.442" v="1086" actId="1076"/>
        <pc:sldMkLst>
          <pc:docMk/>
          <pc:sldMk cId="4240424387" sldId="297"/>
        </pc:sldMkLst>
        <pc:spChg chg="mod">
          <ac:chgData name="Radan Březa" userId="15343d37-5c73-4295-8ec0-a21a0edf6593" providerId="ADAL" clId="{07705C81-6CCE-4E18-9583-CB4378E0AB2F}" dt="2021-05-24T08:26:28.344" v="446" actId="5793"/>
          <ac:spMkLst>
            <pc:docMk/>
            <pc:sldMk cId="4240424387" sldId="297"/>
            <ac:spMk id="2" creationId="{4E06BD74-E137-4B75-9457-AA87C02D693D}"/>
          </ac:spMkLst>
        </pc:spChg>
        <pc:spChg chg="del mod">
          <ac:chgData name="Radan Březa" userId="15343d37-5c73-4295-8ec0-a21a0edf6593" providerId="ADAL" clId="{07705C81-6CCE-4E18-9583-CB4378E0AB2F}" dt="2021-05-24T08:30:30.995" v="451" actId="1032"/>
          <ac:spMkLst>
            <pc:docMk/>
            <pc:sldMk cId="4240424387" sldId="297"/>
            <ac:spMk id="3" creationId="{9C95BCB2-D92B-4B52-A9DC-BC8CBA2C81BD}"/>
          </ac:spMkLst>
        </pc:spChg>
        <pc:spChg chg="add mod">
          <ac:chgData name="Radan Březa" userId="15343d37-5c73-4295-8ec0-a21a0edf6593" providerId="ADAL" clId="{07705C81-6CCE-4E18-9583-CB4378E0AB2F}" dt="2021-05-24T09:04:53.033" v="794" actId="1076"/>
          <ac:spMkLst>
            <pc:docMk/>
            <pc:sldMk cId="4240424387" sldId="297"/>
            <ac:spMk id="6" creationId="{1A1360F4-3250-47CE-BBBA-DF51B791AABB}"/>
          </ac:spMkLst>
        </pc:spChg>
        <pc:spChg chg="add mod">
          <ac:chgData name="Radan Březa" userId="15343d37-5c73-4295-8ec0-a21a0edf6593" providerId="ADAL" clId="{07705C81-6CCE-4E18-9583-CB4378E0AB2F}" dt="2021-05-24T08:53:40.930" v="678" actId="1076"/>
          <ac:spMkLst>
            <pc:docMk/>
            <pc:sldMk cId="4240424387" sldId="297"/>
            <ac:spMk id="7" creationId="{D29C4730-18E3-45BC-B143-9870F847E058}"/>
          </ac:spMkLst>
        </pc:spChg>
        <pc:spChg chg="add mod">
          <ac:chgData name="Radan Březa" userId="15343d37-5c73-4295-8ec0-a21a0edf6593" providerId="ADAL" clId="{07705C81-6CCE-4E18-9583-CB4378E0AB2F}" dt="2021-05-24T09:28:50.442" v="1086" actId="1076"/>
          <ac:spMkLst>
            <pc:docMk/>
            <pc:sldMk cId="4240424387" sldId="297"/>
            <ac:spMk id="8" creationId="{82AD10D9-D58E-4933-A266-C0E14154D716}"/>
          </ac:spMkLst>
        </pc:spChg>
        <pc:spChg chg="add mod">
          <ac:chgData name="Radan Březa" userId="15343d37-5c73-4295-8ec0-a21a0edf6593" providerId="ADAL" clId="{07705C81-6CCE-4E18-9583-CB4378E0AB2F}" dt="2021-05-24T09:28:48.388" v="1085" actId="1076"/>
          <ac:spMkLst>
            <pc:docMk/>
            <pc:sldMk cId="4240424387" sldId="297"/>
            <ac:spMk id="9" creationId="{4BED42B9-8A69-46AE-AFE4-1708E8ADB51F}"/>
          </ac:spMkLst>
        </pc:spChg>
        <pc:spChg chg="add mod">
          <ac:chgData name="Radan Březa" userId="15343d37-5c73-4295-8ec0-a21a0edf6593" providerId="ADAL" clId="{07705C81-6CCE-4E18-9583-CB4378E0AB2F}" dt="2021-05-24T09:05:04.033" v="796" actId="20577"/>
          <ac:spMkLst>
            <pc:docMk/>
            <pc:sldMk cId="4240424387" sldId="297"/>
            <ac:spMk id="10" creationId="{03761527-3FC7-400B-8ABF-0FE02AF2C69A}"/>
          </ac:spMkLst>
        </pc:spChg>
        <pc:graphicFrameChg chg="add mod modGraphic">
          <ac:chgData name="Radan Březa" userId="15343d37-5c73-4295-8ec0-a21a0edf6593" providerId="ADAL" clId="{07705C81-6CCE-4E18-9583-CB4378E0AB2F}" dt="2021-05-24T08:45:44.706" v="533" actId="13204"/>
          <ac:graphicFrameMkLst>
            <pc:docMk/>
            <pc:sldMk cId="4240424387" sldId="297"/>
            <ac:graphicFrameMk id="4" creationId="{81176442-9615-464B-9C0C-7CE99DA54B25}"/>
          </ac:graphicFrameMkLst>
        </pc:graphicFrameChg>
        <pc:graphicFrameChg chg="add del modGraphic">
          <ac:chgData name="Radan Březa" userId="15343d37-5c73-4295-8ec0-a21a0edf6593" providerId="ADAL" clId="{07705C81-6CCE-4E18-9583-CB4378E0AB2F}" dt="2021-05-24T08:48:58.542" v="535" actId="1032"/>
          <ac:graphicFrameMkLst>
            <pc:docMk/>
            <pc:sldMk cId="4240424387" sldId="297"/>
            <ac:graphicFrameMk id="5" creationId="{C5BE2BE5-2595-4C8B-85AE-5D81824E91A0}"/>
          </ac:graphicFrameMkLst>
        </pc:graphicFrameChg>
      </pc:sldChg>
      <pc:sldChg chg="addSp delSp modSp add mod">
        <pc:chgData name="Radan Březa" userId="15343d37-5c73-4295-8ec0-a21a0edf6593" providerId="ADAL" clId="{07705C81-6CCE-4E18-9583-CB4378E0AB2F}" dt="2021-05-24T09:33:13.472" v="1272" actId="20577"/>
        <pc:sldMkLst>
          <pc:docMk/>
          <pc:sldMk cId="2389035855" sldId="298"/>
        </pc:sldMkLst>
        <pc:spChg chg="mod">
          <ac:chgData name="Radan Březa" userId="15343d37-5c73-4295-8ec0-a21a0edf6593" providerId="ADAL" clId="{07705C81-6CCE-4E18-9583-CB4378E0AB2F}" dt="2021-05-24T09:33:13.472" v="1272" actId="20577"/>
          <ac:spMkLst>
            <pc:docMk/>
            <pc:sldMk cId="2389035855" sldId="298"/>
            <ac:spMk id="2" creationId="{4E06BD74-E137-4B75-9457-AA87C02D693D}"/>
          </ac:spMkLst>
        </pc:spChg>
        <pc:picChg chg="del">
          <ac:chgData name="Radan Březa" userId="15343d37-5c73-4295-8ec0-a21a0edf6593" providerId="ADAL" clId="{07705C81-6CCE-4E18-9583-CB4378E0AB2F}" dt="2021-05-24T09:29:00.402" v="1088" actId="478"/>
          <ac:picMkLst>
            <pc:docMk/>
            <pc:sldMk cId="2389035855" sldId="298"/>
            <ac:picMk id="5" creationId="{65CC2752-9EDF-4661-9F06-B258F5540463}"/>
          </ac:picMkLst>
        </pc:picChg>
        <pc:picChg chg="add mod">
          <ac:chgData name="Radan Březa" userId="15343d37-5c73-4295-8ec0-a21a0edf6593" providerId="ADAL" clId="{07705C81-6CCE-4E18-9583-CB4378E0AB2F}" dt="2021-05-24T09:31:28.463" v="1150" actId="14100"/>
          <ac:picMkLst>
            <pc:docMk/>
            <pc:sldMk cId="2389035855" sldId="298"/>
            <ac:picMk id="6" creationId="{E18D6A43-8E48-4CD8-BEA5-7BDD55F73FC0}"/>
          </ac:picMkLst>
        </pc:picChg>
      </pc:sldChg>
      <pc:sldChg chg="addSp delSp modSp add mod">
        <pc:chgData name="Radan Březa" userId="15343d37-5c73-4295-8ec0-a21a0edf6593" providerId="ADAL" clId="{07705C81-6CCE-4E18-9583-CB4378E0AB2F}" dt="2021-05-24T09:36:28.361" v="1322" actId="14100"/>
        <pc:sldMkLst>
          <pc:docMk/>
          <pc:sldMk cId="1364623181" sldId="299"/>
        </pc:sldMkLst>
        <pc:spChg chg="mod">
          <ac:chgData name="Radan Březa" userId="15343d37-5c73-4295-8ec0-a21a0edf6593" providerId="ADAL" clId="{07705C81-6CCE-4E18-9583-CB4378E0AB2F}" dt="2021-05-24T09:36:24.621" v="1321" actId="20577"/>
          <ac:spMkLst>
            <pc:docMk/>
            <pc:sldMk cId="1364623181" sldId="299"/>
            <ac:spMk id="2" creationId="{4E06BD74-E137-4B75-9457-AA87C02D693D}"/>
          </ac:spMkLst>
        </pc:spChg>
        <pc:spChg chg="mod">
          <ac:chgData name="Radan Březa" userId="15343d37-5c73-4295-8ec0-a21a0edf6593" providerId="ADAL" clId="{07705C81-6CCE-4E18-9583-CB4378E0AB2F}" dt="2021-05-24T09:36:28.361" v="1322" actId="14100"/>
          <ac:spMkLst>
            <pc:docMk/>
            <pc:sldMk cId="1364623181" sldId="299"/>
            <ac:spMk id="3" creationId="{9C95BCB2-D92B-4B52-A9DC-BC8CBA2C81BD}"/>
          </ac:spMkLst>
        </pc:spChg>
        <pc:picChg chg="add mod">
          <ac:chgData name="Radan Březa" userId="15343d37-5c73-4295-8ec0-a21a0edf6593" providerId="ADAL" clId="{07705C81-6CCE-4E18-9583-CB4378E0AB2F}" dt="2021-05-24T09:35:52.101" v="1277" actId="1076"/>
          <ac:picMkLst>
            <pc:docMk/>
            <pc:sldMk cId="1364623181" sldId="299"/>
            <ac:picMk id="5" creationId="{A2266A19-907F-4D13-BAE9-6FF6BD6E1C82}"/>
          </ac:picMkLst>
        </pc:picChg>
        <pc:picChg chg="del">
          <ac:chgData name="Radan Březa" userId="15343d37-5c73-4295-8ec0-a21a0edf6593" providerId="ADAL" clId="{07705C81-6CCE-4E18-9583-CB4378E0AB2F}" dt="2021-05-24T09:35:44.806" v="1274" actId="478"/>
          <ac:picMkLst>
            <pc:docMk/>
            <pc:sldMk cId="1364623181" sldId="299"/>
            <ac:picMk id="6" creationId="{E18D6A43-8E48-4CD8-BEA5-7BDD55F73FC0}"/>
          </ac:picMkLst>
        </pc:picChg>
      </pc:sldChg>
      <pc:sldMasterChg chg="new mod addSldLayout">
        <pc:chgData name="Radan Březa" userId="15343d37-5c73-4295-8ec0-a21a0edf6593" providerId="ADAL" clId="{07705C81-6CCE-4E18-9583-CB4378E0AB2F}" dt="2021-05-24T07:28:05.389" v="27" actId="6938"/>
        <pc:sldMasterMkLst>
          <pc:docMk/>
          <pc:sldMasterMk cId="420165605" sldId="2147483660"/>
        </pc:sldMasterMkLst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3229568709" sldId="2147483661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3381859494" sldId="2147483662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2761548586" sldId="2147483663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1460862985" sldId="2147483664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384073010" sldId="2147483665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3582202995" sldId="2147483666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914986703" sldId="2147483667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3868495348" sldId="2147483668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785077968" sldId="2147483669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3010639620" sldId="2147483670"/>
          </pc:sldLayoutMkLst>
        </pc:sldLayoutChg>
        <pc:sldLayoutChg chg="new replId">
          <pc:chgData name="Radan Březa" userId="15343d37-5c73-4295-8ec0-a21a0edf6593" providerId="ADAL" clId="{07705C81-6CCE-4E18-9583-CB4378E0AB2F}" dt="2021-05-24T07:28:05.389" v="27" actId="6938"/>
          <pc:sldLayoutMkLst>
            <pc:docMk/>
            <pc:sldMasterMk cId="420165605" sldId="2147483660"/>
            <pc:sldLayoutMk cId="2127528326" sldId="2147483671"/>
          </pc:sldLayoutMkLst>
        </pc:sldLayoutChg>
      </pc:sldMasterChg>
    </pc:docChg>
  </pc:docChgLst>
  <pc:docChgLst>
    <pc:chgData name="Březa Radan" userId="S::radan.breza@nakit.cz::15343d37-5c73-4295-8ec0-a21a0edf6593" providerId="AD" clId="Web-{568CCEA0-1B74-405C-AB73-7A51BBA371EE}"/>
    <pc:docChg chg="modSld sldOrd">
      <pc:chgData name="Březa Radan" userId="S::radan.breza@nakit.cz::15343d37-5c73-4295-8ec0-a21a0edf6593" providerId="AD" clId="Web-{568CCEA0-1B74-405C-AB73-7A51BBA371EE}" dt="2021-06-01T12:41:17.708" v="2"/>
      <pc:docMkLst>
        <pc:docMk/>
      </pc:docMkLst>
      <pc:sldChg chg="ord">
        <pc:chgData name="Březa Radan" userId="S::radan.breza@nakit.cz::15343d37-5c73-4295-8ec0-a21a0edf6593" providerId="AD" clId="Web-{568CCEA0-1B74-405C-AB73-7A51BBA371EE}" dt="2021-06-01T12:41:17.708" v="2"/>
        <pc:sldMkLst>
          <pc:docMk/>
          <pc:sldMk cId="2325368997" sldId="291"/>
        </pc:sldMkLst>
      </pc:sldChg>
      <pc:sldChg chg="modSp">
        <pc:chgData name="Březa Radan" userId="S::radan.breza@nakit.cz::15343d37-5c73-4295-8ec0-a21a0edf6593" providerId="AD" clId="Web-{568CCEA0-1B74-405C-AB73-7A51BBA371EE}" dt="2021-06-01T12:40:47.520" v="1" actId="20577"/>
        <pc:sldMkLst>
          <pc:docMk/>
          <pc:sldMk cId="2840219306" sldId="292"/>
        </pc:sldMkLst>
        <pc:spChg chg="mod">
          <ac:chgData name="Březa Radan" userId="S::radan.breza@nakit.cz::15343d37-5c73-4295-8ec0-a21a0edf6593" providerId="AD" clId="Web-{568CCEA0-1B74-405C-AB73-7A51BBA371EE}" dt="2021-06-01T12:40:47.520" v="1" actId="20577"/>
          <ac:spMkLst>
            <pc:docMk/>
            <pc:sldMk cId="2840219306" sldId="292"/>
            <ac:spMk id="3" creationId="{9C95BCB2-D92B-4B52-A9DC-BC8CBA2C81B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EE4928-87A5-4A6E-93E1-EF0E27B22B22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88A66CE3-A12B-4866-97D2-3FF2660A8AB9}">
      <dgm:prSet phldrT="[Text]" phldr="0" custT="1"/>
      <dgm:spPr/>
      <dgm:t>
        <a:bodyPr/>
        <a:lstStyle/>
        <a:p>
          <a:r>
            <a:rPr lang="cs-CZ" sz="1400" dirty="0"/>
            <a:t>Digitální služby</a:t>
          </a:r>
        </a:p>
      </dgm:t>
    </dgm:pt>
    <dgm:pt modelId="{10BDBDB4-92D6-4940-B183-B355FE29EE9C}" type="parTrans" cxnId="{2F6A9BF2-BE47-486B-894E-84A487915082}">
      <dgm:prSet/>
      <dgm:spPr/>
      <dgm:t>
        <a:bodyPr/>
        <a:lstStyle/>
        <a:p>
          <a:endParaRPr lang="cs-CZ"/>
        </a:p>
      </dgm:t>
    </dgm:pt>
    <dgm:pt modelId="{A75F0F83-9BA3-4818-9B05-C93CD8189512}" type="sibTrans" cxnId="{2F6A9BF2-BE47-486B-894E-84A487915082}">
      <dgm:prSet/>
      <dgm:spPr/>
      <dgm:t>
        <a:bodyPr/>
        <a:lstStyle/>
        <a:p>
          <a:endParaRPr lang="cs-CZ"/>
        </a:p>
      </dgm:t>
    </dgm:pt>
    <dgm:pt modelId="{F1E5328C-2571-4A52-8FF3-F2AE8D2B824A}">
      <dgm:prSet phldrT="[Text]" phldr="0" custT="1"/>
      <dgm:spPr/>
      <dgm:t>
        <a:bodyPr/>
        <a:lstStyle/>
        <a:p>
          <a:r>
            <a:rPr lang="cs-CZ" sz="1400" dirty="0"/>
            <a:t>Sdílení dat</a:t>
          </a:r>
        </a:p>
      </dgm:t>
    </dgm:pt>
    <dgm:pt modelId="{B4EAB283-3A57-46E3-97A5-670A025B0F73}" type="parTrans" cxnId="{C4E1E99E-B3FE-4168-B5CD-314A0AB97720}">
      <dgm:prSet/>
      <dgm:spPr/>
      <dgm:t>
        <a:bodyPr/>
        <a:lstStyle/>
        <a:p>
          <a:endParaRPr lang="cs-CZ"/>
        </a:p>
      </dgm:t>
    </dgm:pt>
    <dgm:pt modelId="{A469A736-42A0-4AB5-AF37-798B0F71BFC9}" type="sibTrans" cxnId="{C4E1E99E-B3FE-4168-B5CD-314A0AB97720}">
      <dgm:prSet/>
      <dgm:spPr/>
      <dgm:t>
        <a:bodyPr/>
        <a:lstStyle/>
        <a:p>
          <a:endParaRPr lang="cs-CZ"/>
        </a:p>
      </dgm:t>
    </dgm:pt>
    <dgm:pt modelId="{64A1F4F5-0934-4208-AB82-0EC46D916421}">
      <dgm:prSet phldrT="[Text]" phldr="0" custT="1"/>
      <dgm:spPr/>
      <dgm:t>
        <a:bodyPr/>
        <a:lstStyle/>
        <a:p>
          <a:r>
            <a:rPr lang="cs-CZ" sz="1400" dirty="0"/>
            <a:t>Sdílené služby</a:t>
          </a:r>
        </a:p>
      </dgm:t>
    </dgm:pt>
    <dgm:pt modelId="{39A2D195-4FCC-43EE-8A2C-D893A5DE1E8E}" type="parTrans" cxnId="{963C206D-F944-4E8B-A2D0-49AD7D570D74}">
      <dgm:prSet/>
      <dgm:spPr/>
      <dgm:t>
        <a:bodyPr/>
        <a:lstStyle/>
        <a:p>
          <a:endParaRPr lang="cs-CZ"/>
        </a:p>
      </dgm:t>
    </dgm:pt>
    <dgm:pt modelId="{DA198AB4-9B51-4846-9ACD-D8C301A6F801}" type="sibTrans" cxnId="{963C206D-F944-4E8B-A2D0-49AD7D570D74}">
      <dgm:prSet/>
      <dgm:spPr/>
      <dgm:t>
        <a:bodyPr/>
        <a:lstStyle/>
        <a:p>
          <a:endParaRPr lang="cs-CZ"/>
        </a:p>
      </dgm:t>
    </dgm:pt>
    <dgm:pt modelId="{BBA4982A-EF71-4CE1-9452-A41499BD7C01}">
      <dgm:prSet phldrT="[Text]" phldr="0" custT="1"/>
      <dgm:spPr/>
      <dgm:t>
        <a:bodyPr/>
        <a:lstStyle/>
        <a:p>
          <a:r>
            <a:rPr lang="cs-CZ" sz="1400" dirty="0"/>
            <a:t>Služby portálů</a:t>
          </a:r>
        </a:p>
      </dgm:t>
    </dgm:pt>
    <dgm:pt modelId="{B0002001-3494-4538-BDFE-16DDF5ED6C98}" type="parTrans" cxnId="{AD36D085-519B-40DA-B8C0-74D8239291F4}">
      <dgm:prSet/>
      <dgm:spPr/>
      <dgm:t>
        <a:bodyPr/>
        <a:lstStyle/>
        <a:p>
          <a:endParaRPr lang="cs-CZ"/>
        </a:p>
      </dgm:t>
    </dgm:pt>
    <dgm:pt modelId="{03E6A0DF-85B6-4026-92E1-8742A87C0185}" type="sibTrans" cxnId="{AD36D085-519B-40DA-B8C0-74D8239291F4}">
      <dgm:prSet/>
      <dgm:spPr/>
      <dgm:t>
        <a:bodyPr/>
        <a:lstStyle/>
        <a:p>
          <a:endParaRPr lang="cs-CZ"/>
        </a:p>
      </dgm:t>
    </dgm:pt>
    <dgm:pt modelId="{C8CF1270-D5BA-472A-970E-A56DB3B21362}">
      <dgm:prSet phldrT="[Text]" phldr="0" custT="1"/>
      <dgm:spPr/>
      <dgm:t>
        <a:bodyPr/>
        <a:lstStyle/>
        <a:p>
          <a:r>
            <a:rPr lang="cs-CZ" sz="1200" dirty="0"/>
            <a:t>Bezpečnost</a:t>
          </a:r>
        </a:p>
      </dgm:t>
    </dgm:pt>
    <dgm:pt modelId="{D27F5D6D-B4AD-4D56-91E1-AD0A2A21F9C3}" type="parTrans" cxnId="{9604C489-6AFA-48A7-AD00-386E70D35770}">
      <dgm:prSet/>
      <dgm:spPr/>
      <dgm:t>
        <a:bodyPr/>
        <a:lstStyle/>
        <a:p>
          <a:endParaRPr lang="cs-CZ"/>
        </a:p>
      </dgm:t>
    </dgm:pt>
    <dgm:pt modelId="{EAC4F4C4-99C3-4ED7-9EE0-6F654B9912CA}" type="sibTrans" cxnId="{9604C489-6AFA-48A7-AD00-386E70D35770}">
      <dgm:prSet/>
      <dgm:spPr/>
      <dgm:t>
        <a:bodyPr/>
        <a:lstStyle/>
        <a:p>
          <a:endParaRPr lang="cs-CZ"/>
        </a:p>
      </dgm:t>
    </dgm:pt>
    <dgm:pt modelId="{F991D415-9F85-4508-8AC1-CE45E114E24A}">
      <dgm:prSet custT="1"/>
      <dgm:spPr/>
      <dgm:t>
        <a:bodyPr/>
        <a:lstStyle/>
        <a:p>
          <a:r>
            <a:rPr lang="cs-CZ" sz="1400" dirty="0"/>
            <a:t>Provoz</a:t>
          </a:r>
        </a:p>
      </dgm:t>
    </dgm:pt>
    <dgm:pt modelId="{F1EFCBB4-AA62-4FB1-9DA0-024B1E9EC3B2}" type="parTrans" cxnId="{6AB19DBC-BE88-43BF-9BAB-D7617F7B5A33}">
      <dgm:prSet/>
      <dgm:spPr/>
      <dgm:t>
        <a:bodyPr/>
        <a:lstStyle/>
        <a:p>
          <a:endParaRPr lang="cs-CZ"/>
        </a:p>
      </dgm:t>
    </dgm:pt>
    <dgm:pt modelId="{5BFC1225-CB57-4172-A49D-57D99168192F}" type="sibTrans" cxnId="{6AB19DBC-BE88-43BF-9BAB-D7617F7B5A33}">
      <dgm:prSet/>
      <dgm:spPr/>
      <dgm:t>
        <a:bodyPr/>
        <a:lstStyle/>
        <a:p>
          <a:endParaRPr lang="cs-CZ"/>
        </a:p>
      </dgm:t>
    </dgm:pt>
    <dgm:pt modelId="{8AB63CFE-9EB2-4A22-B0F4-7159AA110297}" type="pres">
      <dgm:prSet presAssocID="{40EE4928-87A5-4A6E-93E1-EF0E27B22B22}" presName="cycle" presStyleCnt="0">
        <dgm:presLayoutVars>
          <dgm:dir/>
          <dgm:resizeHandles val="exact"/>
        </dgm:presLayoutVars>
      </dgm:prSet>
      <dgm:spPr/>
    </dgm:pt>
    <dgm:pt modelId="{9D1016C0-943F-4DE9-88E4-0B73DEF54D8B}" type="pres">
      <dgm:prSet presAssocID="{88A66CE3-A12B-4866-97D2-3FF2660A8AB9}" presName="node" presStyleLbl="node1" presStyleIdx="0" presStyleCnt="6">
        <dgm:presLayoutVars>
          <dgm:bulletEnabled val="1"/>
        </dgm:presLayoutVars>
      </dgm:prSet>
      <dgm:spPr/>
    </dgm:pt>
    <dgm:pt modelId="{15803011-6BB4-433A-A199-88A9C5559785}" type="pres">
      <dgm:prSet presAssocID="{A75F0F83-9BA3-4818-9B05-C93CD8189512}" presName="sibTrans" presStyleLbl="sibTrans2D1" presStyleIdx="0" presStyleCnt="6"/>
      <dgm:spPr/>
    </dgm:pt>
    <dgm:pt modelId="{C60DBDC9-CFE9-4DA3-A92F-3DD1C13EFB18}" type="pres">
      <dgm:prSet presAssocID="{A75F0F83-9BA3-4818-9B05-C93CD8189512}" presName="connectorText" presStyleLbl="sibTrans2D1" presStyleIdx="0" presStyleCnt="6"/>
      <dgm:spPr/>
    </dgm:pt>
    <dgm:pt modelId="{5C51A050-81CA-462D-A737-9405DFB4DABF}" type="pres">
      <dgm:prSet presAssocID="{F1E5328C-2571-4A52-8FF3-F2AE8D2B824A}" presName="node" presStyleLbl="node1" presStyleIdx="1" presStyleCnt="6">
        <dgm:presLayoutVars>
          <dgm:bulletEnabled val="1"/>
        </dgm:presLayoutVars>
      </dgm:prSet>
      <dgm:spPr/>
    </dgm:pt>
    <dgm:pt modelId="{22D8B4A1-45C2-44BF-8784-8BBC055F8171}" type="pres">
      <dgm:prSet presAssocID="{A469A736-42A0-4AB5-AF37-798B0F71BFC9}" presName="sibTrans" presStyleLbl="sibTrans2D1" presStyleIdx="1" presStyleCnt="6"/>
      <dgm:spPr/>
    </dgm:pt>
    <dgm:pt modelId="{2CD8140B-C993-438D-A4BD-C98808670566}" type="pres">
      <dgm:prSet presAssocID="{A469A736-42A0-4AB5-AF37-798B0F71BFC9}" presName="connectorText" presStyleLbl="sibTrans2D1" presStyleIdx="1" presStyleCnt="6"/>
      <dgm:spPr/>
    </dgm:pt>
    <dgm:pt modelId="{EED8BD9A-5FFC-4294-A24D-986D365112CC}" type="pres">
      <dgm:prSet presAssocID="{64A1F4F5-0934-4208-AB82-0EC46D916421}" presName="node" presStyleLbl="node1" presStyleIdx="2" presStyleCnt="6">
        <dgm:presLayoutVars>
          <dgm:bulletEnabled val="1"/>
        </dgm:presLayoutVars>
      </dgm:prSet>
      <dgm:spPr/>
    </dgm:pt>
    <dgm:pt modelId="{4CBE6379-8C9C-48EC-9E9B-0A3A67DB060E}" type="pres">
      <dgm:prSet presAssocID="{DA198AB4-9B51-4846-9ACD-D8C301A6F801}" presName="sibTrans" presStyleLbl="sibTrans2D1" presStyleIdx="2" presStyleCnt="6"/>
      <dgm:spPr/>
    </dgm:pt>
    <dgm:pt modelId="{9892F686-B2B2-4525-BCA9-40FDF2BD03F6}" type="pres">
      <dgm:prSet presAssocID="{DA198AB4-9B51-4846-9ACD-D8C301A6F801}" presName="connectorText" presStyleLbl="sibTrans2D1" presStyleIdx="2" presStyleCnt="6"/>
      <dgm:spPr/>
    </dgm:pt>
    <dgm:pt modelId="{C307F32F-2A55-435D-B8DD-5C656853D727}" type="pres">
      <dgm:prSet presAssocID="{BBA4982A-EF71-4CE1-9452-A41499BD7C01}" presName="node" presStyleLbl="node1" presStyleIdx="3" presStyleCnt="6">
        <dgm:presLayoutVars>
          <dgm:bulletEnabled val="1"/>
        </dgm:presLayoutVars>
      </dgm:prSet>
      <dgm:spPr/>
    </dgm:pt>
    <dgm:pt modelId="{9518E864-A39F-400A-A29A-8EBEA44D15F7}" type="pres">
      <dgm:prSet presAssocID="{03E6A0DF-85B6-4026-92E1-8742A87C0185}" presName="sibTrans" presStyleLbl="sibTrans2D1" presStyleIdx="3" presStyleCnt="6"/>
      <dgm:spPr/>
    </dgm:pt>
    <dgm:pt modelId="{0AE6C685-F2B3-4C02-8A92-10AC8A02EE75}" type="pres">
      <dgm:prSet presAssocID="{03E6A0DF-85B6-4026-92E1-8742A87C0185}" presName="connectorText" presStyleLbl="sibTrans2D1" presStyleIdx="3" presStyleCnt="6"/>
      <dgm:spPr/>
    </dgm:pt>
    <dgm:pt modelId="{F801A073-5A29-4367-A4DB-A56477810166}" type="pres">
      <dgm:prSet presAssocID="{C8CF1270-D5BA-472A-970E-A56DB3B21362}" presName="node" presStyleLbl="node1" presStyleIdx="4" presStyleCnt="6">
        <dgm:presLayoutVars>
          <dgm:bulletEnabled val="1"/>
        </dgm:presLayoutVars>
      </dgm:prSet>
      <dgm:spPr/>
    </dgm:pt>
    <dgm:pt modelId="{C0C6E403-13F6-4013-A5B9-A437951DFEF6}" type="pres">
      <dgm:prSet presAssocID="{EAC4F4C4-99C3-4ED7-9EE0-6F654B9912CA}" presName="sibTrans" presStyleLbl="sibTrans2D1" presStyleIdx="4" presStyleCnt="6"/>
      <dgm:spPr/>
    </dgm:pt>
    <dgm:pt modelId="{C2DCBB24-A569-4806-8E76-5E4903F39672}" type="pres">
      <dgm:prSet presAssocID="{EAC4F4C4-99C3-4ED7-9EE0-6F654B9912CA}" presName="connectorText" presStyleLbl="sibTrans2D1" presStyleIdx="4" presStyleCnt="6"/>
      <dgm:spPr/>
    </dgm:pt>
    <dgm:pt modelId="{4AA1B846-9A25-41AA-80EC-C7B696A9EE74}" type="pres">
      <dgm:prSet presAssocID="{F991D415-9F85-4508-8AC1-CE45E114E24A}" presName="node" presStyleLbl="node1" presStyleIdx="5" presStyleCnt="6">
        <dgm:presLayoutVars>
          <dgm:bulletEnabled val="1"/>
        </dgm:presLayoutVars>
      </dgm:prSet>
      <dgm:spPr/>
    </dgm:pt>
    <dgm:pt modelId="{F460C417-95AB-46A9-A157-052FECBE6B59}" type="pres">
      <dgm:prSet presAssocID="{5BFC1225-CB57-4172-A49D-57D99168192F}" presName="sibTrans" presStyleLbl="sibTrans2D1" presStyleIdx="5" presStyleCnt="6"/>
      <dgm:spPr/>
    </dgm:pt>
    <dgm:pt modelId="{9B9E91CE-DC7A-466B-A81E-32D22DCBA266}" type="pres">
      <dgm:prSet presAssocID="{5BFC1225-CB57-4172-A49D-57D99168192F}" presName="connectorText" presStyleLbl="sibTrans2D1" presStyleIdx="5" presStyleCnt="6"/>
      <dgm:spPr/>
    </dgm:pt>
  </dgm:ptLst>
  <dgm:cxnLst>
    <dgm:cxn modelId="{996E2A00-2D20-4815-8A18-1BBCB334FD86}" type="presOf" srcId="{DA198AB4-9B51-4846-9ACD-D8C301A6F801}" destId="{9892F686-B2B2-4525-BCA9-40FDF2BD03F6}" srcOrd="1" destOrd="0" presId="urn:microsoft.com/office/officeart/2005/8/layout/cycle2"/>
    <dgm:cxn modelId="{5F30D629-BE13-42C2-B114-0A06A08B20BD}" type="presOf" srcId="{F991D415-9F85-4508-8AC1-CE45E114E24A}" destId="{4AA1B846-9A25-41AA-80EC-C7B696A9EE74}" srcOrd="0" destOrd="0" presId="urn:microsoft.com/office/officeart/2005/8/layout/cycle2"/>
    <dgm:cxn modelId="{096F9B2A-7E1A-4357-8C07-84DEE23B5F35}" type="presOf" srcId="{DA198AB4-9B51-4846-9ACD-D8C301A6F801}" destId="{4CBE6379-8C9C-48EC-9E9B-0A3A67DB060E}" srcOrd="0" destOrd="0" presId="urn:microsoft.com/office/officeart/2005/8/layout/cycle2"/>
    <dgm:cxn modelId="{0C9C4A2D-FD96-4743-B710-F51C202D7C7F}" type="presOf" srcId="{5BFC1225-CB57-4172-A49D-57D99168192F}" destId="{F460C417-95AB-46A9-A157-052FECBE6B59}" srcOrd="0" destOrd="0" presId="urn:microsoft.com/office/officeart/2005/8/layout/cycle2"/>
    <dgm:cxn modelId="{32E8B74A-4901-48B6-BCDC-8C878DDF0A32}" type="presOf" srcId="{BBA4982A-EF71-4CE1-9452-A41499BD7C01}" destId="{C307F32F-2A55-435D-B8DD-5C656853D727}" srcOrd="0" destOrd="0" presId="urn:microsoft.com/office/officeart/2005/8/layout/cycle2"/>
    <dgm:cxn modelId="{963C206D-F944-4E8B-A2D0-49AD7D570D74}" srcId="{40EE4928-87A5-4A6E-93E1-EF0E27B22B22}" destId="{64A1F4F5-0934-4208-AB82-0EC46D916421}" srcOrd="2" destOrd="0" parTransId="{39A2D195-4FCC-43EE-8A2C-D893A5DE1E8E}" sibTransId="{DA198AB4-9B51-4846-9ACD-D8C301A6F801}"/>
    <dgm:cxn modelId="{A870A251-2B8F-4DB3-952C-45B2F83C0ECA}" type="presOf" srcId="{A469A736-42A0-4AB5-AF37-798B0F71BFC9}" destId="{2CD8140B-C993-438D-A4BD-C98808670566}" srcOrd="1" destOrd="0" presId="urn:microsoft.com/office/officeart/2005/8/layout/cycle2"/>
    <dgm:cxn modelId="{AD36D085-519B-40DA-B8C0-74D8239291F4}" srcId="{40EE4928-87A5-4A6E-93E1-EF0E27B22B22}" destId="{BBA4982A-EF71-4CE1-9452-A41499BD7C01}" srcOrd="3" destOrd="0" parTransId="{B0002001-3494-4538-BDFE-16DDF5ED6C98}" sibTransId="{03E6A0DF-85B6-4026-92E1-8742A87C0185}"/>
    <dgm:cxn modelId="{9604C489-6AFA-48A7-AD00-386E70D35770}" srcId="{40EE4928-87A5-4A6E-93E1-EF0E27B22B22}" destId="{C8CF1270-D5BA-472A-970E-A56DB3B21362}" srcOrd="4" destOrd="0" parTransId="{D27F5D6D-B4AD-4D56-91E1-AD0A2A21F9C3}" sibTransId="{EAC4F4C4-99C3-4ED7-9EE0-6F654B9912CA}"/>
    <dgm:cxn modelId="{C4E1E99E-B3FE-4168-B5CD-314A0AB97720}" srcId="{40EE4928-87A5-4A6E-93E1-EF0E27B22B22}" destId="{F1E5328C-2571-4A52-8FF3-F2AE8D2B824A}" srcOrd="1" destOrd="0" parTransId="{B4EAB283-3A57-46E3-97A5-670A025B0F73}" sibTransId="{A469A736-42A0-4AB5-AF37-798B0F71BFC9}"/>
    <dgm:cxn modelId="{7C8E1DA1-E1E4-4E3F-826F-C4BB0FD03A0A}" type="presOf" srcId="{A469A736-42A0-4AB5-AF37-798B0F71BFC9}" destId="{22D8B4A1-45C2-44BF-8784-8BBC055F8171}" srcOrd="0" destOrd="0" presId="urn:microsoft.com/office/officeart/2005/8/layout/cycle2"/>
    <dgm:cxn modelId="{E8CCABAC-2F42-46D7-8BED-A84A96132AFE}" type="presOf" srcId="{EAC4F4C4-99C3-4ED7-9EE0-6F654B9912CA}" destId="{C2DCBB24-A569-4806-8E76-5E4903F39672}" srcOrd="1" destOrd="0" presId="urn:microsoft.com/office/officeart/2005/8/layout/cycle2"/>
    <dgm:cxn modelId="{6AB19DBC-BE88-43BF-9BAB-D7617F7B5A33}" srcId="{40EE4928-87A5-4A6E-93E1-EF0E27B22B22}" destId="{F991D415-9F85-4508-8AC1-CE45E114E24A}" srcOrd="5" destOrd="0" parTransId="{F1EFCBB4-AA62-4FB1-9DA0-024B1E9EC3B2}" sibTransId="{5BFC1225-CB57-4172-A49D-57D99168192F}"/>
    <dgm:cxn modelId="{A0F738BD-F9F2-4E67-8DF4-AE743982E14F}" type="presOf" srcId="{EAC4F4C4-99C3-4ED7-9EE0-6F654B9912CA}" destId="{C0C6E403-13F6-4013-A5B9-A437951DFEF6}" srcOrd="0" destOrd="0" presId="urn:microsoft.com/office/officeart/2005/8/layout/cycle2"/>
    <dgm:cxn modelId="{4D3FD8BD-1318-4D6B-970B-671E47C27297}" type="presOf" srcId="{03E6A0DF-85B6-4026-92E1-8742A87C0185}" destId="{0AE6C685-F2B3-4C02-8A92-10AC8A02EE75}" srcOrd="1" destOrd="0" presId="urn:microsoft.com/office/officeart/2005/8/layout/cycle2"/>
    <dgm:cxn modelId="{622E64C2-62E2-407F-9130-B08FF27B78A2}" type="presOf" srcId="{A75F0F83-9BA3-4818-9B05-C93CD8189512}" destId="{15803011-6BB4-433A-A199-88A9C5559785}" srcOrd="0" destOrd="0" presId="urn:microsoft.com/office/officeart/2005/8/layout/cycle2"/>
    <dgm:cxn modelId="{39DE9CC5-403D-449E-B10D-054A1CF6859F}" type="presOf" srcId="{03E6A0DF-85B6-4026-92E1-8742A87C0185}" destId="{9518E864-A39F-400A-A29A-8EBEA44D15F7}" srcOrd="0" destOrd="0" presId="urn:microsoft.com/office/officeart/2005/8/layout/cycle2"/>
    <dgm:cxn modelId="{A58F09CB-EE20-49D8-A1B5-7D8D67F401C6}" type="presOf" srcId="{64A1F4F5-0934-4208-AB82-0EC46D916421}" destId="{EED8BD9A-5FFC-4294-A24D-986D365112CC}" srcOrd="0" destOrd="0" presId="urn:microsoft.com/office/officeart/2005/8/layout/cycle2"/>
    <dgm:cxn modelId="{7D5CC8DC-9A72-45A7-8A1F-0C465D6F4C6F}" type="presOf" srcId="{88A66CE3-A12B-4866-97D2-3FF2660A8AB9}" destId="{9D1016C0-943F-4DE9-88E4-0B73DEF54D8B}" srcOrd="0" destOrd="0" presId="urn:microsoft.com/office/officeart/2005/8/layout/cycle2"/>
    <dgm:cxn modelId="{6CA6EBDD-D177-4C92-97F1-B61C63F858C9}" type="presOf" srcId="{F1E5328C-2571-4A52-8FF3-F2AE8D2B824A}" destId="{5C51A050-81CA-462D-A737-9405DFB4DABF}" srcOrd="0" destOrd="0" presId="urn:microsoft.com/office/officeart/2005/8/layout/cycle2"/>
    <dgm:cxn modelId="{7BD796DE-0AF8-4BEA-B0E8-81330B18E704}" type="presOf" srcId="{A75F0F83-9BA3-4818-9B05-C93CD8189512}" destId="{C60DBDC9-CFE9-4DA3-A92F-3DD1C13EFB18}" srcOrd="1" destOrd="0" presId="urn:microsoft.com/office/officeart/2005/8/layout/cycle2"/>
    <dgm:cxn modelId="{31C908DF-63DF-4B38-8032-10D1A9639206}" type="presOf" srcId="{5BFC1225-CB57-4172-A49D-57D99168192F}" destId="{9B9E91CE-DC7A-466B-A81E-32D22DCBA266}" srcOrd="1" destOrd="0" presId="urn:microsoft.com/office/officeart/2005/8/layout/cycle2"/>
    <dgm:cxn modelId="{117172EE-5EFD-4ED2-8520-B4F29141C02C}" type="presOf" srcId="{C8CF1270-D5BA-472A-970E-A56DB3B21362}" destId="{F801A073-5A29-4367-A4DB-A56477810166}" srcOrd="0" destOrd="0" presId="urn:microsoft.com/office/officeart/2005/8/layout/cycle2"/>
    <dgm:cxn modelId="{2F6A9BF2-BE47-486B-894E-84A487915082}" srcId="{40EE4928-87A5-4A6E-93E1-EF0E27B22B22}" destId="{88A66CE3-A12B-4866-97D2-3FF2660A8AB9}" srcOrd="0" destOrd="0" parTransId="{10BDBDB4-92D6-4940-B183-B355FE29EE9C}" sibTransId="{A75F0F83-9BA3-4818-9B05-C93CD8189512}"/>
    <dgm:cxn modelId="{C21D96FE-0877-4B53-A2B2-7AA2E492DF2F}" type="presOf" srcId="{40EE4928-87A5-4A6E-93E1-EF0E27B22B22}" destId="{8AB63CFE-9EB2-4A22-B0F4-7159AA110297}" srcOrd="0" destOrd="0" presId="urn:microsoft.com/office/officeart/2005/8/layout/cycle2"/>
    <dgm:cxn modelId="{7F721850-042D-4D18-B9D9-6023BBD67401}" type="presParOf" srcId="{8AB63CFE-9EB2-4A22-B0F4-7159AA110297}" destId="{9D1016C0-943F-4DE9-88E4-0B73DEF54D8B}" srcOrd="0" destOrd="0" presId="urn:microsoft.com/office/officeart/2005/8/layout/cycle2"/>
    <dgm:cxn modelId="{D003202E-9538-487F-B3E4-0154F005EFD3}" type="presParOf" srcId="{8AB63CFE-9EB2-4A22-B0F4-7159AA110297}" destId="{15803011-6BB4-433A-A199-88A9C5559785}" srcOrd="1" destOrd="0" presId="urn:microsoft.com/office/officeart/2005/8/layout/cycle2"/>
    <dgm:cxn modelId="{85EB9278-7D78-4F02-A9FE-DF19132A9713}" type="presParOf" srcId="{15803011-6BB4-433A-A199-88A9C5559785}" destId="{C60DBDC9-CFE9-4DA3-A92F-3DD1C13EFB18}" srcOrd="0" destOrd="0" presId="urn:microsoft.com/office/officeart/2005/8/layout/cycle2"/>
    <dgm:cxn modelId="{7F9FF875-98D6-4834-B5B4-655E3666EDA8}" type="presParOf" srcId="{8AB63CFE-9EB2-4A22-B0F4-7159AA110297}" destId="{5C51A050-81CA-462D-A737-9405DFB4DABF}" srcOrd="2" destOrd="0" presId="urn:microsoft.com/office/officeart/2005/8/layout/cycle2"/>
    <dgm:cxn modelId="{B3778F1E-C318-4F4D-ADC7-4B2D045692D7}" type="presParOf" srcId="{8AB63CFE-9EB2-4A22-B0F4-7159AA110297}" destId="{22D8B4A1-45C2-44BF-8784-8BBC055F8171}" srcOrd="3" destOrd="0" presId="urn:microsoft.com/office/officeart/2005/8/layout/cycle2"/>
    <dgm:cxn modelId="{DF12CC73-4BBF-45C3-811D-4622A9907B3B}" type="presParOf" srcId="{22D8B4A1-45C2-44BF-8784-8BBC055F8171}" destId="{2CD8140B-C993-438D-A4BD-C98808670566}" srcOrd="0" destOrd="0" presId="urn:microsoft.com/office/officeart/2005/8/layout/cycle2"/>
    <dgm:cxn modelId="{8543280C-A4E3-48FD-95A8-232656EE7D97}" type="presParOf" srcId="{8AB63CFE-9EB2-4A22-B0F4-7159AA110297}" destId="{EED8BD9A-5FFC-4294-A24D-986D365112CC}" srcOrd="4" destOrd="0" presId="urn:microsoft.com/office/officeart/2005/8/layout/cycle2"/>
    <dgm:cxn modelId="{658B841C-3CD2-4749-8501-BFD3C52B64BE}" type="presParOf" srcId="{8AB63CFE-9EB2-4A22-B0F4-7159AA110297}" destId="{4CBE6379-8C9C-48EC-9E9B-0A3A67DB060E}" srcOrd="5" destOrd="0" presId="urn:microsoft.com/office/officeart/2005/8/layout/cycle2"/>
    <dgm:cxn modelId="{814630CC-E459-46E5-A2D9-18009729B57B}" type="presParOf" srcId="{4CBE6379-8C9C-48EC-9E9B-0A3A67DB060E}" destId="{9892F686-B2B2-4525-BCA9-40FDF2BD03F6}" srcOrd="0" destOrd="0" presId="urn:microsoft.com/office/officeart/2005/8/layout/cycle2"/>
    <dgm:cxn modelId="{6932CB48-8101-4C36-9726-94A8F742D5B1}" type="presParOf" srcId="{8AB63CFE-9EB2-4A22-B0F4-7159AA110297}" destId="{C307F32F-2A55-435D-B8DD-5C656853D727}" srcOrd="6" destOrd="0" presId="urn:microsoft.com/office/officeart/2005/8/layout/cycle2"/>
    <dgm:cxn modelId="{8939A680-CE51-4DE5-9301-A70F06E6E1BA}" type="presParOf" srcId="{8AB63CFE-9EB2-4A22-B0F4-7159AA110297}" destId="{9518E864-A39F-400A-A29A-8EBEA44D15F7}" srcOrd="7" destOrd="0" presId="urn:microsoft.com/office/officeart/2005/8/layout/cycle2"/>
    <dgm:cxn modelId="{B00A22CE-19B4-4039-BD4C-9D4D5342BD52}" type="presParOf" srcId="{9518E864-A39F-400A-A29A-8EBEA44D15F7}" destId="{0AE6C685-F2B3-4C02-8A92-10AC8A02EE75}" srcOrd="0" destOrd="0" presId="urn:microsoft.com/office/officeart/2005/8/layout/cycle2"/>
    <dgm:cxn modelId="{C8D74443-9FAA-4DFE-BE57-9DC09E31D071}" type="presParOf" srcId="{8AB63CFE-9EB2-4A22-B0F4-7159AA110297}" destId="{F801A073-5A29-4367-A4DB-A56477810166}" srcOrd="8" destOrd="0" presId="urn:microsoft.com/office/officeart/2005/8/layout/cycle2"/>
    <dgm:cxn modelId="{66C61179-8600-40C1-A8CA-48DA816C0D65}" type="presParOf" srcId="{8AB63CFE-9EB2-4A22-B0F4-7159AA110297}" destId="{C0C6E403-13F6-4013-A5B9-A437951DFEF6}" srcOrd="9" destOrd="0" presId="urn:microsoft.com/office/officeart/2005/8/layout/cycle2"/>
    <dgm:cxn modelId="{6EC7F8DB-A4B8-4107-80E1-AC0C7BDC8A50}" type="presParOf" srcId="{C0C6E403-13F6-4013-A5B9-A437951DFEF6}" destId="{C2DCBB24-A569-4806-8E76-5E4903F39672}" srcOrd="0" destOrd="0" presId="urn:microsoft.com/office/officeart/2005/8/layout/cycle2"/>
    <dgm:cxn modelId="{4A7572A9-3AA0-4506-A93F-8E8B5A8878B8}" type="presParOf" srcId="{8AB63CFE-9EB2-4A22-B0F4-7159AA110297}" destId="{4AA1B846-9A25-41AA-80EC-C7B696A9EE74}" srcOrd="10" destOrd="0" presId="urn:microsoft.com/office/officeart/2005/8/layout/cycle2"/>
    <dgm:cxn modelId="{C41A76B1-150B-453C-944D-0D90D9C30ABF}" type="presParOf" srcId="{8AB63CFE-9EB2-4A22-B0F4-7159AA110297}" destId="{F460C417-95AB-46A9-A157-052FECBE6B59}" srcOrd="11" destOrd="0" presId="urn:microsoft.com/office/officeart/2005/8/layout/cycle2"/>
    <dgm:cxn modelId="{0DC21345-F0E4-4837-8EC8-858B9CE99EAF}" type="presParOf" srcId="{F460C417-95AB-46A9-A157-052FECBE6B59}" destId="{9B9E91CE-DC7A-466B-A81E-32D22DCBA26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C5A5E5-89ED-40F5-9D5B-A921DF669FE9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5DE8A0F6-A5D7-47F4-BCC1-BACAAC235D9D}">
      <dgm:prSet phldrT="[Text]" phldr="0"/>
      <dgm:spPr/>
      <dgm:t>
        <a:bodyPr/>
        <a:lstStyle/>
        <a:p>
          <a:r>
            <a:rPr lang="cs-CZ" dirty="0"/>
            <a:t>Vedení obcí a zastupitelé</a:t>
          </a:r>
        </a:p>
      </dgm:t>
    </dgm:pt>
    <dgm:pt modelId="{10A9DFCE-3981-4B4E-AAFA-7EEF2488825D}" type="parTrans" cxnId="{50C2BF0E-F3B7-42A0-B237-6FBFDDB7B4FF}">
      <dgm:prSet/>
      <dgm:spPr/>
      <dgm:t>
        <a:bodyPr/>
        <a:lstStyle/>
        <a:p>
          <a:endParaRPr lang="cs-CZ"/>
        </a:p>
      </dgm:t>
    </dgm:pt>
    <dgm:pt modelId="{596935EC-29FB-4ABD-A643-0159FE694E00}" type="sibTrans" cxnId="{50C2BF0E-F3B7-42A0-B237-6FBFDDB7B4FF}">
      <dgm:prSet/>
      <dgm:spPr/>
      <dgm:t>
        <a:bodyPr/>
        <a:lstStyle/>
        <a:p>
          <a:endParaRPr lang="cs-CZ"/>
        </a:p>
      </dgm:t>
    </dgm:pt>
    <dgm:pt modelId="{9943700F-0D4F-4BD7-AE4B-BED26198C2EA}">
      <dgm:prSet phldrT="[Text]" phldr="0"/>
      <dgm:spPr/>
      <dgm:t>
        <a:bodyPr/>
        <a:lstStyle/>
        <a:p>
          <a:r>
            <a:rPr lang="cs-CZ" dirty="0"/>
            <a:t>Dodavatelé</a:t>
          </a:r>
        </a:p>
      </dgm:t>
    </dgm:pt>
    <dgm:pt modelId="{AF749B05-60D8-49B3-B40E-5B9FE119F44D}" type="parTrans" cxnId="{9B0C9BE9-8908-4F29-B1B6-90CDEC70722E}">
      <dgm:prSet/>
      <dgm:spPr/>
      <dgm:t>
        <a:bodyPr/>
        <a:lstStyle/>
        <a:p>
          <a:endParaRPr lang="cs-CZ"/>
        </a:p>
      </dgm:t>
    </dgm:pt>
    <dgm:pt modelId="{66F6F6C7-4104-4CEE-A457-9EAC01BA523F}" type="sibTrans" cxnId="{9B0C9BE9-8908-4F29-B1B6-90CDEC70722E}">
      <dgm:prSet/>
      <dgm:spPr/>
      <dgm:t>
        <a:bodyPr/>
        <a:lstStyle/>
        <a:p>
          <a:endParaRPr lang="cs-CZ"/>
        </a:p>
      </dgm:t>
    </dgm:pt>
    <dgm:pt modelId="{7AC3C48E-98CC-4FCC-BBE9-4D1243B78BF0}">
      <dgm:prSet phldrT="[Text]" phldr="0"/>
      <dgm:spPr/>
      <dgm:t>
        <a:bodyPr/>
        <a:lstStyle/>
        <a:p>
          <a:r>
            <a:rPr lang="cs-CZ" dirty="0"/>
            <a:t>Business pohled</a:t>
          </a:r>
        </a:p>
      </dgm:t>
    </dgm:pt>
    <dgm:pt modelId="{43E5D15D-0545-4C6F-A79B-4CB01E494DDB}" type="parTrans" cxnId="{F1F99FA8-E955-4F34-BA67-7E9D9F7CFF9B}">
      <dgm:prSet/>
      <dgm:spPr/>
      <dgm:t>
        <a:bodyPr/>
        <a:lstStyle/>
        <a:p>
          <a:endParaRPr lang="cs-CZ"/>
        </a:p>
      </dgm:t>
    </dgm:pt>
    <dgm:pt modelId="{48679E51-55E3-42B1-9D52-A96F66D78E7C}" type="sibTrans" cxnId="{F1F99FA8-E955-4F34-BA67-7E9D9F7CFF9B}">
      <dgm:prSet/>
      <dgm:spPr/>
      <dgm:t>
        <a:bodyPr/>
        <a:lstStyle/>
        <a:p>
          <a:endParaRPr lang="cs-CZ"/>
        </a:p>
      </dgm:t>
    </dgm:pt>
    <dgm:pt modelId="{4E61BC5E-7FB2-421E-A3F8-17224623BAB7}">
      <dgm:prSet phldrT="[Text]" phldr="0"/>
      <dgm:spPr/>
      <dgm:t>
        <a:bodyPr/>
        <a:lstStyle/>
        <a:p>
          <a:r>
            <a:rPr lang="cs-CZ" dirty="0"/>
            <a:t>Technický pohled</a:t>
          </a:r>
        </a:p>
      </dgm:t>
    </dgm:pt>
    <dgm:pt modelId="{8F3E8559-62FE-4078-917A-9869B1F76C11}" type="parTrans" cxnId="{303B6B70-FBAA-498B-ADCC-F2C52DF6F0C3}">
      <dgm:prSet/>
      <dgm:spPr/>
      <dgm:t>
        <a:bodyPr/>
        <a:lstStyle/>
        <a:p>
          <a:endParaRPr lang="cs-CZ"/>
        </a:p>
      </dgm:t>
    </dgm:pt>
    <dgm:pt modelId="{5DA00D5F-2977-4767-B81E-8DC93B8636EB}" type="sibTrans" cxnId="{303B6B70-FBAA-498B-ADCC-F2C52DF6F0C3}">
      <dgm:prSet/>
      <dgm:spPr/>
      <dgm:t>
        <a:bodyPr/>
        <a:lstStyle/>
        <a:p>
          <a:endParaRPr lang="cs-CZ"/>
        </a:p>
      </dgm:t>
    </dgm:pt>
    <dgm:pt modelId="{964DD81D-8F4A-424F-BB1C-18AFD15D4696}" type="pres">
      <dgm:prSet presAssocID="{A0C5A5E5-89ED-40F5-9D5B-A921DF669FE9}" presName="matrix" presStyleCnt="0">
        <dgm:presLayoutVars>
          <dgm:chMax val="1"/>
          <dgm:dir/>
          <dgm:resizeHandles val="exact"/>
        </dgm:presLayoutVars>
      </dgm:prSet>
      <dgm:spPr/>
    </dgm:pt>
    <dgm:pt modelId="{53C28761-C323-4FAE-9DE6-DC9F71E1E1A5}" type="pres">
      <dgm:prSet presAssocID="{A0C5A5E5-89ED-40F5-9D5B-A921DF669FE9}" presName="axisShape" presStyleLbl="bgShp" presStyleIdx="0" presStyleCnt="1" custLinFactNeighborX="1280" custLinFactNeighborY="-6338"/>
      <dgm:spPr/>
    </dgm:pt>
    <dgm:pt modelId="{3D222AD0-97D5-4CE3-94DF-05A500D7BDCB}" type="pres">
      <dgm:prSet presAssocID="{A0C5A5E5-89ED-40F5-9D5B-A921DF669FE9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6A6B11D-B2AC-4FC6-A7F2-046F8A1483D4}" type="pres">
      <dgm:prSet presAssocID="{A0C5A5E5-89ED-40F5-9D5B-A921DF669FE9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4F28ED9-4D53-4C53-99DD-B351B1F5820C}" type="pres">
      <dgm:prSet presAssocID="{A0C5A5E5-89ED-40F5-9D5B-A921DF669FE9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A912248-098D-4BEC-8C1A-6B66152702B1}" type="pres">
      <dgm:prSet presAssocID="{A0C5A5E5-89ED-40F5-9D5B-A921DF669FE9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B19B03-8B1B-4FB3-8068-28D70DF6E1BF}" type="presOf" srcId="{5DE8A0F6-A5D7-47F4-BCC1-BACAAC235D9D}" destId="{3D222AD0-97D5-4CE3-94DF-05A500D7BDCB}" srcOrd="0" destOrd="0" presId="urn:microsoft.com/office/officeart/2005/8/layout/matrix2"/>
    <dgm:cxn modelId="{50C2BF0E-F3B7-42A0-B237-6FBFDDB7B4FF}" srcId="{A0C5A5E5-89ED-40F5-9D5B-A921DF669FE9}" destId="{5DE8A0F6-A5D7-47F4-BCC1-BACAAC235D9D}" srcOrd="0" destOrd="0" parTransId="{10A9DFCE-3981-4B4E-AAFA-7EEF2488825D}" sibTransId="{596935EC-29FB-4ABD-A643-0159FE694E00}"/>
    <dgm:cxn modelId="{72C3C044-D2D6-4EB3-98AF-A3E4D860D4C5}" type="presOf" srcId="{7AC3C48E-98CC-4FCC-BBE9-4D1243B78BF0}" destId="{F4F28ED9-4D53-4C53-99DD-B351B1F5820C}" srcOrd="0" destOrd="0" presId="urn:microsoft.com/office/officeart/2005/8/layout/matrix2"/>
    <dgm:cxn modelId="{303B6B70-FBAA-498B-ADCC-F2C52DF6F0C3}" srcId="{A0C5A5E5-89ED-40F5-9D5B-A921DF669FE9}" destId="{4E61BC5E-7FB2-421E-A3F8-17224623BAB7}" srcOrd="3" destOrd="0" parTransId="{8F3E8559-62FE-4078-917A-9869B1F76C11}" sibTransId="{5DA00D5F-2977-4767-B81E-8DC93B8636EB}"/>
    <dgm:cxn modelId="{215E5397-2A71-4100-AED3-1F6E4BF78A25}" type="presOf" srcId="{9943700F-0D4F-4BD7-AE4B-BED26198C2EA}" destId="{76A6B11D-B2AC-4FC6-A7F2-046F8A1483D4}" srcOrd="0" destOrd="0" presId="urn:microsoft.com/office/officeart/2005/8/layout/matrix2"/>
    <dgm:cxn modelId="{942176A6-96F9-4C4A-9479-E0F98AC9A000}" type="presOf" srcId="{A0C5A5E5-89ED-40F5-9D5B-A921DF669FE9}" destId="{964DD81D-8F4A-424F-BB1C-18AFD15D4696}" srcOrd="0" destOrd="0" presId="urn:microsoft.com/office/officeart/2005/8/layout/matrix2"/>
    <dgm:cxn modelId="{F1F99FA8-E955-4F34-BA67-7E9D9F7CFF9B}" srcId="{A0C5A5E5-89ED-40F5-9D5B-A921DF669FE9}" destId="{7AC3C48E-98CC-4FCC-BBE9-4D1243B78BF0}" srcOrd="2" destOrd="0" parTransId="{43E5D15D-0545-4C6F-A79B-4CB01E494DDB}" sibTransId="{48679E51-55E3-42B1-9D52-A96F66D78E7C}"/>
    <dgm:cxn modelId="{863AF9E5-6410-488E-8F33-124D2E738CC2}" type="presOf" srcId="{4E61BC5E-7FB2-421E-A3F8-17224623BAB7}" destId="{AA912248-098D-4BEC-8C1A-6B66152702B1}" srcOrd="0" destOrd="0" presId="urn:microsoft.com/office/officeart/2005/8/layout/matrix2"/>
    <dgm:cxn modelId="{9B0C9BE9-8908-4F29-B1B6-90CDEC70722E}" srcId="{A0C5A5E5-89ED-40F5-9D5B-A921DF669FE9}" destId="{9943700F-0D4F-4BD7-AE4B-BED26198C2EA}" srcOrd="1" destOrd="0" parTransId="{AF749B05-60D8-49B3-B40E-5B9FE119F44D}" sibTransId="{66F6F6C7-4104-4CEE-A457-9EAC01BA523F}"/>
    <dgm:cxn modelId="{E078F742-5D12-4A31-BABD-5B0691851ADF}" type="presParOf" srcId="{964DD81D-8F4A-424F-BB1C-18AFD15D4696}" destId="{53C28761-C323-4FAE-9DE6-DC9F71E1E1A5}" srcOrd="0" destOrd="0" presId="urn:microsoft.com/office/officeart/2005/8/layout/matrix2"/>
    <dgm:cxn modelId="{D8E32091-CEC5-4F62-93BE-8BC4AE311A83}" type="presParOf" srcId="{964DD81D-8F4A-424F-BB1C-18AFD15D4696}" destId="{3D222AD0-97D5-4CE3-94DF-05A500D7BDCB}" srcOrd="1" destOrd="0" presId="urn:microsoft.com/office/officeart/2005/8/layout/matrix2"/>
    <dgm:cxn modelId="{347641E8-F91B-4BDC-A1BF-A3F643EAAE77}" type="presParOf" srcId="{964DD81D-8F4A-424F-BB1C-18AFD15D4696}" destId="{76A6B11D-B2AC-4FC6-A7F2-046F8A1483D4}" srcOrd="2" destOrd="0" presId="urn:microsoft.com/office/officeart/2005/8/layout/matrix2"/>
    <dgm:cxn modelId="{D569E9E7-37CA-4992-B95C-2595D2340EEF}" type="presParOf" srcId="{964DD81D-8F4A-424F-BB1C-18AFD15D4696}" destId="{F4F28ED9-4D53-4C53-99DD-B351B1F5820C}" srcOrd="3" destOrd="0" presId="urn:microsoft.com/office/officeart/2005/8/layout/matrix2"/>
    <dgm:cxn modelId="{951FBCFF-2B76-4A48-A3BB-01A429E2E304}" type="presParOf" srcId="{964DD81D-8F4A-424F-BB1C-18AFD15D4696}" destId="{AA912248-098D-4BEC-8C1A-6B66152702B1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016C0-943F-4DE9-88E4-0B73DEF54D8B}">
      <dsp:nvSpPr>
        <dsp:cNvPr id="0" name=""/>
        <dsp:cNvSpPr/>
      </dsp:nvSpPr>
      <dsp:spPr>
        <a:xfrm>
          <a:off x="3671548" y="1190"/>
          <a:ext cx="1129389" cy="11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kern="1200" dirty="0"/>
            <a:t>Digitální služby</a:t>
          </a:r>
        </a:p>
      </dsp:txBody>
      <dsp:txXfrm>
        <a:off x="3836943" y="166585"/>
        <a:ext cx="798599" cy="798599"/>
      </dsp:txXfrm>
    </dsp:sp>
    <dsp:sp modelId="{15803011-6BB4-433A-A199-88A9C5559785}">
      <dsp:nvSpPr>
        <dsp:cNvPr id="0" name=""/>
        <dsp:cNvSpPr/>
      </dsp:nvSpPr>
      <dsp:spPr>
        <a:xfrm rot="1800000">
          <a:off x="4813290" y="795316"/>
          <a:ext cx="300884" cy="38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>
        <a:off x="4819337" y="848984"/>
        <a:ext cx="210619" cy="228700"/>
      </dsp:txXfrm>
    </dsp:sp>
    <dsp:sp modelId="{5C51A050-81CA-462D-A737-9405DFB4DABF}">
      <dsp:nvSpPr>
        <dsp:cNvPr id="0" name=""/>
        <dsp:cNvSpPr/>
      </dsp:nvSpPr>
      <dsp:spPr>
        <a:xfrm>
          <a:off x="5141277" y="849738"/>
          <a:ext cx="1129389" cy="11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kern="1200" dirty="0"/>
            <a:t>Sdílení dat</a:t>
          </a:r>
        </a:p>
      </dsp:txBody>
      <dsp:txXfrm>
        <a:off x="5306672" y="1015133"/>
        <a:ext cx="798599" cy="798599"/>
      </dsp:txXfrm>
    </dsp:sp>
    <dsp:sp modelId="{22D8B4A1-45C2-44BF-8784-8BBC055F8171}">
      <dsp:nvSpPr>
        <dsp:cNvPr id="0" name=""/>
        <dsp:cNvSpPr/>
      </dsp:nvSpPr>
      <dsp:spPr>
        <a:xfrm rot="5400000">
          <a:off x="5555529" y="2063881"/>
          <a:ext cx="300884" cy="38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>
        <a:off x="5600662" y="2094983"/>
        <a:ext cx="210619" cy="228700"/>
      </dsp:txXfrm>
    </dsp:sp>
    <dsp:sp modelId="{EED8BD9A-5FFC-4294-A24D-986D365112CC}">
      <dsp:nvSpPr>
        <dsp:cNvPr id="0" name=""/>
        <dsp:cNvSpPr/>
      </dsp:nvSpPr>
      <dsp:spPr>
        <a:xfrm>
          <a:off x="5141277" y="2546835"/>
          <a:ext cx="1129389" cy="11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kern="1200" dirty="0"/>
            <a:t>Sdílené služby</a:t>
          </a:r>
        </a:p>
      </dsp:txBody>
      <dsp:txXfrm>
        <a:off x="5306672" y="2712230"/>
        <a:ext cx="798599" cy="798599"/>
      </dsp:txXfrm>
    </dsp:sp>
    <dsp:sp modelId="{4CBE6379-8C9C-48EC-9E9B-0A3A67DB060E}">
      <dsp:nvSpPr>
        <dsp:cNvPr id="0" name=""/>
        <dsp:cNvSpPr/>
      </dsp:nvSpPr>
      <dsp:spPr>
        <a:xfrm rot="9000000">
          <a:off x="4828040" y="3340961"/>
          <a:ext cx="300884" cy="38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 rot="10800000">
        <a:off x="4912258" y="3394629"/>
        <a:ext cx="210619" cy="228700"/>
      </dsp:txXfrm>
    </dsp:sp>
    <dsp:sp modelId="{C307F32F-2A55-435D-B8DD-5C656853D727}">
      <dsp:nvSpPr>
        <dsp:cNvPr id="0" name=""/>
        <dsp:cNvSpPr/>
      </dsp:nvSpPr>
      <dsp:spPr>
        <a:xfrm>
          <a:off x="3671548" y="3395383"/>
          <a:ext cx="1129389" cy="11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kern="1200" dirty="0"/>
            <a:t>Služby portálů</a:t>
          </a:r>
        </a:p>
      </dsp:txBody>
      <dsp:txXfrm>
        <a:off x="3836943" y="3560778"/>
        <a:ext cx="798599" cy="798599"/>
      </dsp:txXfrm>
    </dsp:sp>
    <dsp:sp modelId="{9518E864-A39F-400A-A29A-8EBEA44D15F7}">
      <dsp:nvSpPr>
        <dsp:cNvPr id="0" name=""/>
        <dsp:cNvSpPr/>
      </dsp:nvSpPr>
      <dsp:spPr>
        <a:xfrm rot="12600000">
          <a:off x="3358311" y="3349477"/>
          <a:ext cx="300884" cy="38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 rot="10800000">
        <a:off x="3442529" y="3448277"/>
        <a:ext cx="210619" cy="228700"/>
      </dsp:txXfrm>
    </dsp:sp>
    <dsp:sp modelId="{F801A073-5A29-4367-A4DB-A56477810166}">
      <dsp:nvSpPr>
        <dsp:cNvPr id="0" name=""/>
        <dsp:cNvSpPr/>
      </dsp:nvSpPr>
      <dsp:spPr>
        <a:xfrm>
          <a:off x="2201820" y="2546835"/>
          <a:ext cx="1129389" cy="11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kern="1200" dirty="0"/>
            <a:t>Bezpečnost</a:t>
          </a:r>
        </a:p>
      </dsp:txBody>
      <dsp:txXfrm>
        <a:off x="2367215" y="2712230"/>
        <a:ext cx="798599" cy="798599"/>
      </dsp:txXfrm>
    </dsp:sp>
    <dsp:sp modelId="{C0C6E403-13F6-4013-A5B9-A437951DFEF6}">
      <dsp:nvSpPr>
        <dsp:cNvPr id="0" name=""/>
        <dsp:cNvSpPr/>
      </dsp:nvSpPr>
      <dsp:spPr>
        <a:xfrm rot="16200000">
          <a:off x="2616072" y="2080912"/>
          <a:ext cx="300884" cy="38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>
        <a:off x="2661205" y="2202279"/>
        <a:ext cx="210619" cy="228700"/>
      </dsp:txXfrm>
    </dsp:sp>
    <dsp:sp modelId="{4AA1B846-9A25-41AA-80EC-C7B696A9EE74}">
      <dsp:nvSpPr>
        <dsp:cNvPr id="0" name=""/>
        <dsp:cNvSpPr/>
      </dsp:nvSpPr>
      <dsp:spPr>
        <a:xfrm>
          <a:off x="2201820" y="849738"/>
          <a:ext cx="1129389" cy="11293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kern="1200" dirty="0"/>
            <a:t>Provoz</a:t>
          </a:r>
        </a:p>
      </dsp:txBody>
      <dsp:txXfrm>
        <a:off x="2367215" y="1015133"/>
        <a:ext cx="798599" cy="798599"/>
      </dsp:txXfrm>
    </dsp:sp>
    <dsp:sp modelId="{F460C417-95AB-46A9-A157-052FECBE6B59}">
      <dsp:nvSpPr>
        <dsp:cNvPr id="0" name=""/>
        <dsp:cNvSpPr/>
      </dsp:nvSpPr>
      <dsp:spPr>
        <a:xfrm rot="19800000">
          <a:off x="3343561" y="803832"/>
          <a:ext cx="300884" cy="38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600" kern="1200"/>
        </a:p>
      </dsp:txBody>
      <dsp:txXfrm>
        <a:off x="3349608" y="902632"/>
        <a:ext cx="210619" cy="228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28761-C323-4FAE-9DE6-DC9F71E1E1A5}">
      <dsp:nvSpPr>
        <dsp:cNvPr id="0" name=""/>
        <dsp:cNvSpPr/>
      </dsp:nvSpPr>
      <dsp:spPr>
        <a:xfrm>
          <a:off x="108876" y="0"/>
          <a:ext cx="2880320" cy="288032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222AD0-97D5-4CE3-94DF-05A500D7BDCB}">
      <dsp:nvSpPr>
        <dsp:cNvPr id="0" name=""/>
        <dsp:cNvSpPr/>
      </dsp:nvSpPr>
      <dsp:spPr>
        <a:xfrm>
          <a:off x="259228" y="187220"/>
          <a:ext cx="1152128" cy="1152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kern="1200" dirty="0"/>
            <a:t>Vedení obcí a zastupitelé</a:t>
          </a:r>
        </a:p>
      </dsp:txBody>
      <dsp:txXfrm>
        <a:off x="315470" y="243462"/>
        <a:ext cx="1039644" cy="1039644"/>
      </dsp:txXfrm>
    </dsp:sp>
    <dsp:sp modelId="{76A6B11D-B2AC-4FC6-A7F2-046F8A1483D4}">
      <dsp:nvSpPr>
        <dsp:cNvPr id="0" name=""/>
        <dsp:cNvSpPr/>
      </dsp:nvSpPr>
      <dsp:spPr>
        <a:xfrm>
          <a:off x="1612979" y="187220"/>
          <a:ext cx="1152128" cy="1152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kern="1200" dirty="0"/>
            <a:t>Dodavatelé</a:t>
          </a:r>
        </a:p>
      </dsp:txBody>
      <dsp:txXfrm>
        <a:off x="1669221" y="243462"/>
        <a:ext cx="1039644" cy="1039644"/>
      </dsp:txXfrm>
    </dsp:sp>
    <dsp:sp modelId="{F4F28ED9-4D53-4C53-99DD-B351B1F5820C}">
      <dsp:nvSpPr>
        <dsp:cNvPr id="0" name=""/>
        <dsp:cNvSpPr/>
      </dsp:nvSpPr>
      <dsp:spPr>
        <a:xfrm>
          <a:off x="259228" y="1540971"/>
          <a:ext cx="1152128" cy="1152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kern="1200" dirty="0"/>
            <a:t>Business pohled</a:t>
          </a:r>
        </a:p>
      </dsp:txBody>
      <dsp:txXfrm>
        <a:off x="315470" y="1597213"/>
        <a:ext cx="1039644" cy="1039644"/>
      </dsp:txXfrm>
    </dsp:sp>
    <dsp:sp modelId="{AA912248-098D-4BEC-8C1A-6B66152702B1}">
      <dsp:nvSpPr>
        <dsp:cNvPr id="0" name=""/>
        <dsp:cNvSpPr/>
      </dsp:nvSpPr>
      <dsp:spPr>
        <a:xfrm>
          <a:off x="1612979" y="1540971"/>
          <a:ext cx="1152128" cy="1152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kern="1200" dirty="0"/>
            <a:t>Technický pohled</a:t>
          </a:r>
        </a:p>
      </dsp:txBody>
      <dsp:txXfrm>
        <a:off x="1669221" y="1597213"/>
        <a:ext cx="1039644" cy="1039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8E732553-B86A-45A1-B8B9-B60D0727E3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90EBA2B-A91F-4B1D-92FD-45DB63EA45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BD0BF-EBA1-46AD-9E8A-105081C40DB5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11970AF-3104-4F07-8760-837AAB1BC5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EFE072C-63E7-4B48-AA78-8432FFDE45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EB37E-F27E-4E64-96B9-D349DAF35D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28621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xxxx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80BF2-CA21-4D5B-9E8A-0EF4925B073C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139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01.06.2021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01.06.2021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C65253-8CCA-4F2A-A9E3-96B04381B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629EC8F-9CE3-42BC-8EB6-88F3E285A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2C0F31-B79F-43E8-8FA4-C9FCD2AC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5DE6492-3D59-4E5A-9EE4-2D0F9ACA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4B7D47-F9E7-4D77-9B7F-F3183CF3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9568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8CBC62-1377-44FF-83BD-6CBE9FA2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AC7C86-ADA5-496E-A618-F2CCE2ADB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91395CC-921E-4292-AC0A-63101D72A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0FC0602-27A7-44A1-9BC3-2EB6183B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55EC654-662E-4794-AB51-ECCC8BD0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1859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A13418-5736-49D0-9C32-933D2A4AB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CB2C83B-4EE3-473C-8FA7-A7BEA4280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BF9D5D-3A01-42E5-9616-8E3E7C02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642FFEE-60ED-4D5A-8241-2FF8318D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256053D-B46E-487B-838E-D2EDBA1B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1548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DB3371-B91E-4DE5-8D8C-B7F17B5A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844E60-683D-4627-AC20-73D8A1AE1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33A2B24-0D9F-417D-8599-C6AD7C7E4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2D5AF14-53D5-4DBD-8B9B-65E4722EF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6B60142-4391-4515-A048-24273411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4878445-2AFC-4A43-9FF3-5B65A3D7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0862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0DA62A-62DA-44DA-BD6C-9EA0F7F94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D000B2-8D68-4B49-912D-A803110E5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D3664F5-7DBF-435B-B0FF-233AEA58D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F6544A7-10B9-4CAE-9FFB-C1844EA39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432F97B-2815-4BB0-96A7-BCA410390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3295A0A-825F-4306-A9DA-56442C29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F968185-0911-4035-BAA6-F5B91763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77EF442-C248-4A9D-8040-C30B8078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073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C9E188-E288-429B-A0C7-704F5DC5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A154807-BC1A-4CF0-A3B8-D81C01FD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1CA560B-87A0-4942-B8A1-BC703A9F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B55AC71-E53B-4A9B-A674-DDA356D17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22029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BEF9DA-1FE1-410B-9522-553E0580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F83EBF3-136A-4E3B-9549-70F39E1B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DA7CE70-E428-435C-BF18-14D5CC35D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4986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2DE9F5-6A0D-4627-AFB8-6E219B4E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A4CB1C-9003-4CF4-B686-429320C3E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EA65E5A-062B-46D4-8E33-ACCC51D4B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4433A56-5B6D-4E8D-AF5C-AEADE900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CE1C461-6E99-4C52-A011-AF92C61E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5A667FF-7E56-4906-B976-F78C2536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8495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279D04-A716-4502-B3D4-F21C5EAE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ABE7EA4-E511-4058-8FBC-F0A02C5790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55C851F-EDB6-4F39-9ABB-E1BECFEC8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5A91E94-17CA-4AF9-BFD6-6DD5E938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00075D4-0EAA-41FD-8CE7-FB4F2B5F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82E78A5-0545-4843-89F2-3736A09E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5077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02E99F-3A01-4CCD-97A6-5AF11673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9D28919-4829-4BDA-BD69-58659B7E2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540EF7B-8299-455B-8DF4-7A36A646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28A1C65-A69E-48E7-A86A-F6F0A424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69BA026-64DE-4B40-AB22-A6041A0A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0639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D9DACCD-8CD9-4208-A6AA-3F87DF2FD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C6C1D7F-73DF-46CB-99A3-919581A59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E3475C-EDB9-45AF-BC72-89487EF79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3799900-0BF4-4C42-8319-6AD7E88B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EB1D4E0-5433-46EC-9B06-B7846B95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752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01.06.2021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54F0F8F-F6E8-4C88-8CA2-3B7C4270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7FC1092-FDA1-47DB-9F1A-56794BCD4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7E4ADFA-EA1E-4F1E-ACAA-E1B622F54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6D535-5680-432A-ADC2-94B1ECAD5804}" type="datetimeFigureOut">
              <a:rPr lang="cs-CZ" smtClean="0"/>
              <a:t>01.06.2021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D9F1032-0E7F-402A-BD4C-5A0297067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B10509F-0354-4B88-BE85-04AAD3CCA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62EC3-1765-4165-9983-14844B064C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16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63615" y="1268760"/>
            <a:ext cx="8173572" cy="3126209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cs-CZ" sz="4000" b="1" dirty="0"/>
              <a:t>Portálová řešení obcí</a:t>
            </a:r>
            <a:br>
              <a:rPr lang="cs-CZ" sz="4000" b="1" dirty="0"/>
            </a:br>
            <a:r>
              <a:rPr lang="cs-CZ" sz="4000" b="1" dirty="0"/>
              <a:t>… jak na ně …</a:t>
            </a:r>
            <a:br>
              <a:rPr lang="cs-CZ" sz="4000" b="1" dirty="0"/>
            </a:br>
            <a:r>
              <a:rPr lang="cs-CZ" sz="4000" b="1" dirty="0"/>
              <a:t>na portály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04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7.6.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Ing. Radan Březa, Václav Trejdl</a:t>
            </a:r>
          </a:p>
          <a:p>
            <a:r>
              <a:rPr lang="cs-CZ" sz="1600" dirty="0">
                <a:solidFill>
                  <a:schemeClr val="tx1"/>
                </a:solidFill>
              </a:rPr>
              <a:t>NAKIT, </a:t>
            </a:r>
            <a:r>
              <a:rPr lang="cs-CZ" sz="1600" dirty="0" err="1">
                <a:solidFill>
                  <a:schemeClr val="tx1"/>
                </a:solidFill>
              </a:rPr>
              <a:t>s.p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D345A4C-A409-439A-9263-7DDA7D22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364" y="188640"/>
            <a:ext cx="1428823" cy="5778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Obsah obrázku mapa&#10;&#10;Popis byl vytvořen automaticky">
            <a:extLst>
              <a:ext uri="{FF2B5EF4-FFF2-40B4-BE49-F238E27FC236}">
                <a16:creationId xmlns:a16="http://schemas.microsoft.com/office/drawing/2014/main" id="{B5A01EFB-91C5-4A2F-81C9-27E9E3C0C0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975" y="3789040"/>
            <a:ext cx="3055513" cy="216024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E06BD74-E137-4B75-9457-AA87C02D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nás k tomu vede 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95BCB2-D92B-4B52-A9DC-BC8CBA2C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Zákon o právu na digitální služby 12/2020</a:t>
            </a:r>
            <a:endParaRPr lang="cs-CZ" b="1" dirty="0"/>
          </a:p>
          <a:p>
            <a:r>
              <a:rPr lang="cs-CZ" dirty="0"/>
              <a:t>~ 6259 obcí</a:t>
            </a:r>
          </a:p>
          <a:p>
            <a:r>
              <a:rPr lang="cs-CZ" dirty="0"/>
              <a:t>Obce jsou samostatné a samosprávné</a:t>
            </a:r>
          </a:p>
          <a:p>
            <a:r>
              <a:rPr lang="cs-CZ" dirty="0"/>
              <a:t>Jejich webové stránky jsou </a:t>
            </a:r>
          </a:p>
          <a:p>
            <a:pPr lvl="2"/>
            <a:r>
              <a:rPr lang="cs-CZ" dirty="0"/>
              <a:t>jsou velmi různorodé</a:t>
            </a:r>
          </a:p>
          <a:p>
            <a:pPr lvl="2"/>
            <a:r>
              <a:rPr lang="cs-CZ" dirty="0"/>
              <a:t>jsou to weby (RO), ne portály (RW)</a:t>
            </a:r>
          </a:p>
          <a:p>
            <a:pPr lvl="2"/>
            <a:r>
              <a:rPr lang="cs-CZ" dirty="0"/>
              <a:t>většina je hodna modernizace</a:t>
            </a:r>
          </a:p>
          <a:p>
            <a:r>
              <a:rPr lang="cs-CZ" dirty="0"/>
              <a:t>Přišla digitalizace</a:t>
            </a:r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326CBEB-2EA0-4CFB-AB68-7ECAA2831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364" y="188640"/>
            <a:ext cx="1428823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6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06BD74-E137-4B75-9457-AA87C02D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Digitalizace je když…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81176442-9615-464B-9C0C-7CE99DA54B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087300"/>
              </p:ext>
            </p:extLst>
          </p:nvPr>
        </p:nvGraphicFramePr>
        <p:xfrm>
          <a:off x="214313" y="1600200"/>
          <a:ext cx="8472487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ovéPole 5">
            <a:extLst>
              <a:ext uri="{FF2B5EF4-FFF2-40B4-BE49-F238E27FC236}">
                <a16:creationId xmlns:a16="http://schemas.microsoft.com/office/drawing/2014/main" id="{1A1360F4-3250-47CE-BBBA-DF51B791AABB}"/>
              </a:ext>
            </a:extLst>
          </p:cNvPr>
          <p:cNvSpPr txBox="1"/>
          <p:nvPr/>
        </p:nvSpPr>
        <p:spPr>
          <a:xfrm>
            <a:off x="5004108" y="1214253"/>
            <a:ext cx="2304256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Katalog služeb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Agendové systémy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Federace portálů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Spisová služba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29C4730-18E3-45BC-B143-9870F847E058}"/>
              </a:ext>
            </a:extLst>
          </p:cNvPr>
          <p:cNvSpPr txBox="1"/>
          <p:nvPr/>
        </p:nvSpPr>
        <p:spPr>
          <a:xfrm>
            <a:off x="6516216" y="2983559"/>
            <a:ext cx="2304256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Základní registry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Propojený datový fond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82AD10D9-D58E-4933-A266-C0E14154D716}"/>
              </a:ext>
            </a:extLst>
          </p:cNvPr>
          <p:cNvSpPr txBox="1"/>
          <p:nvPr/>
        </p:nvSpPr>
        <p:spPr>
          <a:xfrm>
            <a:off x="6286512" y="5225916"/>
            <a:ext cx="2304256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Datové schránky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i="1" dirty="0">
                <a:solidFill>
                  <a:srgbClr val="FF9393"/>
                </a:solidFill>
              </a:rPr>
              <a:t>Formuláře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i="1" dirty="0">
                <a:solidFill>
                  <a:srgbClr val="FF9393"/>
                </a:solidFill>
              </a:rPr>
              <a:t>Platební brána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4BED42B9-8A69-46AE-AFE4-1708E8ADB51F}"/>
              </a:ext>
            </a:extLst>
          </p:cNvPr>
          <p:cNvSpPr txBox="1"/>
          <p:nvPr/>
        </p:nvSpPr>
        <p:spPr>
          <a:xfrm>
            <a:off x="971600" y="5665428"/>
            <a:ext cx="3322712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i="1" dirty="0">
                <a:solidFill>
                  <a:srgbClr val="FF9393"/>
                </a:solidFill>
              </a:rPr>
              <a:t>Notifikace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i="1" dirty="0">
                <a:solidFill>
                  <a:srgbClr val="FF9393"/>
                </a:solidFill>
              </a:rPr>
              <a:t>Objednávky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i="1" dirty="0">
                <a:solidFill>
                  <a:srgbClr val="FF9393"/>
                </a:solidFill>
              </a:rPr>
              <a:t>Role – zmocnění - zastupování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03761527-3FC7-400B-8ABF-0FE02AF2C69A}"/>
              </a:ext>
            </a:extLst>
          </p:cNvPr>
          <p:cNvSpPr txBox="1"/>
          <p:nvPr/>
        </p:nvSpPr>
        <p:spPr>
          <a:xfrm>
            <a:off x="506395" y="3717032"/>
            <a:ext cx="190251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FF0000"/>
                </a:solidFill>
              </a:rPr>
              <a:t>Dostupnost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FF0000"/>
                </a:solidFill>
              </a:rPr>
              <a:t>Důvěryhodnost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FF0000"/>
                </a:solidFill>
              </a:rPr>
              <a:t>Integrita</a:t>
            </a:r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89C60C78-5D56-477A-B5CE-866963AAD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364" y="188640"/>
            <a:ext cx="1428823" cy="577880"/>
          </a:xfrm>
          <a:prstGeom prst="rect">
            <a:avLst/>
          </a:prstGeom>
        </p:spPr>
      </p:pic>
      <p:sp>
        <p:nvSpPr>
          <p:cNvPr id="12" name="TextovéPole 11">
            <a:extLst>
              <a:ext uri="{FF2B5EF4-FFF2-40B4-BE49-F238E27FC236}">
                <a16:creationId xmlns:a16="http://schemas.microsoft.com/office/drawing/2014/main" id="{ACCCEE92-B520-4735-AB9D-47081126441B}"/>
              </a:ext>
            </a:extLst>
          </p:cNvPr>
          <p:cNvSpPr txBox="1"/>
          <p:nvPr/>
        </p:nvSpPr>
        <p:spPr>
          <a:xfrm>
            <a:off x="457200" y="1852011"/>
            <a:ext cx="2304256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i="1" dirty="0">
                <a:solidFill>
                  <a:srgbClr val="FF9393"/>
                </a:solidFill>
              </a:rPr>
              <a:t>Provozní parametry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i="1" dirty="0">
                <a:solidFill>
                  <a:srgbClr val="FF9393"/>
                </a:solidFill>
              </a:rPr>
              <a:t>Podpora</a:t>
            </a:r>
          </a:p>
        </p:txBody>
      </p:sp>
    </p:spTree>
    <p:extLst>
      <p:ext uri="{BB962C8B-B14F-4D97-AF65-F5344CB8AC3E}">
        <p14:creationId xmlns:p14="http://schemas.microsoft.com/office/powerpoint/2010/main" val="424042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8074215-CFB7-4375-B68B-53529D53D4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5841032"/>
              </p:ext>
            </p:extLst>
          </p:nvPr>
        </p:nvGraphicFramePr>
        <p:xfrm>
          <a:off x="6012160" y="3945990"/>
          <a:ext cx="3024336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Nadpis 1">
            <a:extLst>
              <a:ext uri="{FF2B5EF4-FFF2-40B4-BE49-F238E27FC236}">
                <a16:creationId xmlns:a16="http://schemas.microsoft.com/office/drawing/2014/main" id="{4E06BD74-E137-4B75-9457-AA87C02D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 čem to je - shrnutí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95BCB2-D92B-4B52-A9DC-BC8CBA2C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dirty="0"/>
              <a:t>Sada doporučení, požadavků a témat užitečných při pořizování portálu</a:t>
            </a:r>
          </a:p>
          <a:p>
            <a:r>
              <a:rPr lang="cs-CZ" dirty="0"/>
              <a:t>Co portál musí, může nebo nesmí dělat</a:t>
            </a:r>
          </a:p>
          <a:p>
            <a:r>
              <a:rPr lang="cs-CZ" dirty="0"/>
              <a:t>Pro vedení obcí a zastupitele</a:t>
            </a:r>
          </a:p>
          <a:p>
            <a:r>
              <a:rPr lang="cs-CZ" dirty="0"/>
              <a:t>Pro zadavatele výběrových řízení</a:t>
            </a:r>
          </a:p>
          <a:p>
            <a:r>
              <a:rPr lang="cs-CZ" dirty="0"/>
              <a:t>Pro dodavatele</a:t>
            </a:r>
          </a:p>
          <a:p>
            <a:r>
              <a:rPr lang="cs-CZ" dirty="0">
                <a:solidFill>
                  <a:srgbClr val="FF0000"/>
                </a:solidFill>
              </a:rPr>
              <a:t>Aby si vzájemně porozuměli</a:t>
            </a:r>
          </a:p>
          <a:p>
            <a:endParaRPr lang="cs-CZ" sz="1500" i="1" dirty="0"/>
          </a:p>
          <a:p>
            <a:pPr marL="0" indent="0">
              <a:buNone/>
            </a:pPr>
            <a:endParaRPr lang="cs-CZ" sz="1500" i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cs-CZ" sz="1500" i="1" dirty="0">
                <a:latin typeface="Arial"/>
                <a:cs typeface="Arial"/>
              </a:rPr>
              <a:t>Informace v dokumentech (v příloze – 2x Portál obce…)</a:t>
            </a:r>
            <a:br>
              <a:rPr lang="cs-CZ" sz="1500" i="1" dirty="0"/>
            </a:br>
            <a:r>
              <a:rPr lang="cs-CZ" sz="1500" i="1" dirty="0">
                <a:latin typeface="Arial"/>
                <a:cs typeface="Arial"/>
              </a:rPr>
              <a:t> mohou být korigovány výstupy analýzy PwC VZ0108269</a:t>
            </a:r>
            <a:br>
              <a:rPr lang="cs-CZ" sz="1500" i="1" dirty="0">
                <a:latin typeface="Arial"/>
                <a:cs typeface="Arial"/>
              </a:rPr>
            </a:br>
            <a:r>
              <a:rPr lang="cs-CZ" sz="1500" i="1" dirty="0">
                <a:latin typeface="Arial"/>
                <a:cs typeface="Arial"/>
              </a:rPr>
              <a:t>Zpracování pravidel pro federaci portálů veřejné správy </a:t>
            </a:r>
          </a:p>
          <a:p>
            <a:pPr marL="0" indent="0">
              <a:buNone/>
            </a:pPr>
            <a:endParaRPr lang="cs-CZ" dirty="0">
              <a:solidFill>
                <a:srgbClr val="FF0000"/>
              </a:solidFill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919F61C-88EA-4CB5-9D1A-BCFDEF3013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364" y="188640"/>
            <a:ext cx="1428823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1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01DE4A2D-4738-4983-9877-7FE75C02E7CF}"/>
              </a:ext>
            </a:extLst>
          </p:cNvPr>
          <p:cNvSpPr txBox="1"/>
          <p:nvPr/>
        </p:nvSpPr>
        <p:spPr>
          <a:xfrm>
            <a:off x="1475656" y="2708920"/>
            <a:ext cx="597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/>
              <a:t>Dotazy – odpovědi ?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0A2171A8-8E60-4922-83D0-581584C30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364" y="188640"/>
            <a:ext cx="1428823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4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06BD74-E137-4B75-9457-AA87C02D6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749" y="381974"/>
            <a:ext cx="6203032" cy="1143000"/>
          </a:xfrm>
        </p:spPr>
        <p:txBody>
          <a:bodyPr/>
          <a:lstStyle/>
          <a:p>
            <a:r>
              <a:rPr lang="cs-CZ" dirty="0"/>
              <a:t>Struktura portálů eGovernmentu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95BCB2-D92B-4B52-A9DC-BC8CBA2C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cs-CZ" b="1" dirty="0"/>
          </a:p>
          <a:p>
            <a:endParaRPr lang="cs-CZ" b="1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5CC2752-9EDF-4661-9F06-B258F554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1393212"/>
            <a:ext cx="7629525" cy="4657725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81103105-2973-442D-B25F-B2D5E7355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364" y="188640"/>
            <a:ext cx="1428823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33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06BD74-E137-4B75-9457-AA87C02D6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68" y="274638"/>
            <a:ext cx="6203032" cy="1143000"/>
          </a:xfrm>
        </p:spPr>
        <p:txBody>
          <a:bodyPr/>
          <a:lstStyle/>
          <a:p>
            <a:r>
              <a:rPr lang="cs-CZ" dirty="0"/>
              <a:t>Architektura v celkovém kontextu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95BCB2-D92B-4B52-A9DC-BC8CBA2C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cs-CZ" b="1" dirty="0"/>
          </a:p>
          <a:p>
            <a:endParaRPr lang="cs-CZ" b="1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18D6A43-8E48-4CD8-BEA5-7BDD55F7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69331"/>
            <a:ext cx="8208912" cy="5526563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2241EBCC-DE1A-4FE9-8D51-3F5C32088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364" y="188640"/>
            <a:ext cx="1428823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3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06BD74-E137-4B75-9457-AA87C02D6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68" y="274638"/>
            <a:ext cx="6203032" cy="1143000"/>
          </a:xfrm>
        </p:spPr>
        <p:txBody>
          <a:bodyPr/>
          <a:lstStyle/>
          <a:p>
            <a:r>
              <a:rPr lang="cs-CZ" dirty="0"/>
              <a:t>Vazba na agendy obce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95BCB2-D92B-4B52-A9DC-BC8CBA2C8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417638"/>
            <a:ext cx="8750206" cy="4708525"/>
          </a:xfrm>
        </p:spPr>
        <p:txBody>
          <a:bodyPr/>
          <a:lstStyle/>
          <a:p>
            <a:pPr marL="0" indent="0">
              <a:buNone/>
            </a:pPr>
            <a:endParaRPr lang="cs-CZ" b="1" dirty="0"/>
          </a:p>
          <a:p>
            <a:endParaRPr lang="cs-CZ" b="1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2266A19-907F-4D13-BAE9-6FF6BD6E1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76872"/>
            <a:ext cx="8189342" cy="3586433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49D03257-2B0F-4C24-ACA5-AD0C43D39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364" y="188640"/>
            <a:ext cx="1428823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23181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lastní návr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2CD8C-1F57-4021-ADA7-82EA95C20947}">
  <ds:schemaRefs>
    <ds:schemaRef ds:uri="3fa536e4-34d3-47ce-9767-d1a10911edef"/>
    <ds:schemaRef ds:uri="a7ecedd0-f3d3-4f31-885f-a3bae08c173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F3A32D-6A38-424B-82FF-46DA65440F3C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6822</TotalTime>
  <Words>214</Words>
  <Application>Microsoft Office PowerPoint</Application>
  <PresentationFormat>Předvádění na obrazovce (4:3)</PresentationFormat>
  <Paragraphs>58</Paragraphs>
  <Slides>8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MV_sablona1_2007</vt:lpstr>
      <vt:lpstr>Vlastní návrh</vt:lpstr>
      <vt:lpstr>Portálová řešení obcí … jak na ně … na portály</vt:lpstr>
      <vt:lpstr>Co nás k tomu vede ?</vt:lpstr>
      <vt:lpstr>Digitalizace je když…</vt:lpstr>
      <vt:lpstr>O čem to je - shrnutí</vt:lpstr>
      <vt:lpstr>Prezentace aplikace PowerPoint</vt:lpstr>
      <vt:lpstr>Struktura portálů eGovernmentu</vt:lpstr>
      <vt:lpstr>Architektura v celkovém kontextu</vt:lpstr>
      <vt:lpstr>Vazba na agendy obce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Portálová řešení obcí –  doporučení</dc:title>
  <cp:lastModifiedBy>Václav Trejdl</cp:lastModifiedBy>
  <cp:revision>2</cp:revision>
  <dcterms:created xsi:type="dcterms:W3CDTF">2016-11-24T12:36:26Z</dcterms:created>
  <dcterms:modified xsi:type="dcterms:W3CDTF">2021-06-01T14:41:26Z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0x010100688069D24B57794DABB5721A55BD6067</vt:lpwstr>
  </property>
</Properties>
</file>