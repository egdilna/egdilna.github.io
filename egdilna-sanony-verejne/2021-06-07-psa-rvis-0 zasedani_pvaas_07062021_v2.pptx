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0" r:id="rId3"/>
    <p:sldId id="259" r:id="rId4"/>
    <p:sldId id="261" r:id="rId5"/>
    <p:sldId id="264" r:id="rId6"/>
    <p:sldId id="265" r:id="rId7"/>
    <p:sldId id="266" r:id="rId8"/>
    <p:sldId id="268" r:id="rId9"/>
    <p:sldId id="267" r:id="rId10"/>
    <p:sldId id="269" r:id="rId11"/>
    <p:sldId id="270" r:id="rId1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90459" y="1428737"/>
            <a:ext cx="10363200" cy="1470025"/>
          </a:xfrm>
        </p:spPr>
        <p:txBody>
          <a:bodyPr/>
          <a:lstStyle>
            <a:lvl1pPr algn="l">
              <a:defRPr>
                <a:solidFill>
                  <a:srgbClr val="00A9E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90459" y="3857628"/>
            <a:ext cx="8534400" cy="1752600"/>
          </a:xfrm>
        </p:spPr>
        <p:txBody>
          <a:bodyPr>
            <a:normAutofit/>
          </a:bodyPr>
          <a:lstStyle>
            <a:lvl1pPr marL="0" indent="0" algn="l"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9045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07.06.2021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91851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85709" y="1600201"/>
            <a:ext cx="11296691" cy="4525963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07.06.2021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59944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4357695"/>
            <a:ext cx="10363200" cy="1362075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2857496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07.06.2021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62323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285709" y="157161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07.06.2021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9882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10" y="150335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285710" y="214311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>
          <a:xfrm>
            <a:off x="285709" y="6324592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07.06.2021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4341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07.06.2021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4896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07.06.2021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6692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10" y="1142984"/>
            <a:ext cx="4392087" cy="1285884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28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85710" y="2500307"/>
            <a:ext cx="4334975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07.06.2021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58863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07.06.2021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49843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600201"/>
            <a:ext cx="11201440" cy="452596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07.06.2021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64046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>
            <a:lvl1pPr algn="l"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285861"/>
            <a:ext cx="8255040" cy="484030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07.06.2021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25856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velkybubli_CJ_1502_1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1522"/>
            <a:ext cx="12192000" cy="6854956"/>
          </a:xfrm>
          <a:prstGeom prst="rect">
            <a:avLst/>
          </a:prstGeom>
        </p:spPr>
      </p:pic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157161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285709" y="63579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07.06.2021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65626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lang="cs-CZ" sz="3600" kern="1200" dirty="0">
          <a:solidFill>
            <a:srgbClr val="00A9E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91344" y="5517232"/>
            <a:ext cx="8533612" cy="11521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 dirty="0" smtClean="0"/>
              <a:t>odbor </a:t>
            </a:r>
            <a:r>
              <a:rPr lang="CS-CZ" sz="2000" dirty="0"/>
              <a:t>Hlavního architekta eGovernmentu </a:t>
            </a:r>
          </a:p>
          <a:p>
            <a:r>
              <a:rPr lang="CS-CZ" sz="2000" dirty="0"/>
              <a:t>Ministerstvo v</a:t>
            </a:r>
            <a:r>
              <a:rPr lang="CS-CZ" sz="2000" dirty="0" smtClean="0"/>
              <a:t>nitra </a:t>
            </a:r>
            <a:r>
              <a:rPr lang="CS-CZ" sz="2000" dirty="0"/>
              <a:t>ČR</a:t>
            </a:r>
          </a:p>
        </p:txBody>
      </p:sp>
      <p:sp>
        <p:nvSpPr>
          <p:cNvPr id="5" name="Obdélník 4"/>
          <p:cNvSpPr/>
          <p:nvPr/>
        </p:nvSpPr>
        <p:spPr>
          <a:xfrm>
            <a:off x="1271464" y="1268760"/>
            <a:ext cx="9649072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4000" b="1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/>
            </a:r>
            <a:br>
              <a:rPr kumimoji="0" lang="cs-CZ" sz="4000" b="1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cs-CZ" sz="40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cs-CZ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Zasedání</a:t>
            </a:r>
            <a:r>
              <a:rPr kumimoji="0" lang="cs-CZ" sz="4000" b="0" i="0" u="none" strike="noStrike" kern="1200" cap="none" spc="0" normalizeH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pracovní skupiny pro architekturu a řízení ICT</a:t>
            </a:r>
            <a: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/>
            </a:r>
            <a:b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/>
            </a:r>
            <a:b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cs-CZ" sz="1600" b="1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cs-CZ" sz="1600" b="1" dirty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z</a:t>
            </a:r>
            <a:r>
              <a:rPr kumimoji="0" lang="cs-CZ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asedání</a:t>
            </a:r>
            <a:r>
              <a:rPr kumimoji="0" lang="cs-CZ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cs-CZ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7.6.2021</a:t>
            </a:r>
            <a:endParaRPr kumimoji="0" lang="cs-CZ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969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695796" y="2552324"/>
            <a:ext cx="8811491" cy="1421159"/>
          </a:xfrm>
        </p:spPr>
        <p:txBody>
          <a:bodyPr/>
          <a:lstStyle/>
          <a:p>
            <a:r>
              <a:rPr lang="cs-CZ" b="1" dirty="0"/>
              <a:t>Technický úvod, pravidla videokonference </a:t>
            </a:r>
          </a:p>
        </p:txBody>
      </p:sp>
    </p:spTree>
    <p:extLst>
      <p:ext uri="{BB962C8B-B14F-4D97-AF65-F5344CB8AC3E}">
        <p14:creationId xmlns:p14="http://schemas.microsoft.com/office/powerpoint/2010/main" val="567418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144862" y="33388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Agenda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263352" y="1493876"/>
            <a:ext cx="1152127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Technický úvod, pravidla videokonference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Šedivec, 5 min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cs-CZ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Hlavní program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Shrnutí předešlých témat, odsouhlasení změn NAP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Šedivec, MVČR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Katastr nemovitostí a přístup k údajům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Karel Štencl, ČÚZK</a:t>
            </a:r>
            <a:endParaRPr lang="cs-CZ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Portálová řešení obcí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Václav Trejdl, Radan Březa, NAKIT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Vyhlášky zákonů dle DEPO2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Richard Jerman, MVČR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Pravidla chování </a:t>
            </a:r>
            <a:r>
              <a:rPr lang="cs-CZ" sz="24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SeP</a:t>
            </a: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ve federaci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Petr </a:t>
            </a:r>
            <a:r>
              <a:rPr lang="cs-CZ" sz="24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Tiller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MVČR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eGovernment </a:t>
            </a:r>
            <a:r>
              <a:rPr lang="cs-CZ" sz="24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Cloud</a:t>
            </a: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cs-CZ" sz="2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2"/>
            <a:endParaRPr lang="cs-CZ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Závěr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Tomáš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Šedivec, MVČR</a:t>
            </a:r>
            <a:endParaRPr lang="cs-CZ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0951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225339" y="316201"/>
            <a:ext cx="8587048" cy="681327"/>
          </a:xfrm>
        </p:spPr>
        <p:txBody>
          <a:bodyPr/>
          <a:lstStyle/>
          <a:p>
            <a:pPr algn="ctr"/>
            <a:r>
              <a:rPr lang="cs-CZ" b="1" dirty="0" smtClean="0"/>
              <a:t>Kontext naší PS v rámci RVIS</a:t>
            </a:r>
            <a:endParaRPr lang="cs-CZ" b="1" dirty="0"/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372" y="1084024"/>
            <a:ext cx="8814981" cy="577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81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695796" y="2552324"/>
            <a:ext cx="8811491" cy="1421159"/>
          </a:xfrm>
        </p:spPr>
        <p:txBody>
          <a:bodyPr/>
          <a:lstStyle/>
          <a:p>
            <a:pPr algn="ctr"/>
            <a:r>
              <a:rPr lang="cs-CZ" b="1" dirty="0"/>
              <a:t>Shrnutí předešlých témat, odsouhlasení změn NAP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3971978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cs-CZ" b="1" dirty="0"/>
              <a:t>Katastr nemovitostí a přístup k údajům 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246438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cs-CZ" b="1" dirty="0"/>
              <a:t>Portálová řešení obcí 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2032749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cs-CZ" b="1" dirty="0"/>
              <a:t>Vyhlášky zákonů dle DEPO2 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3954934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es-ES" b="1" dirty="0"/>
              <a:t>Pravidla chování SeP ve federaci 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1352883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es-ES" b="1" dirty="0"/>
              <a:t>eGovernment Cloud </a:t>
            </a:r>
          </a:p>
        </p:txBody>
      </p:sp>
    </p:spTree>
    <p:extLst>
      <p:ext uri="{BB962C8B-B14F-4D97-AF65-F5344CB8AC3E}">
        <p14:creationId xmlns:p14="http://schemas.microsoft.com/office/powerpoint/2010/main" val="882677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es-ES" b="1" dirty="0"/>
              <a:t>Závěr</a:t>
            </a:r>
          </a:p>
        </p:txBody>
      </p:sp>
    </p:spTree>
    <p:extLst>
      <p:ext uri="{BB962C8B-B14F-4D97-AF65-F5344CB8AC3E}">
        <p14:creationId xmlns:p14="http://schemas.microsoft.com/office/powerpoint/2010/main" val="3235774545"/>
      </p:ext>
    </p:extLst>
  </p:cSld>
  <p:clrMapOvr>
    <a:masterClrMapping/>
  </p:clrMapOvr>
</p:sld>
</file>

<file path=ppt/theme/theme1.xml><?xml version="1.0" encoding="utf-8"?>
<a:theme xmlns:a="http://schemas.openxmlformats.org/drawingml/2006/main" name="MV_sablona1_2007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BCF83B-C495-4484-8A92-CFC561DEC575}"/>
</file>

<file path=customXml/itemProps2.xml><?xml version="1.0" encoding="utf-8"?>
<ds:datastoreItem xmlns:ds="http://schemas.openxmlformats.org/officeDocument/2006/customXml" ds:itemID="{A3C4313C-558B-4E11-A0DD-AA36C74895C3}"/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141</Words>
  <Application>Microsoft Office PowerPoint</Application>
  <PresentationFormat>Širokoúhlá obrazovka</PresentationFormat>
  <Paragraphs>26</Paragraphs>
  <Slides>11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4" baseType="lpstr">
      <vt:lpstr>Arial</vt:lpstr>
      <vt:lpstr>Calibri</vt:lpstr>
      <vt:lpstr>MV_sablona1_2007</vt:lpstr>
      <vt:lpstr>Prezentace aplikace PowerPoint</vt:lpstr>
      <vt:lpstr>Technický úvod, pravidla videokonference </vt:lpstr>
      <vt:lpstr> </vt:lpstr>
      <vt:lpstr>Kontext naší PS v rámci RVIS</vt:lpstr>
      <vt:lpstr>Shrnutí předešlých témat, odsouhlasení změn NAP</vt:lpstr>
      <vt:lpstr>Katastr nemovitostí a přístup k údajům </vt:lpstr>
      <vt:lpstr>Portálová řešení obcí </vt:lpstr>
      <vt:lpstr>Vyhlášky zákonů dle DEPO2 </vt:lpstr>
      <vt:lpstr>Pravidla chování SeP ve federaci </vt:lpstr>
      <vt:lpstr>eGovernment Cloud 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Tomáš Šedivec</dc:creator>
  <cp:lastModifiedBy>Šedivec Tomáš</cp:lastModifiedBy>
  <cp:revision>11</cp:revision>
  <dcterms:created xsi:type="dcterms:W3CDTF">2021-01-27T09:19:54Z</dcterms:created>
  <dcterms:modified xsi:type="dcterms:W3CDTF">2021-06-07T10:35:30Z</dcterms:modified>
</cp:coreProperties>
</file>