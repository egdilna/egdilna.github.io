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3.xml" ContentType="application/vnd.openxmlformats-officedocument.theme+xml"/>
  <Override PartName="/ppt/slideLayouts/slideLayout7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84" r:id="rId5"/>
    <p:sldMasterId id="2147483714" r:id="rId6"/>
    <p:sldMasterId id="2147483744" r:id="rId7"/>
  </p:sldMasterIdLst>
  <p:notesMasterIdLst>
    <p:notesMasterId r:id="rId79"/>
  </p:notesMasterIdLst>
  <p:sldIdLst>
    <p:sldId id="257" r:id="rId8"/>
    <p:sldId id="501" r:id="rId9"/>
    <p:sldId id="513" r:id="rId10"/>
    <p:sldId id="514" r:id="rId11"/>
    <p:sldId id="504" r:id="rId12"/>
    <p:sldId id="517" r:id="rId13"/>
    <p:sldId id="530" r:id="rId14"/>
    <p:sldId id="532" r:id="rId15"/>
    <p:sldId id="531" r:id="rId16"/>
    <p:sldId id="529" r:id="rId17"/>
    <p:sldId id="497" r:id="rId18"/>
    <p:sldId id="515" r:id="rId19"/>
    <p:sldId id="518" r:id="rId20"/>
    <p:sldId id="527" r:id="rId21"/>
    <p:sldId id="533" r:id="rId22"/>
    <p:sldId id="520" r:id="rId23"/>
    <p:sldId id="521" r:id="rId24"/>
    <p:sldId id="538" r:id="rId25"/>
    <p:sldId id="258" r:id="rId26"/>
    <p:sldId id="259" r:id="rId27"/>
    <p:sldId id="260" r:id="rId28"/>
    <p:sldId id="261" r:id="rId29"/>
    <p:sldId id="262" r:id="rId30"/>
    <p:sldId id="263" r:id="rId31"/>
    <p:sldId id="540" r:id="rId32"/>
    <p:sldId id="537" r:id="rId33"/>
    <p:sldId id="498" r:id="rId34"/>
    <p:sldId id="507" r:id="rId35"/>
    <p:sldId id="534" r:id="rId36"/>
    <p:sldId id="500" r:id="rId37"/>
    <p:sldId id="535" r:id="rId38"/>
    <p:sldId id="503" r:id="rId39"/>
    <p:sldId id="536" r:id="rId40"/>
    <p:sldId id="506" r:id="rId41"/>
    <p:sldId id="522" r:id="rId42"/>
    <p:sldId id="523" r:id="rId43"/>
    <p:sldId id="469" r:id="rId44"/>
    <p:sldId id="470" r:id="rId45"/>
    <p:sldId id="471" r:id="rId46"/>
    <p:sldId id="476" r:id="rId47"/>
    <p:sldId id="473" r:id="rId48"/>
    <p:sldId id="474" r:id="rId49"/>
    <p:sldId id="475" r:id="rId50"/>
    <p:sldId id="541" r:id="rId51"/>
    <p:sldId id="539" r:id="rId52"/>
    <p:sldId id="542" r:id="rId53"/>
    <p:sldId id="467" r:id="rId54"/>
    <p:sldId id="543" r:id="rId55"/>
    <p:sldId id="557" r:id="rId56"/>
    <p:sldId id="544" r:id="rId57"/>
    <p:sldId id="545" r:id="rId58"/>
    <p:sldId id="546" r:id="rId59"/>
    <p:sldId id="547" r:id="rId60"/>
    <p:sldId id="519" r:id="rId61"/>
    <p:sldId id="548" r:id="rId62"/>
    <p:sldId id="549" r:id="rId63"/>
    <p:sldId id="550" r:id="rId64"/>
    <p:sldId id="551" r:id="rId65"/>
    <p:sldId id="558" r:id="rId66"/>
    <p:sldId id="512" r:id="rId67"/>
    <p:sldId id="499" r:id="rId68"/>
    <p:sldId id="552" r:id="rId69"/>
    <p:sldId id="266" r:id="rId70"/>
    <p:sldId id="553" r:id="rId71"/>
    <p:sldId id="528" r:id="rId72"/>
    <p:sldId id="554" r:id="rId73"/>
    <p:sldId id="524" r:id="rId74"/>
    <p:sldId id="525" r:id="rId75"/>
    <p:sldId id="556" r:id="rId76"/>
    <p:sldId id="555" r:id="rId77"/>
    <p:sldId id="321" r:id="rId7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ýchozí oddíl" id="{258E2EEB-5814-4F3A-85A3-39F42B7D5A80}">
          <p14:sldIdLst>
            <p14:sldId id="257"/>
          </p14:sldIdLst>
        </p14:section>
        <p14:section name="Tmavý vzhled" id="{5D17C389-D887-DB46-BB98-F62E6D5AFF22}">
          <p14:sldIdLst>
            <p14:sldId id="501"/>
            <p14:sldId id="513"/>
            <p14:sldId id="514"/>
            <p14:sldId id="504"/>
            <p14:sldId id="517"/>
            <p14:sldId id="530"/>
            <p14:sldId id="532"/>
            <p14:sldId id="531"/>
            <p14:sldId id="529"/>
            <p14:sldId id="497"/>
            <p14:sldId id="515"/>
            <p14:sldId id="518"/>
            <p14:sldId id="527"/>
            <p14:sldId id="533"/>
            <p14:sldId id="520"/>
            <p14:sldId id="521"/>
            <p14:sldId id="538"/>
            <p14:sldId id="258"/>
            <p14:sldId id="259"/>
            <p14:sldId id="260"/>
            <p14:sldId id="261"/>
            <p14:sldId id="262"/>
            <p14:sldId id="263"/>
            <p14:sldId id="540"/>
            <p14:sldId id="537"/>
            <p14:sldId id="498"/>
            <p14:sldId id="507"/>
            <p14:sldId id="534"/>
            <p14:sldId id="500"/>
            <p14:sldId id="535"/>
            <p14:sldId id="503"/>
            <p14:sldId id="536"/>
            <p14:sldId id="506"/>
            <p14:sldId id="522"/>
            <p14:sldId id="523"/>
            <p14:sldId id="469"/>
            <p14:sldId id="470"/>
            <p14:sldId id="471"/>
            <p14:sldId id="476"/>
            <p14:sldId id="473"/>
            <p14:sldId id="474"/>
            <p14:sldId id="475"/>
            <p14:sldId id="541"/>
            <p14:sldId id="539"/>
            <p14:sldId id="542"/>
            <p14:sldId id="467"/>
            <p14:sldId id="543"/>
            <p14:sldId id="557"/>
            <p14:sldId id="544"/>
            <p14:sldId id="545"/>
            <p14:sldId id="546"/>
            <p14:sldId id="547"/>
            <p14:sldId id="519"/>
            <p14:sldId id="548"/>
            <p14:sldId id="549"/>
            <p14:sldId id="550"/>
            <p14:sldId id="551"/>
            <p14:sldId id="558"/>
            <p14:sldId id="512"/>
            <p14:sldId id="499"/>
            <p14:sldId id="552"/>
            <p14:sldId id="266"/>
            <p14:sldId id="553"/>
            <p14:sldId id="528"/>
            <p14:sldId id="554"/>
            <p14:sldId id="524"/>
            <p14:sldId id="525"/>
            <p14:sldId id="556"/>
            <p14:sldId id="555"/>
            <p14:sldId id="321"/>
          </p14:sldIdLst>
        </p14:section>
        <p14:section name="Světlý vzhled" id="{847CB7C1-D25C-C94A-90F9-9FA2FE0242E5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0167" autoAdjust="0"/>
  </p:normalViewPr>
  <p:slideViewPr>
    <p:cSldViewPr snapToGrid="0">
      <p:cViewPr varScale="1">
        <p:scale>
          <a:sx n="176" d="100"/>
          <a:sy n="176" d="100"/>
        </p:scale>
        <p:origin x="946" y="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84" Type="http://schemas.microsoft.com/office/2016/11/relationships/changesInfo" Target="changesInfos/changesInfo1.xml"/><Relationship Id="rId16" Type="http://schemas.openxmlformats.org/officeDocument/2006/relationships/slide" Target="slides/slide9.xml"/><Relationship Id="rId11" Type="http://schemas.openxmlformats.org/officeDocument/2006/relationships/slide" Target="slides/slide4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74" Type="http://schemas.openxmlformats.org/officeDocument/2006/relationships/slide" Target="slides/slide67.xml"/><Relationship Id="rId79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4.xml"/><Relationship Id="rId82" Type="http://schemas.openxmlformats.org/officeDocument/2006/relationships/theme" Target="theme/theme1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77" Type="http://schemas.openxmlformats.org/officeDocument/2006/relationships/slide" Target="slides/slide70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80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slide" Target="slides/slide63.xml"/><Relationship Id="rId75" Type="http://schemas.openxmlformats.org/officeDocument/2006/relationships/slide" Target="slides/slide68.xml"/><Relationship Id="rId83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slide" Target="slides/slide66.xml"/><Relationship Id="rId78" Type="http://schemas.openxmlformats.org/officeDocument/2006/relationships/slide" Target="slides/slide71.xml"/><Relationship Id="rId8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6" Type="http://schemas.openxmlformats.org/officeDocument/2006/relationships/slide" Target="slides/slide69.xml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64.xml"/><Relationship Id="rId2" Type="http://schemas.openxmlformats.org/officeDocument/2006/relationships/customXml" Target="../customXml/item2.xml"/><Relationship Id="rId29" Type="http://schemas.openxmlformats.org/officeDocument/2006/relationships/slide" Target="slides/slide22.xml"/><Relationship Id="rId24" Type="http://schemas.openxmlformats.org/officeDocument/2006/relationships/slide" Target="slides/slide17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66" Type="http://schemas.openxmlformats.org/officeDocument/2006/relationships/slide" Target="slides/slide5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Šedivec Tomáš" userId="5859117d-4fed-45af-939e-a078bb4ea44f" providerId="ADAL" clId="{31E532EA-FE86-427C-AE90-61F0A397B8E4}"/>
    <pc:docChg chg="modSld">
      <pc:chgData name="Šedivec Tomáš" userId="5859117d-4fed-45af-939e-a078bb4ea44f" providerId="ADAL" clId="{31E532EA-FE86-427C-AE90-61F0A397B8E4}" dt="2026-07-22T07:10:25.234" v="0" actId="6549"/>
      <pc:docMkLst>
        <pc:docMk/>
      </pc:docMkLst>
      <pc:sldChg chg="modSp mod">
        <pc:chgData name="Šedivec Tomáš" userId="5859117d-4fed-45af-939e-a078bb4ea44f" providerId="ADAL" clId="{31E532EA-FE86-427C-AE90-61F0A397B8E4}" dt="2026-07-22T07:10:25.234" v="0" actId="6549"/>
        <pc:sldMkLst>
          <pc:docMk/>
          <pc:sldMk cId="2539786107" sldId="522"/>
        </pc:sldMkLst>
        <pc:spChg chg="mod">
          <ac:chgData name="Šedivec Tomáš" userId="5859117d-4fed-45af-939e-a078bb4ea44f" providerId="ADAL" clId="{31E532EA-FE86-427C-AE90-61F0A397B8E4}" dt="2026-07-22T07:10:25.234" v="0" actId="6549"/>
          <ac:spMkLst>
            <pc:docMk/>
            <pc:sldMk cId="2539786107" sldId="522"/>
            <ac:spMk id="2" creationId="{3D3BE067-1C11-3101-334E-99C7D668E4E0}"/>
          </ac:spMkLst>
        </pc:spChg>
      </pc:sldChg>
    </pc:docChg>
  </pc:docChgLst>
  <pc:docChgLst>
    <pc:chgData name="Šedivec Tomáš" userId="5859117d-4fed-45af-939e-a078bb4ea44f" providerId="ADAL" clId="{2B5C9632-1B6D-438A-AE41-66A30DF8D18A}"/>
    <pc:docChg chg="undo redo custSel addSld delSld modSld sldOrd modSection">
      <pc:chgData name="Šedivec Tomáš" userId="5859117d-4fed-45af-939e-a078bb4ea44f" providerId="ADAL" clId="{2B5C9632-1B6D-438A-AE41-66A30DF8D18A}" dt="2026-07-20T10:53:02.886" v="3301" actId="6549"/>
      <pc:docMkLst>
        <pc:docMk/>
      </pc:docMkLst>
      <pc:sldChg chg="modSp mod">
        <pc:chgData name="Šedivec Tomáš" userId="5859117d-4fed-45af-939e-a078bb4ea44f" providerId="ADAL" clId="{2B5C9632-1B6D-438A-AE41-66A30DF8D18A}" dt="2026-07-16T12:39:54.448" v="9" actId="20577"/>
        <pc:sldMkLst>
          <pc:docMk/>
          <pc:sldMk cId="2059693041" sldId="257"/>
        </pc:sldMkLst>
        <pc:spChg chg="mod">
          <ac:chgData name="Šedivec Tomáš" userId="5859117d-4fed-45af-939e-a078bb4ea44f" providerId="ADAL" clId="{2B5C9632-1B6D-438A-AE41-66A30DF8D18A}" dt="2026-07-16T12:39:54.448" v="9" actId="20577"/>
          <ac:spMkLst>
            <pc:docMk/>
            <pc:sldMk cId="2059693041" sldId="257"/>
            <ac:spMk id="5" creationId="{00000000-0000-0000-0000-000000000000}"/>
          </ac:spMkLst>
        </pc:spChg>
      </pc:sldChg>
      <pc:sldChg chg="add del setBg">
        <pc:chgData name="Šedivec Tomáš" userId="5859117d-4fed-45af-939e-a078bb4ea44f" providerId="ADAL" clId="{2B5C9632-1B6D-438A-AE41-66A30DF8D18A}" dt="2026-07-17T07:35:29.020" v="2800"/>
        <pc:sldMkLst>
          <pc:docMk/>
          <pc:sldMk cId="0" sldId="258"/>
        </pc:sldMkLst>
      </pc:sldChg>
      <pc:sldChg chg="add del setBg">
        <pc:chgData name="Šedivec Tomáš" userId="5859117d-4fed-45af-939e-a078bb4ea44f" providerId="ADAL" clId="{2B5C9632-1B6D-438A-AE41-66A30DF8D18A}" dt="2026-07-17T07:35:29.020" v="2800"/>
        <pc:sldMkLst>
          <pc:docMk/>
          <pc:sldMk cId="0" sldId="259"/>
        </pc:sldMkLst>
      </pc:sldChg>
      <pc:sldChg chg="add del setBg">
        <pc:chgData name="Šedivec Tomáš" userId="5859117d-4fed-45af-939e-a078bb4ea44f" providerId="ADAL" clId="{2B5C9632-1B6D-438A-AE41-66A30DF8D18A}" dt="2026-07-17T07:35:29.020" v="2800"/>
        <pc:sldMkLst>
          <pc:docMk/>
          <pc:sldMk cId="0" sldId="260"/>
        </pc:sldMkLst>
      </pc:sldChg>
      <pc:sldChg chg="add del setBg">
        <pc:chgData name="Šedivec Tomáš" userId="5859117d-4fed-45af-939e-a078bb4ea44f" providerId="ADAL" clId="{2B5C9632-1B6D-438A-AE41-66A30DF8D18A}" dt="2026-07-17T07:35:29.020" v="2800"/>
        <pc:sldMkLst>
          <pc:docMk/>
          <pc:sldMk cId="0" sldId="261"/>
        </pc:sldMkLst>
      </pc:sldChg>
      <pc:sldChg chg="add del setBg">
        <pc:chgData name="Šedivec Tomáš" userId="5859117d-4fed-45af-939e-a078bb4ea44f" providerId="ADAL" clId="{2B5C9632-1B6D-438A-AE41-66A30DF8D18A}" dt="2026-07-17T07:35:29.020" v="2800"/>
        <pc:sldMkLst>
          <pc:docMk/>
          <pc:sldMk cId="0" sldId="262"/>
        </pc:sldMkLst>
      </pc:sldChg>
      <pc:sldChg chg="add del setBg">
        <pc:chgData name="Šedivec Tomáš" userId="5859117d-4fed-45af-939e-a078bb4ea44f" providerId="ADAL" clId="{2B5C9632-1B6D-438A-AE41-66A30DF8D18A}" dt="2026-07-17T07:35:29.020" v="2800"/>
        <pc:sldMkLst>
          <pc:docMk/>
          <pc:sldMk cId="0" sldId="263"/>
        </pc:sldMkLst>
      </pc:sldChg>
      <pc:sldChg chg="add">
        <pc:chgData name="Šedivec Tomáš" userId="5859117d-4fed-45af-939e-a078bb4ea44f" providerId="ADAL" clId="{2B5C9632-1B6D-438A-AE41-66A30DF8D18A}" dt="2026-07-17T07:53:47.044" v="2961"/>
        <pc:sldMkLst>
          <pc:docMk/>
          <pc:sldMk cId="0" sldId="266"/>
        </pc:sldMkLst>
      </pc:sldChg>
      <pc:sldChg chg="modSp mod">
        <pc:chgData name="Šedivec Tomáš" userId="5859117d-4fed-45af-939e-a078bb4ea44f" providerId="ADAL" clId="{2B5C9632-1B6D-438A-AE41-66A30DF8D18A}" dt="2026-07-17T08:22:14.071" v="3155" actId="20577"/>
        <pc:sldMkLst>
          <pc:docMk/>
          <pc:sldMk cId="2726387024" sldId="321"/>
        </pc:sldMkLst>
        <pc:spChg chg="mod">
          <ac:chgData name="Šedivec Tomáš" userId="5859117d-4fed-45af-939e-a078bb4ea44f" providerId="ADAL" clId="{2B5C9632-1B6D-438A-AE41-66A30DF8D18A}" dt="2026-07-17T08:22:14.071" v="3155" actId="20577"/>
          <ac:spMkLst>
            <pc:docMk/>
            <pc:sldMk cId="2726387024" sldId="321"/>
            <ac:spMk id="2" creationId="{9D127878-7249-41F4-8CBC-B5C81373ADD9}"/>
          </ac:spMkLst>
        </pc:spChg>
        <pc:spChg chg="mod">
          <ac:chgData name="Šedivec Tomáš" userId="5859117d-4fed-45af-939e-a078bb4ea44f" providerId="ADAL" clId="{2B5C9632-1B6D-438A-AE41-66A30DF8D18A}" dt="2026-07-17T08:22:11.187" v="3151" actId="6549"/>
          <ac:spMkLst>
            <pc:docMk/>
            <pc:sldMk cId="2726387024" sldId="321"/>
            <ac:spMk id="5" creationId="{78819B76-FCCF-20DD-93BA-079BCCC6451D}"/>
          </ac:spMkLst>
        </pc:spChg>
      </pc:sldChg>
      <pc:sldChg chg="add">
        <pc:chgData name="Šedivec Tomáš" userId="5859117d-4fed-45af-939e-a078bb4ea44f" providerId="ADAL" clId="{2B5C9632-1B6D-438A-AE41-66A30DF8D18A}" dt="2026-07-17T07:53:47.044" v="2961"/>
        <pc:sldMkLst>
          <pc:docMk/>
          <pc:sldMk cId="4175869075" sldId="467"/>
        </pc:sldMkLst>
      </pc:sldChg>
      <pc:sldChg chg="add">
        <pc:chgData name="Šedivec Tomáš" userId="5859117d-4fed-45af-939e-a078bb4ea44f" providerId="ADAL" clId="{2B5C9632-1B6D-438A-AE41-66A30DF8D18A}" dt="2026-07-17T07:47:40.136" v="2862"/>
        <pc:sldMkLst>
          <pc:docMk/>
          <pc:sldMk cId="1106144566" sldId="469"/>
        </pc:sldMkLst>
      </pc:sldChg>
      <pc:sldChg chg="add">
        <pc:chgData name="Šedivec Tomáš" userId="5859117d-4fed-45af-939e-a078bb4ea44f" providerId="ADAL" clId="{2B5C9632-1B6D-438A-AE41-66A30DF8D18A}" dt="2026-07-17T07:47:40.136" v="2862"/>
        <pc:sldMkLst>
          <pc:docMk/>
          <pc:sldMk cId="256178375" sldId="470"/>
        </pc:sldMkLst>
      </pc:sldChg>
      <pc:sldChg chg="add">
        <pc:chgData name="Šedivec Tomáš" userId="5859117d-4fed-45af-939e-a078bb4ea44f" providerId="ADAL" clId="{2B5C9632-1B6D-438A-AE41-66A30DF8D18A}" dt="2026-07-17T07:47:40.136" v="2862"/>
        <pc:sldMkLst>
          <pc:docMk/>
          <pc:sldMk cId="3239661723" sldId="471"/>
        </pc:sldMkLst>
      </pc:sldChg>
      <pc:sldChg chg="add">
        <pc:chgData name="Šedivec Tomáš" userId="5859117d-4fed-45af-939e-a078bb4ea44f" providerId="ADAL" clId="{2B5C9632-1B6D-438A-AE41-66A30DF8D18A}" dt="2026-07-17T07:47:40.136" v="2862"/>
        <pc:sldMkLst>
          <pc:docMk/>
          <pc:sldMk cId="1202629963" sldId="473"/>
        </pc:sldMkLst>
      </pc:sldChg>
      <pc:sldChg chg="add">
        <pc:chgData name="Šedivec Tomáš" userId="5859117d-4fed-45af-939e-a078bb4ea44f" providerId="ADAL" clId="{2B5C9632-1B6D-438A-AE41-66A30DF8D18A}" dt="2026-07-17T07:47:40.136" v="2862"/>
        <pc:sldMkLst>
          <pc:docMk/>
          <pc:sldMk cId="669273054" sldId="474"/>
        </pc:sldMkLst>
      </pc:sldChg>
      <pc:sldChg chg="add">
        <pc:chgData name="Šedivec Tomáš" userId="5859117d-4fed-45af-939e-a078bb4ea44f" providerId="ADAL" clId="{2B5C9632-1B6D-438A-AE41-66A30DF8D18A}" dt="2026-07-17T07:47:40.136" v="2862"/>
        <pc:sldMkLst>
          <pc:docMk/>
          <pc:sldMk cId="3349779589" sldId="475"/>
        </pc:sldMkLst>
      </pc:sldChg>
      <pc:sldChg chg="add">
        <pc:chgData name="Šedivec Tomáš" userId="5859117d-4fed-45af-939e-a078bb4ea44f" providerId="ADAL" clId="{2B5C9632-1B6D-438A-AE41-66A30DF8D18A}" dt="2026-07-17T07:47:40.136" v="2862"/>
        <pc:sldMkLst>
          <pc:docMk/>
          <pc:sldMk cId="2780742521" sldId="476"/>
        </pc:sldMkLst>
      </pc:sldChg>
      <pc:sldChg chg="delSp modSp mod">
        <pc:chgData name="Šedivec Tomáš" userId="5859117d-4fed-45af-939e-a078bb4ea44f" providerId="ADAL" clId="{2B5C9632-1B6D-438A-AE41-66A30DF8D18A}" dt="2026-07-20T10:25:31.388" v="3167" actId="478"/>
        <pc:sldMkLst>
          <pc:docMk/>
          <pc:sldMk cId="1632493658" sldId="497"/>
        </pc:sldMkLst>
        <pc:spChg chg="mod">
          <ac:chgData name="Šedivec Tomáš" userId="5859117d-4fed-45af-939e-a078bb4ea44f" providerId="ADAL" clId="{2B5C9632-1B6D-438A-AE41-66A30DF8D18A}" dt="2026-07-17T06:48:36.680" v="776" actId="20577"/>
          <ac:spMkLst>
            <pc:docMk/>
            <pc:sldMk cId="1632493658" sldId="497"/>
            <ac:spMk id="3" creationId="{8F135D5A-1C30-03D7-BD46-D7AE2415B231}"/>
          </ac:spMkLst>
        </pc:spChg>
      </pc:sldChg>
      <pc:sldChg chg="add">
        <pc:chgData name="Šedivec Tomáš" userId="5859117d-4fed-45af-939e-a078bb4ea44f" providerId="ADAL" clId="{2B5C9632-1B6D-438A-AE41-66A30DF8D18A}" dt="2026-07-17T07:34:20.578" v="2779"/>
        <pc:sldMkLst>
          <pc:docMk/>
          <pc:sldMk cId="2826997478" sldId="498"/>
        </pc:sldMkLst>
      </pc:sldChg>
      <pc:sldChg chg="add">
        <pc:chgData name="Šedivec Tomáš" userId="5859117d-4fed-45af-939e-a078bb4ea44f" providerId="ADAL" clId="{2B5C9632-1B6D-438A-AE41-66A30DF8D18A}" dt="2026-07-17T07:53:47.044" v="2961"/>
        <pc:sldMkLst>
          <pc:docMk/>
          <pc:sldMk cId="0" sldId="499"/>
        </pc:sldMkLst>
      </pc:sldChg>
      <pc:sldChg chg="add">
        <pc:chgData name="Šedivec Tomáš" userId="5859117d-4fed-45af-939e-a078bb4ea44f" providerId="ADAL" clId="{2B5C9632-1B6D-438A-AE41-66A30DF8D18A}" dt="2026-07-17T07:34:20.578" v="2779"/>
        <pc:sldMkLst>
          <pc:docMk/>
          <pc:sldMk cId="2376445978" sldId="500"/>
        </pc:sldMkLst>
      </pc:sldChg>
      <pc:sldChg chg="modSp mod">
        <pc:chgData name="Šedivec Tomáš" userId="5859117d-4fed-45af-939e-a078bb4ea44f" providerId="ADAL" clId="{2B5C9632-1B6D-438A-AE41-66A30DF8D18A}" dt="2026-07-17T08:12:47.644" v="3043" actId="20577"/>
        <pc:sldMkLst>
          <pc:docMk/>
          <pc:sldMk cId="3127888753" sldId="501"/>
        </pc:sldMkLst>
        <pc:spChg chg="mod">
          <ac:chgData name="Šedivec Tomáš" userId="5859117d-4fed-45af-939e-a078bb4ea44f" providerId="ADAL" clId="{2B5C9632-1B6D-438A-AE41-66A30DF8D18A}" dt="2026-07-17T08:12:47.644" v="3043" actId="20577"/>
          <ac:spMkLst>
            <pc:docMk/>
            <pc:sldMk cId="3127888753" sldId="501"/>
            <ac:spMk id="3" creationId="{4DC5CCBA-57DB-F0C3-A919-DBAF6586F254}"/>
          </ac:spMkLst>
        </pc:spChg>
      </pc:sldChg>
      <pc:sldChg chg="add">
        <pc:chgData name="Šedivec Tomáš" userId="5859117d-4fed-45af-939e-a078bb4ea44f" providerId="ADAL" clId="{2B5C9632-1B6D-438A-AE41-66A30DF8D18A}" dt="2026-07-17T07:34:20.578" v="2779"/>
        <pc:sldMkLst>
          <pc:docMk/>
          <pc:sldMk cId="345665197" sldId="503"/>
        </pc:sldMkLst>
      </pc:sldChg>
      <pc:sldChg chg="delSp modSp add mod">
        <pc:chgData name="Šedivec Tomáš" userId="5859117d-4fed-45af-939e-a078bb4ea44f" providerId="ADAL" clId="{2B5C9632-1B6D-438A-AE41-66A30DF8D18A}" dt="2026-07-20T10:21:04.536" v="3165" actId="14"/>
        <pc:sldMkLst>
          <pc:docMk/>
          <pc:sldMk cId="3439155105" sldId="504"/>
        </pc:sldMkLst>
        <pc:spChg chg="mod">
          <ac:chgData name="Šedivec Tomáš" userId="5859117d-4fed-45af-939e-a078bb4ea44f" providerId="ADAL" clId="{2B5C9632-1B6D-438A-AE41-66A30DF8D18A}" dt="2026-07-16T13:03:35.392" v="463"/>
          <ac:spMkLst>
            <pc:docMk/>
            <pc:sldMk cId="3439155105" sldId="504"/>
            <ac:spMk id="2" creationId="{864DEAB0-A2B2-6044-F7DB-2DBB3C6860AC}"/>
          </ac:spMkLst>
        </pc:spChg>
        <pc:spChg chg="mod">
          <ac:chgData name="Šedivec Tomáš" userId="5859117d-4fed-45af-939e-a078bb4ea44f" providerId="ADAL" clId="{2B5C9632-1B6D-438A-AE41-66A30DF8D18A}" dt="2026-07-20T10:21:04.536" v="3165" actId="14"/>
          <ac:spMkLst>
            <pc:docMk/>
            <pc:sldMk cId="3439155105" sldId="504"/>
            <ac:spMk id="3" creationId="{B1F02B63-8948-83FD-86DC-E7C018684FFB}"/>
          </ac:spMkLst>
        </pc:spChg>
      </pc:sldChg>
      <pc:sldChg chg="modSp add mod">
        <pc:chgData name="Šedivec Tomáš" userId="5859117d-4fed-45af-939e-a078bb4ea44f" providerId="ADAL" clId="{2B5C9632-1B6D-438A-AE41-66A30DF8D18A}" dt="2026-07-20T10:48:05.317" v="3169" actId="20577"/>
        <pc:sldMkLst>
          <pc:docMk/>
          <pc:sldMk cId="956715376" sldId="506"/>
        </pc:sldMkLst>
        <pc:spChg chg="mod">
          <ac:chgData name="Šedivec Tomáš" userId="5859117d-4fed-45af-939e-a078bb4ea44f" providerId="ADAL" clId="{2B5C9632-1B6D-438A-AE41-66A30DF8D18A}" dt="2026-07-20T10:48:05.317" v="3169" actId="20577"/>
          <ac:spMkLst>
            <pc:docMk/>
            <pc:sldMk cId="956715376" sldId="506"/>
            <ac:spMk id="2" creationId="{A5E389F9-32D1-AD1B-64CC-C5C7770A7F61}"/>
          </ac:spMkLst>
        </pc:spChg>
      </pc:sldChg>
      <pc:sldChg chg="add">
        <pc:chgData name="Šedivec Tomáš" userId="5859117d-4fed-45af-939e-a078bb4ea44f" providerId="ADAL" clId="{2B5C9632-1B6D-438A-AE41-66A30DF8D18A}" dt="2026-07-17T07:34:20.578" v="2779"/>
        <pc:sldMkLst>
          <pc:docMk/>
          <pc:sldMk cId="549423789" sldId="507"/>
        </pc:sldMkLst>
      </pc:sldChg>
      <pc:sldChg chg="add">
        <pc:chgData name="Šedivec Tomáš" userId="5859117d-4fed-45af-939e-a078bb4ea44f" providerId="ADAL" clId="{2B5C9632-1B6D-438A-AE41-66A30DF8D18A}" dt="2026-07-17T07:53:47.044" v="2961"/>
        <pc:sldMkLst>
          <pc:docMk/>
          <pc:sldMk cId="1427821398" sldId="512"/>
        </pc:sldMkLst>
      </pc:sldChg>
      <pc:sldChg chg="modSp">
        <pc:chgData name="Šedivec Tomáš" userId="5859117d-4fed-45af-939e-a078bb4ea44f" providerId="ADAL" clId="{2B5C9632-1B6D-438A-AE41-66A30DF8D18A}" dt="2026-07-16T12:46:46.321" v="45"/>
        <pc:sldMkLst>
          <pc:docMk/>
          <pc:sldMk cId="2667420873" sldId="514"/>
        </pc:sldMkLst>
        <pc:spChg chg="mod">
          <ac:chgData name="Šedivec Tomáš" userId="5859117d-4fed-45af-939e-a078bb4ea44f" providerId="ADAL" clId="{2B5C9632-1B6D-438A-AE41-66A30DF8D18A}" dt="2026-07-16T12:46:46.321" v="45"/>
          <ac:spMkLst>
            <pc:docMk/>
            <pc:sldMk cId="2667420873" sldId="514"/>
            <ac:spMk id="2" creationId="{6EFBEF78-4BA8-C6B4-7C8F-7469D682C987}"/>
          </ac:spMkLst>
        </pc:spChg>
      </pc:sldChg>
      <pc:sldChg chg="modSp mod">
        <pc:chgData name="Šedivec Tomáš" userId="5859117d-4fed-45af-939e-a078bb4ea44f" providerId="ADAL" clId="{2B5C9632-1B6D-438A-AE41-66A30DF8D18A}" dt="2026-07-17T07:40:25.520" v="2839" actId="20577"/>
        <pc:sldMkLst>
          <pc:docMk/>
          <pc:sldMk cId="704123272" sldId="515"/>
        </pc:sldMkLst>
        <pc:spChg chg="mod">
          <ac:chgData name="Šedivec Tomáš" userId="5859117d-4fed-45af-939e-a078bb4ea44f" providerId="ADAL" clId="{2B5C9632-1B6D-438A-AE41-66A30DF8D18A}" dt="2026-07-17T07:40:25.520" v="2839" actId="20577"/>
          <ac:spMkLst>
            <pc:docMk/>
            <pc:sldMk cId="704123272" sldId="515"/>
            <ac:spMk id="2" creationId="{C008544A-6A99-25FF-2C4E-CF5F42DC5C45}"/>
          </ac:spMkLst>
        </pc:spChg>
      </pc:sldChg>
      <pc:sldChg chg="modSp add mod">
        <pc:chgData name="Šedivec Tomáš" userId="5859117d-4fed-45af-939e-a078bb4ea44f" providerId="ADAL" clId="{2B5C9632-1B6D-438A-AE41-66A30DF8D18A}" dt="2026-07-16T12:47:54.785" v="63" actId="20577"/>
        <pc:sldMkLst>
          <pc:docMk/>
          <pc:sldMk cId="2512290045" sldId="517"/>
        </pc:sldMkLst>
        <pc:spChg chg="mod">
          <ac:chgData name="Šedivec Tomáš" userId="5859117d-4fed-45af-939e-a078bb4ea44f" providerId="ADAL" clId="{2B5C9632-1B6D-438A-AE41-66A30DF8D18A}" dt="2026-07-16T12:47:54.785" v="63" actId="20577"/>
          <ac:spMkLst>
            <pc:docMk/>
            <pc:sldMk cId="2512290045" sldId="517"/>
            <ac:spMk id="2" creationId="{70025E5F-002C-6DDE-975A-5A4B58ED7367}"/>
          </ac:spMkLst>
        </pc:spChg>
      </pc:sldChg>
      <pc:sldChg chg="modSp mod">
        <pc:chgData name="Šedivec Tomáš" userId="5859117d-4fed-45af-939e-a078bb4ea44f" providerId="ADAL" clId="{2B5C9632-1B6D-438A-AE41-66A30DF8D18A}" dt="2026-07-17T06:49:12.947" v="827" actId="20577"/>
        <pc:sldMkLst>
          <pc:docMk/>
          <pc:sldMk cId="2726938424" sldId="518"/>
        </pc:sldMkLst>
        <pc:spChg chg="mod">
          <ac:chgData name="Šedivec Tomáš" userId="5859117d-4fed-45af-939e-a078bb4ea44f" providerId="ADAL" clId="{2B5C9632-1B6D-438A-AE41-66A30DF8D18A}" dt="2026-07-17T06:49:12.947" v="827" actId="20577"/>
          <ac:spMkLst>
            <pc:docMk/>
            <pc:sldMk cId="2726938424" sldId="518"/>
            <ac:spMk id="2" creationId="{B74E72D4-A871-3907-CD1C-163B701F1E13}"/>
          </ac:spMkLst>
        </pc:spChg>
      </pc:sldChg>
      <pc:sldChg chg="add">
        <pc:chgData name="Šedivec Tomáš" userId="5859117d-4fed-45af-939e-a078bb4ea44f" providerId="ADAL" clId="{2B5C9632-1B6D-438A-AE41-66A30DF8D18A}" dt="2026-07-17T07:53:47.044" v="2961"/>
        <pc:sldMkLst>
          <pc:docMk/>
          <pc:sldMk cId="2980536097" sldId="519"/>
        </pc:sldMkLst>
      </pc:sldChg>
      <pc:sldChg chg="modSp mod">
        <pc:chgData name="Šedivec Tomáš" userId="5859117d-4fed-45af-939e-a078bb4ea44f" providerId="ADAL" clId="{2B5C9632-1B6D-438A-AE41-66A30DF8D18A}" dt="2026-07-17T07:46:29.650" v="2841" actId="20577"/>
        <pc:sldMkLst>
          <pc:docMk/>
          <pc:sldMk cId="18116203" sldId="520"/>
        </pc:sldMkLst>
        <pc:spChg chg="mod">
          <ac:chgData name="Šedivec Tomáš" userId="5859117d-4fed-45af-939e-a078bb4ea44f" providerId="ADAL" clId="{2B5C9632-1B6D-438A-AE41-66A30DF8D18A}" dt="2026-07-17T07:46:29.650" v="2841" actId="20577"/>
          <ac:spMkLst>
            <pc:docMk/>
            <pc:sldMk cId="18116203" sldId="520"/>
            <ac:spMk id="2" creationId="{2BA6D9B7-5A58-E6F3-94CF-1F0C8703BF5E}"/>
          </ac:spMkLst>
        </pc:spChg>
      </pc:sldChg>
      <pc:sldChg chg="modSp mod">
        <pc:chgData name="Šedivec Tomáš" userId="5859117d-4fed-45af-939e-a078bb4ea44f" providerId="ADAL" clId="{2B5C9632-1B6D-438A-AE41-66A30DF8D18A}" dt="2026-07-17T07:34:43.850" v="2797" actId="20577"/>
        <pc:sldMkLst>
          <pc:docMk/>
          <pc:sldMk cId="713799259" sldId="521"/>
        </pc:sldMkLst>
        <pc:spChg chg="mod">
          <ac:chgData name="Šedivec Tomáš" userId="5859117d-4fed-45af-939e-a078bb4ea44f" providerId="ADAL" clId="{2B5C9632-1B6D-438A-AE41-66A30DF8D18A}" dt="2026-07-17T07:34:43.850" v="2797" actId="20577"/>
          <ac:spMkLst>
            <pc:docMk/>
            <pc:sldMk cId="713799259" sldId="521"/>
            <ac:spMk id="2" creationId="{EE07790B-ECEF-B4FA-18D0-B393C16350AD}"/>
          </ac:spMkLst>
        </pc:spChg>
      </pc:sldChg>
      <pc:sldChg chg="modSp mod">
        <pc:chgData name="Šedivec Tomáš" userId="5859117d-4fed-45af-939e-a078bb4ea44f" providerId="ADAL" clId="{2B5C9632-1B6D-438A-AE41-66A30DF8D18A}" dt="2026-07-20T10:49:07.838" v="3255" actId="20577"/>
        <pc:sldMkLst>
          <pc:docMk/>
          <pc:sldMk cId="2539786107" sldId="522"/>
        </pc:sldMkLst>
        <pc:spChg chg="mod">
          <ac:chgData name="Šedivec Tomáš" userId="5859117d-4fed-45af-939e-a078bb4ea44f" providerId="ADAL" clId="{2B5C9632-1B6D-438A-AE41-66A30DF8D18A}" dt="2026-07-20T10:49:07.838" v="3255" actId="20577"/>
          <ac:spMkLst>
            <pc:docMk/>
            <pc:sldMk cId="2539786107" sldId="522"/>
            <ac:spMk id="2" creationId="{3D3BE067-1C11-3101-334E-99C7D668E4E0}"/>
          </ac:spMkLst>
        </pc:spChg>
      </pc:sldChg>
      <pc:sldChg chg="modSp mod">
        <pc:chgData name="Šedivec Tomáš" userId="5859117d-4fed-45af-939e-a078bb4ea44f" providerId="ADAL" clId="{2B5C9632-1B6D-438A-AE41-66A30DF8D18A}" dt="2026-07-17T07:47:16.099" v="2861" actId="20577"/>
        <pc:sldMkLst>
          <pc:docMk/>
          <pc:sldMk cId="1852087651" sldId="523"/>
        </pc:sldMkLst>
        <pc:spChg chg="mod">
          <ac:chgData name="Šedivec Tomáš" userId="5859117d-4fed-45af-939e-a078bb4ea44f" providerId="ADAL" clId="{2B5C9632-1B6D-438A-AE41-66A30DF8D18A}" dt="2026-07-17T07:47:16.099" v="2861" actId="20577"/>
          <ac:spMkLst>
            <pc:docMk/>
            <pc:sldMk cId="1852087651" sldId="523"/>
            <ac:spMk id="2" creationId="{692B41A0-41D0-8103-9D37-E7D79437DA61}"/>
          </ac:spMkLst>
        </pc:spChg>
      </pc:sldChg>
      <pc:sldChg chg="modSp mod">
        <pc:chgData name="Šedivec Tomáš" userId="5859117d-4fed-45af-939e-a078bb4ea44f" providerId="ADAL" clId="{2B5C9632-1B6D-438A-AE41-66A30DF8D18A}" dt="2026-07-17T07:52:52.638" v="2959" actId="20577"/>
        <pc:sldMkLst>
          <pc:docMk/>
          <pc:sldMk cId="2913423814" sldId="524"/>
        </pc:sldMkLst>
        <pc:spChg chg="mod">
          <ac:chgData name="Šedivec Tomáš" userId="5859117d-4fed-45af-939e-a078bb4ea44f" providerId="ADAL" clId="{2B5C9632-1B6D-438A-AE41-66A30DF8D18A}" dt="2026-07-17T07:52:52.638" v="2959" actId="20577"/>
          <ac:spMkLst>
            <pc:docMk/>
            <pc:sldMk cId="2913423814" sldId="524"/>
            <ac:spMk id="2" creationId="{728F44EF-A44B-B59E-241A-DF00195E7A32}"/>
          </ac:spMkLst>
        </pc:spChg>
      </pc:sldChg>
      <pc:sldChg chg="modSp mod">
        <pc:chgData name="Šedivec Tomáš" userId="5859117d-4fed-45af-939e-a078bb4ea44f" providerId="ADAL" clId="{2B5C9632-1B6D-438A-AE41-66A30DF8D18A}" dt="2026-07-17T08:13:16.920" v="3094" actId="20577"/>
        <pc:sldMkLst>
          <pc:docMk/>
          <pc:sldMk cId="213118249" sldId="525"/>
        </pc:sldMkLst>
        <pc:spChg chg="mod">
          <ac:chgData name="Šedivec Tomáš" userId="5859117d-4fed-45af-939e-a078bb4ea44f" providerId="ADAL" clId="{2B5C9632-1B6D-438A-AE41-66A30DF8D18A}" dt="2026-07-17T08:13:16.920" v="3094" actId="20577"/>
          <ac:spMkLst>
            <pc:docMk/>
            <pc:sldMk cId="213118249" sldId="525"/>
            <ac:spMk id="2" creationId="{93D20CAB-09DD-B37C-422D-260959A5C589}"/>
          </ac:spMkLst>
        </pc:spChg>
      </pc:sldChg>
      <pc:sldChg chg="modSp mod">
        <pc:chgData name="Šedivec Tomáš" userId="5859117d-4fed-45af-939e-a078bb4ea44f" providerId="ADAL" clId="{2B5C9632-1B6D-438A-AE41-66A30DF8D18A}" dt="2026-07-17T07:01:50.162" v="1788" actId="27636"/>
        <pc:sldMkLst>
          <pc:docMk/>
          <pc:sldMk cId="209326103" sldId="527"/>
        </pc:sldMkLst>
        <pc:spChg chg="mod">
          <ac:chgData name="Šedivec Tomáš" userId="5859117d-4fed-45af-939e-a078bb4ea44f" providerId="ADAL" clId="{2B5C9632-1B6D-438A-AE41-66A30DF8D18A}" dt="2026-07-17T06:49:25.505" v="847" actId="20577"/>
          <ac:spMkLst>
            <pc:docMk/>
            <pc:sldMk cId="209326103" sldId="527"/>
            <ac:spMk id="2" creationId="{3F41058E-60D5-4CD0-08DA-142DB7505822}"/>
          </ac:spMkLst>
        </pc:spChg>
        <pc:spChg chg="mod">
          <ac:chgData name="Šedivec Tomáš" userId="5859117d-4fed-45af-939e-a078bb4ea44f" providerId="ADAL" clId="{2B5C9632-1B6D-438A-AE41-66A30DF8D18A}" dt="2026-07-17T07:01:50.162" v="1788" actId="27636"/>
          <ac:spMkLst>
            <pc:docMk/>
            <pc:sldMk cId="209326103" sldId="527"/>
            <ac:spMk id="3" creationId="{302976C6-C560-3882-BA9B-4641E22C658C}"/>
          </ac:spMkLst>
        </pc:spChg>
      </pc:sldChg>
      <pc:sldChg chg="add">
        <pc:chgData name="Šedivec Tomáš" userId="5859117d-4fed-45af-939e-a078bb4ea44f" providerId="ADAL" clId="{2B5C9632-1B6D-438A-AE41-66A30DF8D18A}" dt="2026-07-17T07:53:47.044" v="2961"/>
        <pc:sldMkLst>
          <pc:docMk/>
          <pc:sldMk cId="2514113516" sldId="528"/>
        </pc:sldMkLst>
      </pc:sldChg>
      <pc:sldChg chg="add">
        <pc:chgData name="Šedivec Tomáš" userId="5859117d-4fed-45af-939e-a078bb4ea44f" providerId="ADAL" clId="{2B5C9632-1B6D-438A-AE41-66A30DF8D18A}" dt="2026-07-16T12:46:29.552" v="44"/>
        <pc:sldMkLst>
          <pc:docMk/>
          <pc:sldMk cId="61918228" sldId="529"/>
        </pc:sldMkLst>
      </pc:sldChg>
      <pc:sldChg chg="modSp add">
        <pc:chgData name="Šedivec Tomáš" userId="5859117d-4fed-45af-939e-a078bb4ea44f" providerId="ADAL" clId="{2B5C9632-1B6D-438A-AE41-66A30DF8D18A}" dt="2026-07-16T12:48:15.599" v="65"/>
        <pc:sldMkLst>
          <pc:docMk/>
          <pc:sldMk cId="4291034852" sldId="530"/>
        </pc:sldMkLst>
        <pc:spChg chg="mod">
          <ac:chgData name="Šedivec Tomáš" userId="5859117d-4fed-45af-939e-a078bb4ea44f" providerId="ADAL" clId="{2B5C9632-1B6D-438A-AE41-66A30DF8D18A}" dt="2026-07-16T12:48:15.599" v="65"/>
          <ac:spMkLst>
            <pc:docMk/>
            <pc:sldMk cId="4291034852" sldId="530"/>
            <ac:spMk id="2" creationId="{04BCE16C-C212-2143-B14F-B4AAE76CDE89}"/>
          </ac:spMkLst>
        </pc:spChg>
      </pc:sldChg>
      <pc:sldChg chg="modSp add mod ord">
        <pc:chgData name="Šedivec Tomáš" userId="5859117d-4fed-45af-939e-a078bb4ea44f" providerId="ADAL" clId="{2B5C9632-1B6D-438A-AE41-66A30DF8D18A}" dt="2026-07-16T12:57:11.113" v="460" actId="20577"/>
        <pc:sldMkLst>
          <pc:docMk/>
          <pc:sldMk cId="111548613" sldId="531"/>
        </pc:sldMkLst>
        <pc:spChg chg="mod">
          <ac:chgData name="Šedivec Tomáš" userId="5859117d-4fed-45af-939e-a078bb4ea44f" providerId="ADAL" clId="{2B5C9632-1B6D-438A-AE41-66A30DF8D18A}" dt="2026-07-16T12:57:11.113" v="460" actId="20577"/>
          <ac:spMkLst>
            <pc:docMk/>
            <pc:sldMk cId="111548613" sldId="531"/>
            <ac:spMk id="2" creationId="{5A0F2498-4A48-75E9-C7CD-EC72251EE13B}"/>
          </ac:spMkLst>
        </pc:spChg>
      </pc:sldChg>
      <pc:sldChg chg="addSp modSp new mod">
        <pc:chgData name="Šedivec Tomáš" userId="5859117d-4fed-45af-939e-a078bb4ea44f" providerId="ADAL" clId="{2B5C9632-1B6D-438A-AE41-66A30DF8D18A}" dt="2026-07-20T10:22:48.730" v="3166" actId="20577"/>
        <pc:sldMkLst>
          <pc:docMk/>
          <pc:sldMk cId="178001331" sldId="532"/>
        </pc:sldMkLst>
        <pc:spChg chg="mod">
          <ac:chgData name="Šedivec Tomáš" userId="5859117d-4fed-45af-939e-a078bb4ea44f" providerId="ADAL" clId="{2B5C9632-1B6D-438A-AE41-66A30DF8D18A}" dt="2026-07-16T12:56:59.696" v="458"/>
          <ac:spMkLst>
            <pc:docMk/>
            <pc:sldMk cId="178001331" sldId="532"/>
            <ac:spMk id="2" creationId="{D75B70B0-F68F-FF2A-0289-1253D2C0981E}"/>
          </ac:spMkLst>
        </pc:spChg>
        <pc:spChg chg="mod">
          <ac:chgData name="Šedivec Tomáš" userId="5859117d-4fed-45af-939e-a078bb4ea44f" providerId="ADAL" clId="{2B5C9632-1B6D-438A-AE41-66A30DF8D18A}" dt="2026-07-20T10:22:48.730" v="3166" actId="20577"/>
          <ac:spMkLst>
            <pc:docMk/>
            <pc:sldMk cId="178001331" sldId="532"/>
            <ac:spMk id="3" creationId="{09213A82-C3E0-6BC5-7664-62DFEC57E474}"/>
          </ac:spMkLst>
        </pc:spChg>
      </pc:sldChg>
      <pc:sldChg chg="addSp delSp modSp add mod">
        <pc:chgData name="Šedivec Tomáš" userId="5859117d-4fed-45af-939e-a078bb4ea44f" providerId="ADAL" clId="{2B5C9632-1B6D-438A-AE41-66A30DF8D18A}" dt="2026-07-17T07:26:26.700" v="2665" actId="20577"/>
        <pc:sldMkLst>
          <pc:docMk/>
          <pc:sldMk cId="45195270" sldId="533"/>
        </pc:sldMkLst>
        <pc:spChg chg="mod">
          <ac:chgData name="Šedivec Tomáš" userId="5859117d-4fed-45af-939e-a078bb4ea44f" providerId="ADAL" clId="{2B5C9632-1B6D-438A-AE41-66A30DF8D18A}" dt="2026-07-17T07:19:27.105" v="2127" actId="1076"/>
          <ac:spMkLst>
            <pc:docMk/>
            <pc:sldMk cId="45195270" sldId="533"/>
            <ac:spMk id="2" creationId="{1CA72543-2BC7-85EF-BA6F-3DF1D0FE4D86}"/>
          </ac:spMkLst>
        </pc:spChg>
        <pc:spChg chg="mod">
          <ac:chgData name="Šedivec Tomáš" userId="5859117d-4fed-45af-939e-a078bb4ea44f" providerId="ADAL" clId="{2B5C9632-1B6D-438A-AE41-66A30DF8D18A}" dt="2026-07-17T07:26:26.700" v="2665" actId="20577"/>
          <ac:spMkLst>
            <pc:docMk/>
            <pc:sldMk cId="45195270" sldId="533"/>
            <ac:spMk id="3" creationId="{69E81DFE-1E2D-5840-4243-CA59CB9F5611}"/>
          </ac:spMkLst>
        </pc:spChg>
      </pc:sldChg>
      <pc:sldChg chg="add">
        <pc:chgData name="Šedivec Tomáš" userId="5859117d-4fed-45af-939e-a078bb4ea44f" providerId="ADAL" clId="{2B5C9632-1B6D-438A-AE41-66A30DF8D18A}" dt="2026-07-17T07:34:20.578" v="2779"/>
        <pc:sldMkLst>
          <pc:docMk/>
          <pc:sldMk cId="2811725176" sldId="534"/>
        </pc:sldMkLst>
      </pc:sldChg>
      <pc:sldChg chg="add">
        <pc:chgData name="Šedivec Tomáš" userId="5859117d-4fed-45af-939e-a078bb4ea44f" providerId="ADAL" clId="{2B5C9632-1B6D-438A-AE41-66A30DF8D18A}" dt="2026-07-17T07:34:20.578" v="2779"/>
        <pc:sldMkLst>
          <pc:docMk/>
          <pc:sldMk cId="2560566094" sldId="535"/>
        </pc:sldMkLst>
      </pc:sldChg>
      <pc:sldChg chg="add">
        <pc:chgData name="Šedivec Tomáš" userId="5859117d-4fed-45af-939e-a078bb4ea44f" providerId="ADAL" clId="{2B5C9632-1B6D-438A-AE41-66A30DF8D18A}" dt="2026-07-17T07:34:20.578" v="2779"/>
        <pc:sldMkLst>
          <pc:docMk/>
          <pc:sldMk cId="1357275867" sldId="536"/>
        </pc:sldMkLst>
      </pc:sldChg>
      <pc:sldChg chg="add">
        <pc:chgData name="Šedivec Tomáš" userId="5859117d-4fed-45af-939e-a078bb4ea44f" providerId="ADAL" clId="{2B5C9632-1B6D-438A-AE41-66A30DF8D18A}" dt="2026-07-17T07:34:33.889" v="2780"/>
        <pc:sldMkLst>
          <pc:docMk/>
          <pc:sldMk cId="16811058" sldId="537"/>
        </pc:sldMkLst>
      </pc:sldChg>
      <pc:sldChg chg="add del setBg">
        <pc:chgData name="Šedivec Tomáš" userId="5859117d-4fed-45af-939e-a078bb4ea44f" providerId="ADAL" clId="{2B5C9632-1B6D-438A-AE41-66A30DF8D18A}" dt="2026-07-17T07:35:29.020" v="2800"/>
        <pc:sldMkLst>
          <pc:docMk/>
          <pc:sldMk cId="0" sldId="538"/>
        </pc:sldMkLst>
      </pc:sldChg>
      <pc:sldChg chg="modSp add mod">
        <pc:chgData name="Šedivec Tomáš" userId="5859117d-4fed-45af-939e-a078bb4ea44f" providerId="ADAL" clId="{2B5C9632-1B6D-438A-AE41-66A30DF8D18A}" dt="2026-07-17T07:50:22.748" v="2922" actId="20577"/>
        <pc:sldMkLst>
          <pc:docMk/>
          <pc:sldMk cId="1821057630" sldId="539"/>
        </pc:sldMkLst>
        <pc:spChg chg="mod">
          <ac:chgData name="Šedivec Tomáš" userId="5859117d-4fed-45af-939e-a078bb4ea44f" providerId="ADAL" clId="{2B5C9632-1B6D-438A-AE41-66A30DF8D18A}" dt="2026-07-17T07:50:22.748" v="2922" actId="20577"/>
          <ac:spMkLst>
            <pc:docMk/>
            <pc:sldMk cId="1821057630" sldId="539"/>
            <ac:spMk id="2" creationId="{AD709EBE-0FBC-741B-3297-F2902B63E6FC}"/>
          </ac:spMkLst>
        </pc:spChg>
      </pc:sldChg>
      <pc:sldChg chg="modSp add mod ord">
        <pc:chgData name="Šedivec Tomáš" userId="5859117d-4fed-45af-939e-a078bb4ea44f" providerId="ADAL" clId="{2B5C9632-1B6D-438A-AE41-66A30DF8D18A}" dt="2026-07-17T07:46:35.754" v="2843" actId="20577"/>
        <pc:sldMkLst>
          <pc:docMk/>
          <pc:sldMk cId="3140115109" sldId="540"/>
        </pc:sldMkLst>
        <pc:spChg chg="mod">
          <ac:chgData name="Šedivec Tomáš" userId="5859117d-4fed-45af-939e-a078bb4ea44f" providerId="ADAL" clId="{2B5C9632-1B6D-438A-AE41-66A30DF8D18A}" dt="2026-07-17T07:46:35.754" v="2843" actId="20577"/>
          <ac:spMkLst>
            <pc:docMk/>
            <pc:sldMk cId="3140115109" sldId="540"/>
            <ac:spMk id="2" creationId="{F64DEAD5-C043-53E1-54C1-5D14BCB2D7DE}"/>
          </ac:spMkLst>
        </pc:spChg>
      </pc:sldChg>
      <pc:sldChg chg="modSp add mod ord">
        <pc:chgData name="Šedivec Tomáš" userId="5859117d-4fed-45af-939e-a078bb4ea44f" providerId="ADAL" clId="{2B5C9632-1B6D-438A-AE41-66A30DF8D18A}" dt="2026-07-17T07:48:28.311" v="2884" actId="20577"/>
        <pc:sldMkLst>
          <pc:docMk/>
          <pc:sldMk cId="4140096665" sldId="541"/>
        </pc:sldMkLst>
        <pc:spChg chg="mod">
          <ac:chgData name="Šedivec Tomáš" userId="5859117d-4fed-45af-939e-a078bb4ea44f" providerId="ADAL" clId="{2B5C9632-1B6D-438A-AE41-66A30DF8D18A}" dt="2026-07-17T07:48:28.311" v="2884" actId="20577"/>
          <ac:spMkLst>
            <pc:docMk/>
            <pc:sldMk cId="4140096665" sldId="541"/>
            <ac:spMk id="2" creationId="{A971732C-8EFF-FADF-02DC-BA54C9B45BD6}"/>
          </ac:spMkLst>
        </pc:spChg>
      </pc:sldChg>
      <pc:sldChg chg="add">
        <pc:chgData name="Šedivec Tomáš" userId="5859117d-4fed-45af-939e-a078bb4ea44f" providerId="ADAL" clId="{2B5C9632-1B6D-438A-AE41-66A30DF8D18A}" dt="2026-07-17T07:53:47.044" v="2961"/>
        <pc:sldMkLst>
          <pc:docMk/>
          <pc:sldMk cId="255939378" sldId="542"/>
        </pc:sldMkLst>
      </pc:sldChg>
      <pc:sldChg chg="add">
        <pc:chgData name="Šedivec Tomáš" userId="5859117d-4fed-45af-939e-a078bb4ea44f" providerId="ADAL" clId="{2B5C9632-1B6D-438A-AE41-66A30DF8D18A}" dt="2026-07-17T07:53:47.044" v="2961"/>
        <pc:sldMkLst>
          <pc:docMk/>
          <pc:sldMk cId="2333224461" sldId="543"/>
        </pc:sldMkLst>
      </pc:sldChg>
      <pc:sldChg chg="modSp add mod">
        <pc:chgData name="Šedivec Tomáš" userId="5859117d-4fed-45af-939e-a078bb4ea44f" providerId="ADAL" clId="{2B5C9632-1B6D-438A-AE41-66A30DF8D18A}" dt="2026-07-17T07:53:47.108" v="2962" actId="27636"/>
        <pc:sldMkLst>
          <pc:docMk/>
          <pc:sldMk cId="434646152" sldId="544"/>
        </pc:sldMkLst>
        <pc:spChg chg="mod">
          <ac:chgData name="Šedivec Tomáš" userId="5859117d-4fed-45af-939e-a078bb4ea44f" providerId="ADAL" clId="{2B5C9632-1B6D-438A-AE41-66A30DF8D18A}" dt="2026-07-17T07:53:47.108" v="2962" actId="27636"/>
          <ac:spMkLst>
            <pc:docMk/>
            <pc:sldMk cId="434646152" sldId="544"/>
            <ac:spMk id="3" creationId="{1392C052-25A6-BC5C-001A-3604927B6131}"/>
          </ac:spMkLst>
        </pc:spChg>
      </pc:sldChg>
      <pc:sldChg chg="add">
        <pc:chgData name="Šedivec Tomáš" userId="5859117d-4fed-45af-939e-a078bb4ea44f" providerId="ADAL" clId="{2B5C9632-1B6D-438A-AE41-66A30DF8D18A}" dt="2026-07-17T07:53:47.044" v="2961"/>
        <pc:sldMkLst>
          <pc:docMk/>
          <pc:sldMk cId="2184694956" sldId="545"/>
        </pc:sldMkLst>
      </pc:sldChg>
      <pc:sldChg chg="add">
        <pc:chgData name="Šedivec Tomáš" userId="5859117d-4fed-45af-939e-a078bb4ea44f" providerId="ADAL" clId="{2B5C9632-1B6D-438A-AE41-66A30DF8D18A}" dt="2026-07-17T07:53:47.044" v="2961"/>
        <pc:sldMkLst>
          <pc:docMk/>
          <pc:sldMk cId="2064211614" sldId="546"/>
        </pc:sldMkLst>
      </pc:sldChg>
      <pc:sldChg chg="add">
        <pc:chgData name="Šedivec Tomáš" userId="5859117d-4fed-45af-939e-a078bb4ea44f" providerId="ADAL" clId="{2B5C9632-1B6D-438A-AE41-66A30DF8D18A}" dt="2026-07-17T07:53:47.044" v="2961"/>
        <pc:sldMkLst>
          <pc:docMk/>
          <pc:sldMk cId="2221363443" sldId="547"/>
        </pc:sldMkLst>
      </pc:sldChg>
      <pc:sldChg chg="add">
        <pc:chgData name="Šedivec Tomáš" userId="5859117d-4fed-45af-939e-a078bb4ea44f" providerId="ADAL" clId="{2B5C9632-1B6D-438A-AE41-66A30DF8D18A}" dt="2026-07-17T07:53:47.044" v="2961"/>
        <pc:sldMkLst>
          <pc:docMk/>
          <pc:sldMk cId="2512791351" sldId="548"/>
        </pc:sldMkLst>
      </pc:sldChg>
      <pc:sldChg chg="add">
        <pc:chgData name="Šedivec Tomáš" userId="5859117d-4fed-45af-939e-a078bb4ea44f" providerId="ADAL" clId="{2B5C9632-1B6D-438A-AE41-66A30DF8D18A}" dt="2026-07-17T07:53:47.044" v="2961"/>
        <pc:sldMkLst>
          <pc:docMk/>
          <pc:sldMk cId="837967431" sldId="549"/>
        </pc:sldMkLst>
      </pc:sldChg>
      <pc:sldChg chg="add">
        <pc:chgData name="Šedivec Tomáš" userId="5859117d-4fed-45af-939e-a078bb4ea44f" providerId="ADAL" clId="{2B5C9632-1B6D-438A-AE41-66A30DF8D18A}" dt="2026-07-17T07:53:47.044" v="2961"/>
        <pc:sldMkLst>
          <pc:docMk/>
          <pc:sldMk cId="1310246994" sldId="550"/>
        </pc:sldMkLst>
      </pc:sldChg>
      <pc:sldChg chg="add">
        <pc:chgData name="Šedivec Tomáš" userId="5859117d-4fed-45af-939e-a078bb4ea44f" providerId="ADAL" clId="{2B5C9632-1B6D-438A-AE41-66A30DF8D18A}" dt="2026-07-17T07:53:47.044" v="2961"/>
        <pc:sldMkLst>
          <pc:docMk/>
          <pc:sldMk cId="2812818368" sldId="551"/>
        </pc:sldMkLst>
      </pc:sldChg>
      <pc:sldChg chg="add">
        <pc:chgData name="Šedivec Tomáš" userId="5859117d-4fed-45af-939e-a078bb4ea44f" providerId="ADAL" clId="{2B5C9632-1B6D-438A-AE41-66A30DF8D18A}" dt="2026-07-17T07:53:47.044" v="2961"/>
        <pc:sldMkLst>
          <pc:docMk/>
          <pc:sldMk cId="0" sldId="552"/>
        </pc:sldMkLst>
      </pc:sldChg>
      <pc:sldChg chg="add">
        <pc:chgData name="Šedivec Tomáš" userId="5859117d-4fed-45af-939e-a078bb4ea44f" providerId="ADAL" clId="{2B5C9632-1B6D-438A-AE41-66A30DF8D18A}" dt="2026-07-17T07:53:47.044" v="2961"/>
        <pc:sldMkLst>
          <pc:docMk/>
          <pc:sldMk cId="1679221307" sldId="553"/>
        </pc:sldMkLst>
      </pc:sldChg>
      <pc:sldChg chg="add">
        <pc:chgData name="Šedivec Tomáš" userId="5859117d-4fed-45af-939e-a078bb4ea44f" providerId="ADAL" clId="{2B5C9632-1B6D-438A-AE41-66A30DF8D18A}" dt="2026-07-17T07:53:47.044" v="2961"/>
        <pc:sldMkLst>
          <pc:docMk/>
          <pc:sldMk cId="3067365831" sldId="554"/>
        </pc:sldMkLst>
      </pc:sldChg>
      <pc:sldChg chg="add">
        <pc:chgData name="Šedivec Tomáš" userId="5859117d-4fed-45af-939e-a078bb4ea44f" providerId="ADAL" clId="{2B5C9632-1B6D-438A-AE41-66A30DF8D18A}" dt="2026-07-17T08:13:01.710" v="3044"/>
        <pc:sldMkLst>
          <pc:docMk/>
          <pc:sldMk cId="2152317443" sldId="555"/>
        </pc:sldMkLst>
      </pc:sldChg>
      <pc:sldChg chg="modSp add mod ord">
        <pc:chgData name="Šedivec Tomáš" userId="5859117d-4fed-45af-939e-a078bb4ea44f" providerId="ADAL" clId="{2B5C9632-1B6D-438A-AE41-66A30DF8D18A}" dt="2026-07-20T10:53:02.886" v="3301" actId="6549"/>
        <pc:sldMkLst>
          <pc:docMk/>
          <pc:sldMk cId="4244036951" sldId="556"/>
        </pc:sldMkLst>
        <pc:spChg chg="mod">
          <ac:chgData name="Šedivec Tomáš" userId="5859117d-4fed-45af-939e-a078bb4ea44f" providerId="ADAL" clId="{2B5C9632-1B6D-438A-AE41-66A30DF8D18A}" dt="2026-07-20T10:53:02.886" v="3301" actId="6549"/>
          <ac:spMkLst>
            <pc:docMk/>
            <pc:sldMk cId="4244036951" sldId="556"/>
            <ac:spMk id="2" creationId="{3EE629A4-72F4-E4B1-E5B6-18A7F49608F7}"/>
          </ac:spMkLst>
        </pc:spChg>
      </pc:sldChg>
      <pc:sldChg chg="addSp modSp new">
        <pc:chgData name="Šedivec Tomáš" userId="5859117d-4fed-45af-939e-a078bb4ea44f" providerId="ADAL" clId="{2B5C9632-1B6D-438A-AE41-66A30DF8D18A}" dt="2026-07-17T08:42:41.407" v="3157"/>
        <pc:sldMkLst>
          <pc:docMk/>
          <pc:sldMk cId="454571451" sldId="557"/>
        </pc:sldMkLst>
        <pc:spChg chg="add mod">
          <ac:chgData name="Šedivec Tomáš" userId="5859117d-4fed-45af-939e-a078bb4ea44f" providerId="ADAL" clId="{2B5C9632-1B6D-438A-AE41-66A30DF8D18A}" dt="2026-07-17T08:42:41.407" v="3157"/>
          <ac:spMkLst>
            <pc:docMk/>
            <pc:sldMk cId="454571451" sldId="557"/>
            <ac:spMk id="2" creationId="{DDABE97B-DBC5-1BC7-B70F-82BDC4F472E4}"/>
          </ac:spMkLst>
        </pc:spChg>
        <pc:spChg chg="add mod">
          <ac:chgData name="Šedivec Tomáš" userId="5859117d-4fed-45af-939e-a078bb4ea44f" providerId="ADAL" clId="{2B5C9632-1B6D-438A-AE41-66A30DF8D18A}" dt="2026-07-17T08:42:41.407" v="3157"/>
          <ac:spMkLst>
            <pc:docMk/>
            <pc:sldMk cId="454571451" sldId="557"/>
            <ac:spMk id="3" creationId="{DF1AF274-02D3-B733-6DE0-A77A29185387}"/>
          </ac:spMkLst>
        </pc:spChg>
      </pc:sldChg>
      <pc:sldChg chg="addSp modSp new">
        <pc:chgData name="Šedivec Tomáš" userId="5859117d-4fed-45af-939e-a078bb4ea44f" providerId="ADAL" clId="{2B5C9632-1B6D-438A-AE41-66A30DF8D18A}" dt="2026-07-17T08:43:04.020" v="3160"/>
        <pc:sldMkLst>
          <pc:docMk/>
          <pc:sldMk cId="335707663" sldId="558"/>
        </pc:sldMkLst>
        <pc:spChg chg="add mod">
          <ac:chgData name="Šedivec Tomáš" userId="5859117d-4fed-45af-939e-a078bb4ea44f" providerId="ADAL" clId="{2B5C9632-1B6D-438A-AE41-66A30DF8D18A}" dt="2026-07-17T08:43:04.020" v="3160"/>
          <ac:spMkLst>
            <pc:docMk/>
            <pc:sldMk cId="335707663" sldId="558"/>
            <ac:spMk id="2" creationId="{4A405DEF-E210-6308-A4DA-CAAF5524263E}"/>
          </ac:spMkLst>
        </pc:spChg>
        <pc:spChg chg="add mod">
          <ac:chgData name="Šedivec Tomáš" userId="5859117d-4fed-45af-939e-a078bb4ea44f" providerId="ADAL" clId="{2B5C9632-1B6D-438A-AE41-66A30DF8D18A}" dt="2026-07-17T08:43:04.020" v="3160"/>
          <ac:spMkLst>
            <pc:docMk/>
            <pc:sldMk cId="335707663" sldId="558"/>
            <ac:spMk id="3" creationId="{C36644F1-D7EB-9F58-414E-2C07A6E0B4F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14E12E-C91D-434D-A647-BE6EC2A79133}" type="datetimeFigureOut">
              <a:rPr lang="cs-CZ" smtClean="0"/>
              <a:t>22.07.2026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EE8805-B56C-4FAD-A9B2-E9EC334F86B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93006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8EE2B-939F-47CD-9BC5-5FD16CEF397F}" type="slidenum">
              <a:rPr lang="cs-CZ" smtClean="0"/>
              <a:pPr/>
              <a:t>29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838372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8EE2B-939F-47CD-9BC5-5FD16CEF397F}" type="slidenum">
              <a:rPr lang="cs-CZ" smtClean="0"/>
              <a:pPr/>
              <a:t>47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94436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8EE2B-939F-47CD-9BC5-5FD16CEF397F}" type="slidenum">
              <a:rPr lang="cs-CZ" smtClean="0"/>
              <a:pPr/>
              <a:t>48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0972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8EE2B-939F-47CD-9BC5-5FD16CEF397F}" type="slidenum">
              <a:rPr lang="cs-CZ" smtClean="0"/>
              <a:pPr/>
              <a:t>65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61807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22.07.2026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80012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22.07.2026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153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22.07.2026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0403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22.07.2026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46453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22.07.2026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714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22.07.2026</a:t>
            </a:fld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9813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22.07.2026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8504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22.07.2026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973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22.07.2026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0170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22.07.2026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904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22.07.2026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4620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300000" y="2109600"/>
            <a:ext cx="5400000" cy="1916866"/>
          </a:xfrm>
        </p:spPr>
        <p:txBody>
          <a:bodyPr lIns="0" tIns="0" rIns="0" bIns="0" anchor="t"/>
          <a:lstStyle>
            <a:lvl1pPr algn="l">
              <a:lnSpc>
                <a:spcPct val="100000"/>
              </a:lnSpc>
              <a:defRPr sz="3700" b="1">
                <a:solidFill>
                  <a:schemeClr val="bg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300000" y="4237200"/>
            <a:ext cx="5400000" cy="1968940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pic>
        <p:nvPicPr>
          <p:cNvPr id="10" name="Grafický objekt 9">
            <a:extLst>
              <a:ext uri="{FF2B5EF4-FFF2-40B4-BE49-F238E27FC236}">
                <a16:creationId xmlns:a16="http://schemas.microsoft.com/office/drawing/2014/main" id="{B3850BB1-EAAA-4BC7-CB6B-76E3CD2973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00" y="641675"/>
            <a:ext cx="2733677" cy="15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0965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0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Úvodní sníme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obrázku 5">
            <a:extLst>
              <a:ext uri="{FF2B5EF4-FFF2-40B4-BE49-F238E27FC236}">
                <a16:creationId xmlns:a16="http://schemas.microsoft.com/office/drawing/2014/main" id="{9F0403E7-BC0D-3F6B-6A17-DC5CF67E19D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5905499" cy="6858000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300000" y="2109516"/>
            <a:ext cx="5400000" cy="1916866"/>
          </a:xfrm>
        </p:spPr>
        <p:txBody>
          <a:bodyPr lIns="0" tIns="0" rIns="0" bIns="0" anchor="t"/>
          <a:lstStyle>
            <a:lvl1pPr algn="l">
              <a:lnSpc>
                <a:spcPct val="100000"/>
              </a:lnSpc>
              <a:defRPr sz="3700" b="1">
                <a:solidFill>
                  <a:schemeClr val="bg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300000" y="4237731"/>
            <a:ext cx="5400000" cy="1968940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pic>
        <p:nvPicPr>
          <p:cNvPr id="5" name="Grafický objekt 4">
            <a:extLst>
              <a:ext uri="{FF2B5EF4-FFF2-40B4-BE49-F238E27FC236}">
                <a16:creationId xmlns:a16="http://schemas.microsoft.com/office/drawing/2014/main" id="{D645B72E-C81F-B832-4779-066D17175F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00" y="641675"/>
            <a:ext cx="2733677" cy="15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068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0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Úvodní sníme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5400000" y="2340000"/>
            <a:ext cx="6300000" cy="1916866"/>
          </a:xfrm>
        </p:spPr>
        <p:txBody>
          <a:bodyPr lIns="0" tIns="0" rIns="0" bIns="0" anchor="t"/>
          <a:lstStyle>
            <a:lvl1pPr algn="l">
              <a:lnSpc>
                <a:spcPct val="100000"/>
              </a:lnSpc>
              <a:defRPr sz="3700" b="1">
                <a:solidFill>
                  <a:schemeClr val="bg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5400000" y="4500000"/>
            <a:ext cx="6300000" cy="1968940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pic>
        <p:nvPicPr>
          <p:cNvPr id="5" name="Grafický objekt 4">
            <a:extLst>
              <a:ext uri="{FF2B5EF4-FFF2-40B4-BE49-F238E27FC236}">
                <a16:creationId xmlns:a16="http://schemas.microsoft.com/office/drawing/2014/main" id="{318B0B4B-5AB0-492A-0086-3A164D5299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00" y="641675"/>
            <a:ext cx="2733677" cy="15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6795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Základní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60000"/>
            <a:ext cx="8964000" cy="3960000"/>
          </a:xfrm>
        </p:spPr>
        <p:txBody>
          <a:bodyPr numCol="1" spcCol="360000"/>
          <a:lstStyle>
            <a:lvl1pPr marL="504000" indent="-504000">
              <a:lnSpc>
                <a:spcPct val="100000"/>
              </a:lnSpc>
              <a:spcAft>
                <a:spcPts val="1000"/>
              </a:spcAft>
              <a:buNone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B27983E4-0CC5-BF15-2D16-08612ADA4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55200" y="6300000"/>
            <a:ext cx="2743200" cy="365125"/>
          </a:xfrm>
        </p:spPr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029E84FD-5C68-99E2-B460-3E0ED3D603D3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3185661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ákladní s podnadpise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760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60000"/>
            <a:ext cx="8964000" cy="3960000"/>
          </a:xfrm>
        </p:spPr>
        <p:txBody>
          <a:bodyPr numCol="1" spcCol="360000"/>
          <a:lstStyle>
            <a:lvl1pPr marL="504000" indent="-504000">
              <a:lnSpc>
                <a:spcPct val="100000"/>
              </a:lnSpc>
              <a:spcAft>
                <a:spcPts val="1000"/>
              </a:spcAft>
              <a:buNone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B27983E4-0CC5-BF15-2D16-08612ADA4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55200" y="6300000"/>
            <a:ext cx="2743200" cy="365125"/>
          </a:xfrm>
        </p:spPr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029E84FD-5C68-99E2-B460-3E0ED3D603D3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  <p:sp>
        <p:nvSpPr>
          <p:cNvPr id="6" name="Zástupný text 8">
            <a:extLst>
              <a:ext uri="{FF2B5EF4-FFF2-40B4-BE49-F238E27FC236}">
                <a16:creationId xmlns:a16="http://schemas.microsoft.com/office/drawing/2014/main" id="{EAFD7DDD-C5B6-5990-5E30-D6370B82CB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3999" y="1243809"/>
            <a:ext cx="5259600" cy="772560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1207970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60000"/>
            <a:ext cx="8964000" cy="3960000"/>
          </a:xfrm>
        </p:spPr>
        <p:txBody>
          <a:bodyPr numCol="2" spcCol="360000"/>
          <a:lstStyle>
            <a:lvl1pPr marL="504000" indent="-504000">
              <a:lnSpc>
                <a:spcPct val="100000"/>
              </a:lnSpc>
              <a:spcAft>
                <a:spcPts val="1000"/>
              </a:spcAft>
              <a:buNone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30010267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velký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22525"/>
            <a:ext cx="8964000" cy="3960000"/>
          </a:xfrm>
        </p:spPr>
        <p:txBody>
          <a:bodyPr numCol="1" spcCol="360000">
            <a:normAutofit/>
          </a:bodyPr>
          <a:lstStyle>
            <a:lvl1pPr marL="0" indent="0">
              <a:lnSpc>
                <a:spcPct val="100000"/>
              </a:lnSpc>
              <a:spcAft>
                <a:spcPts val="1000"/>
              </a:spcAft>
              <a:buNone/>
              <a:defRPr sz="32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textu.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FB23D414-7544-6455-E8D2-C72A3EBC3FA9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094754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  <p15:guide id="2" orient="horz" pos="411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běžný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56503"/>
            <a:ext cx="8964000" cy="3926021"/>
          </a:xfrm>
        </p:spPr>
        <p:txBody>
          <a:bodyPr numCol="1" spcCol="360000">
            <a:normAutofit/>
          </a:bodyPr>
          <a:lstStyle>
            <a:lvl1pPr marL="0" indent="0">
              <a:lnSpc>
                <a:spcPct val="100000"/>
              </a:lnSpc>
              <a:spcAft>
                <a:spcPts val="1000"/>
              </a:spcAft>
              <a:buNone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textu.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287EABB6-9EA1-4F27-1C21-C571E0100C58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536374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drážky velké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35605"/>
            <a:ext cx="8964000" cy="3946919"/>
          </a:xfrm>
        </p:spPr>
        <p:txBody>
          <a:bodyPr numCol="1" spcCol="360000">
            <a:normAutofit/>
          </a:bodyPr>
          <a:lstStyle>
            <a:lvl1pPr marL="504000" indent="-504000">
              <a:lnSpc>
                <a:spcPct val="100000"/>
              </a:lnSpc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Char char="§"/>
              <a:defRPr sz="32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B5547E9F-BA9C-9C4B-9DF5-F81989FE8098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705608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drážky malé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67003"/>
            <a:ext cx="8964000" cy="3915521"/>
          </a:xfrm>
        </p:spPr>
        <p:txBody>
          <a:bodyPr numCol="1" spcCol="360000">
            <a:normAutofit/>
          </a:bodyPr>
          <a:lstStyle>
            <a:lvl1pPr marL="360000" indent="-360000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Clr>
                <a:schemeClr val="accent5"/>
              </a:buClr>
              <a:buSzPct val="90000"/>
              <a:buFont typeface="Wingdings" pitchFamily="2" charset="2"/>
              <a:buChar char="§"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667C9E67-68A9-C008-6034-D232C1AF110C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2284449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ředělový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1015999"/>
            <a:ext cx="9900000" cy="2413001"/>
          </a:xfrm>
        </p:spPr>
        <p:txBody>
          <a:bodyPr anchor="b"/>
          <a:lstStyle>
            <a:lvl1pPr>
              <a:lnSpc>
                <a:spcPct val="10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684000" y="3676651"/>
            <a:ext cx="9900000" cy="2413000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Upravte styly předlohy textu.</a:t>
            </a:r>
          </a:p>
        </p:txBody>
      </p:sp>
    </p:spTree>
    <p:extLst>
      <p:ext uri="{BB962C8B-B14F-4D97-AF65-F5344CB8AC3E}">
        <p14:creationId xmlns:p14="http://schemas.microsoft.com/office/powerpoint/2010/main" val="28189065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ředělový slide 1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561599"/>
            <a:ext cx="9900000" cy="21600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017609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ředělový slide s obrázkem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obrázku 5">
            <a:extLst>
              <a:ext uri="{FF2B5EF4-FFF2-40B4-BE49-F238E27FC236}">
                <a16:creationId xmlns:a16="http://schemas.microsoft.com/office/drawing/2014/main" id="{0EED0200-723A-192F-A0AB-3C11FC533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86501" y="0"/>
            <a:ext cx="5905499" cy="6858000"/>
          </a:xfrm>
        </p:spPr>
        <p:txBody>
          <a:bodyPr/>
          <a:lstStyle/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563174"/>
            <a:ext cx="5412000" cy="3384358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222857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ěžný s obrázke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56504"/>
            <a:ext cx="4476000" cy="3797036"/>
          </a:xfrm>
        </p:spPr>
        <p:txBody>
          <a:bodyPr numCol="1" spcCol="360000">
            <a:normAutofit/>
          </a:bodyPr>
          <a:lstStyle>
            <a:lvl1pPr marL="0" indent="0">
              <a:lnSpc>
                <a:spcPct val="100000"/>
              </a:lnSpc>
              <a:spcAft>
                <a:spcPts val="1000"/>
              </a:spcAft>
              <a:buNone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textu.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5" name="Zástupný symbol obrázku 5">
            <a:extLst>
              <a:ext uri="{FF2B5EF4-FFF2-40B4-BE49-F238E27FC236}">
                <a16:creationId xmlns:a16="http://schemas.microsoft.com/office/drawing/2014/main" id="{BB38CCEF-CF1A-B72B-D67E-9A39E14D3E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98501" y="2213429"/>
            <a:ext cx="4285499" cy="3618660"/>
          </a:xfrm>
        </p:spPr>
        <p:txBody>
          <a:bodyPr/>
          <a:lstStyle/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7" name="Zástupný symbol pro číslo snímku 5">
            <a:extLst>
              <a:ext uri="{FF2B5EF4-FFF2-40B4-BE49-F238E27FC236}">
                <a16:creationId xmlns:a16="http://schemas.microsoft.com/office/drawing/2014/main" id="{9217DFE5-4AB5-CB80-1E80-AF1A38727F6E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27359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nadpis, dva sloupc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1620000" y="2165625"/>
            <a:ext cx="4323523" cy="3960537"/>
          </a:xfrm>
        </p:spPr>
        <p:txBody>
          <a:bodyPr/>
          <a:lstStyle>
            <a:lvl1pPr>
              <a:spcAft>
                <a:spcPts val="1800"/>
              </a:spcAft>
              <a:buFont typeface="Wingdings" pitchFamily="2" charset="2"/>
              <a:buNone/>
              <a:defRPr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Char char="§"/>
              <a:defRPr/>
            </a:lvl2pPr>
            <a:lvl3pPr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4BF51896-151D-3843-DB7C-41BB6E22FE4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60477" y="2165625"/>
            <a:ext cx="4323523" cy="3960537"/>
          </a:xfrm>
        </p:spPr>
        <p:txBody>
          <a:bodyPr/>
          <a:lstStyle>
            <a:lvl1pPr>
              <a:spcAft>
                <a:spcPts val="1800"/>
              </a:spcAft>
              <a:buFont typeface="Wingdings" pitchFamily="2" charset="2"/>
              <a:buNone/>
              <a:defRPr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Char char="§"/>
              <a:defRPr/>
            </a:lvl2pPr>
            <a:lvl3pPr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9" name="Zástupný text 8">
            <a:extLst>
              <a:ext uri="{FF2B5EF4-FFF2-40B4-BE49-F238E27FC236}">
                <a16:creationId xmlns:a16="http://schemas.microsoft.com/office/drawing/2014/main" id="{6F99AF0C-D583-5D11-E4A5-C93DED75A4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3999" y="1243809"/>
            <a:ext cx="5259600" cy="772560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0" name="Zástupný symbol pro číslo snímku 5">
            <a:extLst>
              <a:ext uri="{FF2B5EF4-FFF2-40B4-BE49-F238E27FC236}">
                <a16:creationId xmlns:a16="http://schemas.microsoft.com/office/drawing/2014/main" id="{506D5A9D-5B24-E761-D1A3-27947B1C890A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32960223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ři sloupc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693601" y="2165625"/>
            <a:ext cx="3375982" cy="3960537"/>
          </a:xfrm>
        </p:spPr>
        <p:txBody>
          <a:bodyPr/>
          <a:lstStyle>
            <a:lvl1pPr marL="0" indent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7671851E-E145-B540-BFE6-BCB164F7650F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9333" y="2165625"/>
            <a:ext cx="3375982" cy="3960537"/>
          </a:xfrm>
        </p:spPr>
        <p:txBody>
          <a:bodyPr/>
          <a:lstStyle>
            <a:lvl1pPr marL="0" indent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C5DD8208-8E62-3BCD-5295-A5DE908611E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08009" y="2165625"/>
            <a:ext cx="3375982" cy="3960537"/>
          </a:xfrm>
        </p:spPr>
        <p:txBody>
          <a:bodyPr/>
          <a:lstStyle>
            <a:lvl1pPr marL="0" indent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2" name="Zástupný symbol pro číslo snímku 5">
            <a:extLst>
              <a:ext uri="{FF2B5EF4-FFF2-40B4-BE49-F238E27FC236}">
                <a16:creationId xmlns:a16="http://schemas.microsoft.com/office/drawing/2014/main" id="{C2D358F0-6A79-42DF-456E-F8DBAF212BBF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9260437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nadpis, 3 sloupce podbarvené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684000" y="2257436"/>
            <a:ext cx="3355437" cy="3590706"/>
          </a:xfrm>
          <a:solidFill>
            <a:schemeClr val="accent1"/>
          </a:solidFill>
        </p:spPr>
        <p:txBody>
          <a:bodyPr lIns="180000" tIns="108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5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9" name="Zástupný text 8">
            <a:extLst>
              <a:ext uri="{FF2B5EF4-FFF2-40B4-BE49-F238E27FC236}">
                <a16:creationId xmlns:a16="http://schemas.microsoft.com/office/drawing/2014/main" id="{6F99AF0C-D583-5D11-E4A5-C93DED75A4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obsah 2">
            <a:extLst>
              <a:ext uri="{FF2B5EF4-FFF2-40B4-BE49-F238E27FC236}">
                <a16:creationId xmlns:a16="http://schemas.microsoft.com/office/drawing/2014/main" id="{2C9E7C88-D105-85BB-7817-7828128845B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156517" y="2257436"/>
            <a:ext cx="3355437" cy="3590706"/>
          </a:xfrm>
          <a:solidFill>
            <a:schemeClr val="accent1"/>
          </a:solidFill>
        </p:spPr>
        <p:txBody>
          <a:bodyPr lIns="180000" tIns="108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5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8" name="Zástupný symbol pro obsah 2">
            <a:extLst>
              <a:ext uri="{FF2B5EF4-FFF2-40B4-BE49-F238E27FC236}">
                <a16:creationId xmlns:a16="http://schemas.microsoft.com/office/drawing/2014/main" id="{F3B495C6-E9D9-BB16-034D-BB35D518475B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20259" y="2257436"/>
            <a:ext cx="3355437" cy="3590706"/>
          </a:xfrm>
          <a:solidFill>
            <a:schemeClr val="accent1"/>
          </a:solidFill>
        </p:spPr>
        <p:txBody>
          <a:bodyPr lIns="180000" tIns="108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5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0" name="Zástupný symbol pro číslo snímku 5">
            <a:extLst>
              <a:ext uri="{FF2B5EF4-FFF2-40B4-BE49-F238E27FC236}">
                <a16:creationId xmlns:a16="http://schemas.microsoft.com/office/drawing/2014/main" id="{6362B212-FD62-9F50-CE3D-DFF199FD57C2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42026479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loupce podbarvené se šipkami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684001" y="2257436"/>
            <a:ext cx="3105680" cy="3590706"/>
          </a:xfrm>
          <a:solidFill>
            <a:schemeClr val="accent1"/>
          </a:solidFill>
        </p:spPr>
        <p:txBody>
          <a:bodyPr lIns="180000" tIns="180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36B0AA4C-B328-7C47-A4DA-F8ED2EFC47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85314" y="3880589"/>
            <a:ext cx="363853" cy="301120"/>
          </a:xfrm>
          <a:prstGeom prst="rect">
            <a:avLst/>
          </a:prstGeom>
        </p:spPr>
      </p:pic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963E211A-EC28-5A07-3501-03AC420E839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405601" y="2257436"/>
            <a:ext cx="3105680" cy="3590706"/>
          </a:xfrm>
          <a:solidFill>
            <a:schemeClr val="accent1"/>
          </a:solidFill>
        </p:spPr>
        <p:txBody>
          <a:bodyPr lIns="180000" tIns="180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CA544A6B-12C5-DC1B-EDF5-D0332255C4D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544801" y="2257436"/>
            <a:ext cx="3105680" cy="3590706"/>
          </a:xfrm>
          <a:solidFill>
            <a:schemeClr val="accent1"/>
          </a:solidFill>
        </p:spPr>
        <p:txBody>
          <a:bodyPr lIns="180000" tIns="180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pic>
        <p:nvPicPr>
          <p:cNvPr id="12" name="Obrázek 11">
            <a:extLst>
              <a:ext uri="{FF2B5EF4-FFF2-40B4-BE49-F238E27FC236}">
                <a16:creationId xmlns:a16="http://schemas.microsoft.com/office/drawing/2014/main" id="{7D22E6FE-C4C5-B012-E7A4-C906162897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46114" y="3880589"/>
            <a:ext cx="363853" cy="301120"/>
          </a:xfrm>
          <a:prstGeom prst="rect">
            <a:avLst/>
          </a:prstGeom>
        </p:spPr>
      </p:pic>
      <p:sp>
        <p:nvSpPr>
          <p:cNvPr id="13" name="Zástupný text 8">
            <a:extLst>
              <a:ext uri="{FF2B5EF4-FFF2-40B4-BE49-F238E27FC236}">
                <a16:creationId xmlns:a16="http://schemas.microsoft.com/office/drawing/2014/main" id="{E61F4B55-11B4-1167-283D-55E922C634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4" name="Zástupný symbol pro číslo snímku 5">
            <a:extLst>
              <a:ext uri="{FF2B5EF4-FFF2-40B4-BE49-F238E27FC236}">
                <a16:creationId xmlns:a16="http://schemas.microsoft.com/office/drawing/2014/main" id="{82C2015C-6855-8BFE-A304-EDB16134EE6C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8627695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loupce s obrázk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684001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symbol obrázku 7">
            <a:extLst>
              <a:ext uri="{FF2B5EF4-FFF2-40B4-BE49-F238E27FC236}">
                <a16:creationId xmlns:a16="http://schemas.microsoft.com/office/drawing/2014/main" id="{62BF156C-6399-DFD3-9F5E-24AE50EBC8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4000" y="1492625"/>
            <a:ext cx="2428993" cy="2602004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9" name="Zástupný symbol pro obsah 2">
            <a:extLst>
              <a:ext uri="{FF2B5EF4-FFF2-40B4-BE49-F238E27FC236}">
                <a16:creationId xmlns:a16="http://schemas.microsoft.com/office/drawing/2014/main" id="{1FE252C3-C241-69C2-ACDF-A6765E53EC8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9077724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3" name="Zástupný symbol obrázku 7">
            <a:extLst>
              <a:ext uri="{FF2B5EF4-FFF2-40B4-BE49-F238E27FC236}">
                <a16:creationId xmlns:a16="http://schemas.microsoft.com/office/drawing/2014/main" id="{FFC6CDFB-54AD-FC10-492E-D0931BD2D9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77723" y="1492625"/>
            <a:ext cx="2428993" cy="2602004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14" name="Zástupný symbol pro obsah 2">
            <a:extLst>
              <a:ext uri="{FF2B5EF4-FFF2-40B4-BE49-F238E27FC236}">
                <a16:creationId xmlns:a16="http://schemas.microsoft.com/office/drawing/2014/main" id="{D5AA8550-16D6-4AA2-0FA5-8338C81AFAC5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6279817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5" name="Zástupný symbol obrázku 7">
            <a:extLst>
              <a:ext uri="{FF2B5EF4-FFF2-40B4-BE49-F238E27FC236}">
                <a16:creationId xmlns:a16="http://schemas.microsoft.com/office/drawing/2014/main" id="{32839814-62AF-2979-37C7-4992C8D6E9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79816" y="1492625"/>
            <a:ext cx="2428993" cy="2602004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16" name="Zástupný symbol pro obsah 2">
            <a:extLst>
              <a:ext uri="{FF2B5EF4-FFF2-40B4-BE49-F238E27FC236}">
                <a16:creationId xmlns:a16="http://schemas.microsoft.com/office/drawing/2014/main" id="{1F7AACE7-568D-33D9-AF71-3ED0BB808ED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3481909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7" name="Zástupný symbol obrázku 7">
            <a:extLst>
              <a:ext uri="{FF2B5EF4-FFF2-40B4-BE49-F238E27FC236}">
                <a16:creationId xmlns:a16="http://schemas.microsoft.com/office/drawing/2014/main" id="{6563AB54-CE31-EE11-7C25-22BFEB0849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81908" y="1492625"/>
            <a:ext cx="2428993" cy="2602004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18" name="Zástupný symbol pro číslo snímku 5">
            <a:extLst>
              <a:ext uri="{FF2B5EF4-FFF2-40B4-BE49-F238E27FC236}">
                <a16:creationId xmlns:a16="http://schemas.microsoft.com/office/drawing/2014/main" id="{E6FDC1DE-B4B0-083B-CF86-1E57EC819B18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5377820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nadpis, 4 sloupce s obrázk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684001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symbol obrázku 7">
            <a:extLst>
              <a:ext uri="{FF2B5EF4-FFF2-40B4-BE49-F238E27FC236}">
                <a16:creationId xmlns:a16="http://schemas.microsoft.com/office/drawing/2014/main" id="{62BF156C-6399-DFD3-9F5E-24AE50EBC8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4000" y="2215662"/>
            <a:ext cx="2428993" cy="1878966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9" name="Zástupný symbol pro obsah 2">
            <a:extLst>
              <a:ext uri="{FF2B5EF4-FFF2-40B4-BE49-F238E27FC236}">
                <a16:creationId xmlns:a16="http://schemas.microsoft.com/office/drawing/2014/main" id="{1FE252C3-C241-69C2-ACDF-A6765E53EC8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9077724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3" name="Zástupný symbol obrázku 7">
            <a:extLst>
              <a:ext uri="{FF2B5EF4-FFF2-40B4-BE49-F238E27FC236}">
                <a16:creationId xmlns:a16="http://schemas.microsoft.com/office/drawing/2014/main" id="{FFC6CDFB-54AD-FC10-492E-D0931BD2D9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77723" y="2215662"/>
            <a:ext cx="2428993" cy="1878966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14" name="Zástupný symbol pro obsah 2">
            <a:extLst>
              <a:ext uri="{FF2B5EF4-FFF2-40B4-BE49-F238E27FC236}">
                <a16:creationId xmlns:a16="http://schemas.microsoft.com/office/drawing/2014/main" id="{D5AA8550-16D6-4AA2-0FA5-8338C81AFAC5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6279817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5" name="Zástupný symbol obrázku 7">
            <a:extLst>
              <a:ext uri="{FF2B5EF4-FFF2-40B4-BE49-F238E27FC236}">
                <a16:creationId xmlns:a16="http://schemas.microsoft.com/office/drawing/2014/main" id="{32839814-62AF-2979-37C7-4992C8D6E9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79816" y="2215662"/>
            <a:ext cx="2428993" cy="1878966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16" name="Zástupný symbol pro obsah 2">
            <a:extLst>
              <a:ext uri="{FF2B5EF4-FFF2-40B4-BE49-F238E27FC236}">
                <a16:creationId xmlns:a16="http://schemas.microsoft.com/office/drawing/2014/main" id="{1F7AACE7-568D-33D9-AF71-3ED0BB808ED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3481909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7" name="Zástupný symbol obrázku 7">
            <a:extLst>
              <a:ext uri="{FF2B5EF4-FFF2-40B4-BE49-F238E27FC236}">
                <a16:creationId xmlns:a16="http://schemas.microsoft.com/office/drawing/2014/main" id="{6563AB54-CE31-EE11-7C25-22BFEB0849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81908" y="2215662"/>
            <a:ext cx="2428993" cy="1878966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4" name="Zástupný text 8">
            <a:extLst>
              <a:ext uri="{FF2B5EF4-FFF2-40B4-BE49-F238E27FC236}">
                <a16:creationId xmlns:a16="http://schemas.microsoft.com/office/drawing/2014/main" id="{3F155FFF-35D5-B4D6-8671-E1360187A5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 indent="0">
              <a:buNone/>
              <a:defRPr lang="cs-CZ" sz="2000" kern="1200" dirty="0">
                <a:solidFill>
                  <a:schemeClr val="accent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Font typeface="Wingdings" pitchFamily="2" charset="2"/>
              <a:buNone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F60B77F-477A-D5FB-8405-23971B2738BD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80166442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dnadpis, 4 sloupce s obrázk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symbol obrázku 7">
            <a:extLst>
              <a:ext uri="{FF2B5EF4-FFF2-40B4-BE49-F238E27FC236}">
                <a16:creationId xmlns:a16="http://schemas.microsoft.com/office/drawing/2014/main" id="{62BF156C-6399-DFD3-9F5E-24AE50EBC8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4000" y="2215662"/>
            <a:ext cx="2428993" cy="1878966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13" name="Zástupný symbol obrázku 7">
            <a:extLst>
              <a:ext uri="{FF2B5EF4-FFF2-40B4-BE49-F238E27FC236}">
                <a16:creationId xmlns:a16="http://schemas.microsoft.com/office/drawing/2014/main" id="{FFC6CDFB-54AD-FC10-492E-D0931BD2D9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77723" y="2215662"/>
            <a:ext cx="2428993" cy="1878966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15" name="Zástupný symbol obrázku 7">
            <a:extLst>
              <a:ext uri="{FF2B5EF4-FFF2-40B4-BE49-F238E27FC236}">
                <a16:creationId xmlns:a16="http://schemas.microsoft.com/office/drawing/2014/main" id="{32839814-62AF-2979-37C7-4992C8D6E9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79816" y="2215662"/>
            <a:ext cx="2428993" cy="1878966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17" name="Zástupný symbol obrázku 7">
            <a:extLst>
              <a:ext uri="{FF2B5EF4-FFF2-40B4-BE49-F238E27FC236}">
                <a16:creationId xmlns:a16="http://schemas.microsoft.com/office/drawing/2014/main" id="{6563AB54-CE31-EE11-7C25-22BFEB0849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81908" y="2215662"/>
            <a:ext cx="2428993" cy="1878966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4" name="Zástupný text 8">
            <a:extLst>
              <a:ext uri="{FF2B5EF4-FFF2-40B4-BE49-F238E27FC236}">
                <a16:creationId xmlns:a16="http://schemas.microsoft.com/office/drawing/2014/main" id="{3F155FFF-35D5-B4D6-8671-E1360187A5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>
              <a:buNone/>
              <a:defRPr lang="cs-CZ" sz="2000" kern="1200" dirty="0">
                <a:solidFill>
                  <a:schemeClr val="accent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Font typeface="Wingdings" pitchFamily="2" charset="2"/>
              <a:buNone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E7812EDD-8649-F4D5-7B51-E6CC2223D022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693600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500"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CAD76A9F-6DA0-AC18-4A06-8DD0C0F56CAD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3484926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500"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7FED81D5-414D-425B-67EE-DA335269451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6279400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500"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2" name="Zástupný symbol pro obsah 2">
            <a:extLst>
              <a:ext uri="{FF2B5EF4-FFF2-40B4-BE49-F238E27FC236}">
                <a16:creationId xmlns:a16="http://schemas.microsoft.com/office/drawing/2014/main" id="{BD1F73CC-2087-3052-FC89-2B1E982B6210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9073875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500"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8" name="Zástupný symbol pro číslo snímku 5">
            <a:extLst>
              <a:ext uri="{FF2B5EF4-FFF2-40B4-BE49-F238E27FC236}">
                <a16:creationId xmlns:a16="http://schemas.microsoft.com/office/drawing/2014/main" id="{0E9E0BDC-B470-B4BC-892A-7CD72300D49D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21538659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loupce s obrázky a popise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symbol obrázku 7">
            <a:extLst>
              <a:ext uri="{FF2B5EF4-FFF2-40B4-BE49-F238E27FC236}">
                <a16:creationId xmlns:a16="http://schemas.microsoft.com/office/drawing/2014/main" id="{62BF156C-6399-DFD3-9F5E-24AE50EBC8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4000" y="1486968"/>
            <a:ext cx="2428993" cy="2607660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13" name="Zástupný symbol obrázku 7">
            <a:extLst>
              <a:ext uri="{FF2B5EF4-FFF2-40B4-BE49-F238E27FC236}">
                <a16:creationId xmlns:a16="http://schemas.microsoft.com/office/drawing/2014/main" id="{FFC6CDFB-54AD-FC10-492E-D0931BD2D9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77723" y="1486968"/>
            <a:ext cx="2428993" cy="2607660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15" name="Zástupný symbol obrázku 7">
            <a:extLst>
              <a:ext uri="{FF2B5EF4-FFF2-40B4-BE49-F238E27FC236}">
                <a16:creationId xmlns:a16="http://schemas.microsoft.com/office/drawing/2014/main" id="{32839814-62AF-2979-37C7-4992C8D6E9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79816" y="1486968"/>
            <a:ext cx="2428993" cy="2607660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17" name="Zástupný symbol obrázku 7">
            <a:extLst>
              <a:ext uri="{FF2B5EF4-FFF2-40B4-BE49-F238E27FC236}">
                <a16:creationId xmlns:a16="http://schemas.microsoft.com/office/drawing/2014/main" id="{6563AB54-CE31-EE11-7C25-22BFEB0849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81908" y="1486968"/>
            <a:ext cx="2428993" cy="2607660"/>
          </a:xfr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E7812EDD-8649-F4D5-7B51-E6CC2223D022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693600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800"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CAD76A9F-6DA0-AC18-4A06-8DD0C0F56CAD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3484926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800"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7FED81D5-414D-425B-67EE-DA335269451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6279400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800"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2" name="Zástupný symbol pro obsah 2">
            <a:extLst>
              <a:ext uri="{FF2B5EF4-FFF2-40B4-BE49-F238E27FC236}">
                <a16:creationId xmlns:a16="http://schemas.microsoft.com/office/drawing/2014/main" id="{BD1F73CC-2087-3052-FC89-2B1E982B6210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9073875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800"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3" name="Zástupný symbol pro číslo snímku 5">
            <a:extLst>
              <a:ext uri="{FF2B5EF4-FFF2-40B4-BE49-F238E27FC236}">
                <a16:creationId xmlns:a16="http://schemas.microsoft.com/office/drawing/2014/main" id="{7556DA22-95D2-B84C-8D36-C93C88F1A70B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28620142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 graf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1620001" y="2165625"/>
            <a:ext cx="3516021" cy="3960537"/>
          </a:xfrm>
        </p:spPr>
        <p:txBody>
          <a:bodyPr/>
          <a:lstStyle>
            <a:lvl1pPr marL="0" indent="0">
              <a:spcAft>
                <a:spcPts val="1800"/>
              </a:spcAft>
              <a:buFont typeface="Wingdings" pitchFamily="2" charset="2"/>
              <a:buNone/>
              <a:defRPr b="0">
                <a:solidFill>
                  <a:schemeClr val="bg1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Char char="§"/>
              <a:defRPr/>
            </a:lvl2pPr>
            <a:lvl3pPr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cs-CZ" dirty="0"/>
              <a:t>Text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objekt grafu 7">
            <a:extLst>
              <a:ext uri="{FF2B5EF4-FFF2-40B4-BE49-F238E27FC236}">
                <a16:creationId xmlns:a16="http://schemas.microsoft.com/office/drawing/2014/main" id="{7C54CE2A-0CB4-8467-2966-0F4B4D0EA706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341121" y="1846262"/>
            <a:ext cx="6157278" cy="3383763"/>
          </a:xfrm>
        </p:spPr>
        <p:txBody>
          <a:bodyPr/>
          <a:lstStyle/>
          <a:p>
            <a:r>
              <a:rPr lang="cs-CZ"/>
              <a:t>Kliknutím na ikonu přidáte graf.</a:t>
            </a:r>
          </a:p>
        </p:txBody>
      </p:sp>
      <p:sp>
        <p:nvSpPr>
          <p:cNvPr id="10" name="Zástupný symbol pro číslo snímku 5">
            <a:extLst>
              <a:ext uri="{FF2B5EF4-FFF2-40B4-BE49-F238E27FC236}">
                <a16:creationId xmlns:a16="http://schemas.microsoft.com/office/drawing/2014/main" id="{56068FBD-80A0-A131-94EA-3F77B4064DBE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32105308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nadpis, text a graf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1620001" y="2165625"/>
            <a:ext cx="3516021" cy="3960537"/>
          </a:xfrm>
        </p:spPr>
        <p:txBody>
          <a:bodyPr/>
          <a:lstStyle>
            <a:lvl1pPr marL="0" indent="0">
              <a:spcAft>
                <a:spcPts val="1800"/>
              </a:spcAft>
              <a:buFont typeface="Wingdings" pitchFamily="2" charset="2"/>
              <a:buNone/>
              <a:defRPr b="0">
                <a:solidFill>
                  <a:schemeClr val="bg1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Char char="§"/>
              <a:defRPr/>
            </a:lvl2pPr>
            <a:lvl3pPr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cs-CZ" dirty="0"/>
              <a:t>Text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objekt grafu 7">
            <a:extLst>
              <a:ext uri="{FF2B5EF4-FFF2-40B4-BE49-F238E27FC236}">
                <a16:creationId xmlns:a16="http://schemas.microsoft.com/office/drawing/2014/main" id="{7C54CE2A-0CB4-8467-2966-0F4B4D0EA706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341121" y="2175418"/>
            <a:ext cx="6157278" cy="3383763"/>
          </a:xfrm>
        </p:spPr>
        <p:txBody>
          <a:bodyPr/>
          <a:lstStyle/>
          <a:p>
            <a:r>
              <a:rPr lang="cs-CZ"/>
              <a:t>Kliknutím na ikonu přidáte graf.</a:t>
            </a:r>
          </a:p>
        </p:txBody>
      </p:sp>
      <p:sp>
        <p:nvSpPr>
          <p:cNvPr id="4" name="Zástupný text 8">
            <a:extLst>
              <a:ext uri="{FF2B5EF4-FFF2-40B4-BE49-F238E27FC236}">
                <a16:creationId xmlns:a16="http://schemas.microsoft.com/office/drawing/2014/main" id="{4979A1C8-AB56-208C-E695-4985A095C3C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>
              <a:buNone/>
              <a:defRPr lang="cs-CZ" sz="2000" kern="1200" dirty="0">
                <a:solidFill>
                  <a:schemeClr val="accent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Font typeface="Wingdings" pitchFamily="2" charset="2"/>
              <a:buNone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FFB432D-C3B5-D43F-DAB7-52E395EF4C41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42446112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nadpis, text a tabulk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4" name="Zástupný text 8">
            <a:extLst>
              <a:ext uri="{FF2B5EF4-FFF2-40B4-BE49-F238E27FC236}">
                <a16:creationId xmlns:a16="http://schemas.microsoft.com/office/drawing/2014/main" id="{88833E3E-D9C4-1B56-E700-3FE02CF54D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>
              <a:buNone/>
              <a:defRPr lang="cs-CZ" sz="2000" kern="1200" dirty="0">
                <a:solidFill>
                  <a:schemeClr val="accent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Font typeface="Wingdings" pitchFamily="2" charset="2"/>
              <a:buNone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9" name="Zástupný symbol pro tabulku 8">
            <a:extLst>
              <a:ext uri="{FF2B5EF4-FFF2-40B4-BE49-F238E27FC236}">
                <a16:creationId xmlns:a16="http://schemas.microsoft.com/office/drawing/2014/main" id="{38C15361-4216-1F02-862E-96F0428B738D}"/>
              </a:ext>
            </a:extLst>
          </p:cNvPr>
          <p:cNvSpPr>
            <a:spLocks noGrp="1"/>
          </p:cNvSpPr>
          <p:nvPr>
            <p:ph type="tbl" sz="quarter" idx="21"/>
          </p:nvPr>
        </p:nvSpPr>
        <p:spPr>
          <a:xfrm>
            <a:off x="5400942" y="2213361"/>
            <a:ext cx="6097458" cy="2836476"/>
          </a:xfrm>
        </p:spPr>
        <p:txBody>
          <a:bodyPr/>
          <a:lstStyle/>
          <a:p>
            <a:r>
              <a:rPr lang="cs-CZ"/>
              <a:t>Kliknutím na ikonu přidáte tabulku.</a:t>
            </a:r>
          </a:p>
        </p:txBody>
      </p:sp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B66658BE-27EF-DD53-8F17-938260B54B8F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1620000" y="2167003"/>
            <a:ext cx="3516021" cy="3915521"/>
          </a:xfrm>
        </p:spPr>
        <p:txBody>
          <a:bodyPr numCol="1" spcCol="360000">
            <a:normAutofit/>
          </a:bodyPr>
          <a:lstStyle>
            <a:lvl1pPr marL="288000" indent="-288000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Clr>
                <a:schemeClr val="accent5"/>
              </a:buClr>
              <a:buSzPct val="90000"/>
              <a:buFont typeface="Wingdings" pitchFamily="2" charset="2"/>
              <a:buChar char="§"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</a:t>
            </a:r>
          </a:p>
        </p:txBody>
      </p:sp>
      <p:sp>
        <p:nvSpPr>
          <p:cNvPr id="11" name="Zástupný symbol pro číslo snímku 5">
            <a:extLst>
              <a:ext uri="{FF2B5EF4-FFF2-40B4-BE49-F238E27FC236}">
                <a16:creationId xmlns:a16="http://schemas.microsoft.com/office/drawing/2014/main" id="{E903755D-63C9-7F62-34B8-C0C2AFB43970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209919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 dirty="0"/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44D3900D-FEF7-DC42-A070-58AF49658B8B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69573060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027824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Závěr a shrnutí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60000"/>
            <a:ext cx="8964000" cy="3960000"/>
          </a:xfrm>
        </p:spPr>
        <p:txBody>
          <a:bodyPr numCol="2" spcCol="360000"/>
          <a:lstStyle>
            <a:lvl1pPr marL="0" indent="-504000">
              <a:lnSpc>
                <a:spcPct val="120000"/>
              </a:lnSpc>
              <a:spcAft>
                <a:spcPts val="1000"/>
              </a:spcAft>
              <a:buNone/>
              <a:defRPr sz="2000">
                <a:solidFill>
                  <a:schemeClr val="accent5"/>
                </a:solidFill>
              </a:defRPr>
            </a:lvl1pPr>
            <a:lvl2pPr marL="0"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marL="0" indent="0">
              <a:lnSpc>
                <a:spcPct val="120000"/>
              </a:lnSpc>
              <a:spcAft>
                <a:spcPts val="400"/>
              </a:spcAft>
              <a:buNone/>
              <a:defRPr/>
            </a:lvl3pPr>
            <a:lvl4pPr marL="0" indent="0">
              <a:lnSpc>
                <a:spcPct val="120000"/>
              </a:lnSpc>
              <a:spcAft>
                <a:spcPts val="400"/>
              </a:spcAft>
              <a:buNone/>
              <a:defRPr/>
            </a:lvl4pPr>
            <a:lvl5pPr marL="0" indent="0">
              <a:lnSpc>
                <a:spcPct val="120000"/>
              </a:lnSpc>
              <a:spcAft>
                <a:spcPts val="400"/>
              </a:spcAft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</p:txBody>
      </p:sp>
    </p:spTree>
    <p:extLst>
      <p:ext uri="{BB962C8B-B14F-4D97-AF65-F5344CB8AC3E}">
        <p14:creationId xmlns:p14="http://schemas.microsoft.com/office/powerpoint/2010/main" val="1834852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Závěr a poděkování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300000" y="2109600"/>
            <a:ext cx="5400000" cy="1916866"/>
          </a:xfrm>
        </p:spPr>
        <p:txBody>
          <a:bodyPr lIns="0" tIns="0" rIns="0" bIns="0" anchor="t"/>
          <a:lstStyle>
            <a:lvl1pPr algn="l">
              <a:lnSpc>
                <a:spcPct val="100000"/>
              </a:lnSpc>
              <a:defRPr sz="3700" b="1">
                <a:solidFill>
                  <a:schemeClr val="bg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300000" y="4237200"/>
            <a:ext cx="5400000" cy="1968940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pic>
        <p:nvPicPr>
          <p:cNvPr id="5" name="Grafický objekt 4">
            <a:extLst>
              <a:ext uri="{FF2B5EF4-FFF2-40B4-BE49-F238E27FC236}">
                <a16:creationId xmlns:a16="http://schemas.microsoft.com/office/drawing/2014/main" id="{BC479E45-7FF7-6670-D02A-829001D834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00" y="641675"/>
            <a:ext cx="2733677" cy="15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574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02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3678137"/>
      </p:ext>
    </p:extLst>
  </p:cSld>
  <p:clrMapOvr>
    <a:masterClrMapping/>
  </p:clrMapOvr>
  <p:transition spd="slow">
    <p:push dir="u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300000" y="2109600"/>
            <a:ext cx="5400000" cy="1916866"/>
          </a:xfrm>
        </p:spPr>
        <p:txBody>
          <a:bodyPr lIns="0" tIns="0" rIns="0" bIns="0" anchor="t"/>
          <a:lstStyle>
            <a:lvl1pPr algn="l">
              <a:lnSpc>
                <a:spcPct val="100000"/>
              </a:lnSpc>
              <a:defRPr sz="3700" b="1">
                <a:solidFill>
                  <a:schemeClr val="accent1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300000" y="4237200"/>
            <a:ext cx="5400000" cy="1968940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Kliknutím můžete upravit styl předlohy.</a:t>
            </a:r>
          </a:p>
        </p:txBody>
      </p:sp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E3422724-A174-89D9-AC8F-3F2D774E6F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00" y="641675"/>
            <a:ext cx="2733677" cy="15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5200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02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obrázku 5">
            <a:extLst>
              <a:ext uri="{FF2B5EF4-FFF2-40B4-BE49-F238E27FC236}">
                <a16:creationId xmlns:a16="http://schemas.microsoft.com/office/drawing/2014/main" id="{9F0403E7-BC0D-3F6B-6A17-DC5CF67E19D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5905499" cy="6858000"/>
          </a:xfrm>
        </p:spPr>
        <p:txBody>
          <a:bodyPr/>
          <a:lstStyle/>
          <a:p>
            <a:endParaRPr lang="cs-CZ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300000" y="2109516"/>
            <a:ext cx="5400000" cy="1916866"/>
          </a:xfrm>
        </p:spPr>
        <p:txBody>
          <a:bodyPr lIns="0" tIns="0" rIns="0" bIns="0" anchor="t"/>
          <a:lstStyle>
            <a:lvl1pPr algn="l">
              <a:lnSpc>
                <a:spcPct val="100000"/>
              </a:lnSpc>
              <a:defRPr sz="3700" b="1">
                <a:solidFill>
                  <a:schemeClr val="accent1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300000" y="4237731"/>
            <a:ext cx="5400000" cy="1968940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Kliknutím můžete upravit styl předlohy.</a:t>
            </a:r>
          </a:p>
        </p:txBody>
      </p:sp>
      <p:pic>
        <p:nvPicPr>
          <p:cNvPr id="4" name="Grafický objekt 3">
            <a:extLst>
              <a:ext uri="{FF2B5EF4-FFF2-40B4-BE49-F238E27FC236}">
                <a16:creationId xmlns:a16="http://schemas.microsoft.com/office/drawing/2014/main" id="{7C218586-5876-97AA-94A4-EC05A288B5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00" y="641675"/>
            <a:ext cx="2733677" cy="15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5686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02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5400000" y="2340000"/>
            <a:ext cx="6300000" cy="1916866"/>
          </a:xfrm>
        </p:spPr>
        <p:txBody>
          <a:bodyPr lIns="0" tIns="0" rIns="0" bIns="0" anchor="t"/>
          <a:lstStyle>
            <a:lvl1pPr algn="l">
              <a:lnSpc>
                <a:spcPct val="100000"/>
              </a:lnSpc>
              <a:defRPr sz="3700" b="1">
                <a:solidFill>
                  <a:schemeClr val="accent1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5400000" y="4500000"/>
            <a:ext cx="6300000" cy="1968940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Kliknutím můžete upravit styl předlohy.</a:t>
            </a:r>
          </a:p>
        </p:txBody>
      </p:sp>
      <p:pic>
        <p:nvPicPr>
          <p:cNvPr id="5" name="Grafický objekt 4">
            <a:extLst>
              <a:ext uri="{FF2B5EF4-FFF2-40B4-BE49-F238E27FC236}">
                <a16:creationId xmlns:a16="http://schemas.microsoft.com/office/drawing/2014/main" id="{9B34F57A-1957-F5C6-AB4D-23968CCB05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00" y="641675"/>
            <a:ext cx="2733677" cy="15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9342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ákladní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1620000" y="2160000"/>
            <a:ext cx="8964000" cy="3960000"/>
          </a:xfrm>
        </p:spPr>
        <p:txBody>
          <a:bodyPr/>
          <a:lstStyle>
            <a:lvl1pPr>
              <a:spcBef>
                <a:spcPts val="1000"/>
              </a:spcBef>
              <a:spcAft>
                <a:spcPts val="1000"/>
              </a:spcAft>
              <a:defRPr/>
            </a:lvl1pPr>
            <a:lvl2pPr>
              <a:spcAft>
                <a:spcPts val="600"/>
              </a:spcAft>
              <a:defRPr sz="1800"/>
            </a:lvl2pPr>
            <a:lvl3pPr marL="684000" indent="-180000">
              <a:spcAft>
                <a:spcPts val="600"/>
              </a:spcAft>
              <a:defRPr>
                <a:solidFill>
                  <a:schemeClr val="accent1"/>
                </a:solidFill>
              </a:defRPr>
            </a:lvl3pPr>
            <a:lvl4pPr marL="684000" indent="-180000">
              <a:spcAft>
                <a:spcPts val="600"/>
              </a:spcAft>
              <a:defRPr/>
            </a:lvl4pPr>
            <a:lvl5pPr marL="684000" indent="-180000">
              <a:spcAft>
                <a:spcPts val="600"/>
              </a:spcAft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42833127-FA44-2449-652E-7C7C47C7D871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4CC50D58-9C13-7041-41AC-823B5DE45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206498865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ákladní s podnadpise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1620000" y="2160000"/>
            <a:ext cx="8964000" cy="3960000"/>
          </a:xfrm>
        </p:spPr>
        <p:txBody>
          <a:bodyPr/>
          <a:lstStyle>
            <a:lvl1pPr>
              <a:spcBef>
                <a:spcPts val="1000"/>
              </a:spcBef>
              <a:spcAft>
                <a:spcPts val="1000"/>
              </a:spcAft>
              <a:defRPr/>
            </a:lvl1pPr>
            <a:lvl2pPr>
              <a:spcAft>
                <a:spcPts val="600"/>
              </a:spcAft>
              <a:defRPr sz="1800"/>
            </a:lvl2pPr>
            <a:lvl3pPr marL="684000" indent="-180000">
              <a:spcAft>
                <a:spcPts val="600"/>
              </a:spcAft>
              <a:defRPr>
                <a:solidFill>
                  <a:schemeClr val="accent1"/>
                </a:solidFill>
              </a:defRPr>
            </a:lvl3pPr>
            <a:lvl4pPr marL="684000" indent="-180000">
              <a:spcAft>
                <a:spcPts val="600"/>
              </a:spcAft>
              <a:defRPr/>
            </a:lvl4pPr>
            <a:lvl5pPr marL="684000" indent="-180000">
              <a:spcAft>
                <a:spcPts val="600"/>
              </a:spcAft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42833127-FA44-2449-652E-7C7C47C7D871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4CC50D58-9C13-7041-41AC-823B5DE45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7600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2" name="Zástupný text 8">
            <a:extLst>
              <a:ext uri="{FF2B5EF4-FFF2-40B4-BE49-F238E27FC236}">
                <a16:creationId xmlns:a16="http://schemas.microsoft.com/office/drawing/2014/main" id="{DD33B0B3-F00C-A126-16C0-3C78885C56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cs-CZ" dirty="0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247039181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60000"/>
            <a:ext cx="8964000" cy="3960000"/>
          </a:xfrm>
        </p:spPr>
        <p:txBody>
          <a:bodyPr numCol="2" spcCol="360000"/>
          <a:lstStyle>
            <a:lvl1pPr marL="504000" indent="-504000">
              <a:lnSpc>
                <a:spcPct val="100000"/>
              </a:lnSpc>
              <a:spcAft>
                <a:spcPts val="1000"/>
              </a:spcAft>
              <a:buNone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2125581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velk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22525"/>
            <a:ext cx="8964000" cy="3960000"/>
          </a:xfrm>
        </p:spPr>
        <p:txBody>
          <a:bodyPr numCol="1" spcCol="360000">
            <a:normAutofit/>
          </a:bodyPr>
          <a:lstStyle>
            <a:lvl1pPr marL="0" indent="0">
              <a:lnSpc>
                <a:spcPct val="100000"/>
              </a:lnSpc>
              <a:spcAft>
                <a:spcPts val="1000"/>
              </a:spcAft>
              <a:buNone/>
              <a:defRPr sz="32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textu.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FB23D414-7544-6455-E8D2-C72A3EBC3FA9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2179736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  <p15:guide id="2" orient="horz" pos="411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běž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56503"/>
            <a:ext cx="8964000" cy="3926021"/>
          </a:xfrm>
        </p:spPr>
        <p:txBody>
          <a:bodyPr numCol="1" spcCol="360000">
            <a:normAutofit/>
          </a:bodyPr>
          <a:lstStyle>
            <a:lvl1pPr marL="0" indent="0">
              <a:lnSpc>
                <a:spcPct val="100000"/>
              </a:lnSpc>
              <a:spcAft>
                <a:spcPts val="1000"/>
              </a:spcAft>
              <a:buNone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textu.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2BBC0884-F87E-1907-FF5F-2AB324A5C47E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20472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drážky velk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35605"/>
            <a:ext cx="8964000" cy="3946919"/>
          </a:xfrm>
        </p:spPr>
        <p:txBody>
          <a:bodyPr numCol="1" spcCol="360000">
            <a:normAutofit/>
          </a:bodyPr>
          <a:lstStyle>
            <a:lvl1pPr marL="504000" indent="-504000">
              <a:lnSpc>
                <a:spcPct val="100000"/>
              </a:lnSpc>
              <a:spcAft>
                <a:spcPts val="1000"/>
              </a:spcAft>
              <a:buClr>
                <a:schemeClr val="accent1"/>
              </a:buClr>
              <a:buSzPct val="90000"/>
              <a:buFont typeface="Wingdings" pitchFamily="2" charset="2"/>
              <a:buChar char="§"/>
              <a:defRPr sz="32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84905BBB-F9FE-9FBF-15BB-B1658C5A09FF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900041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drážky ma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67003"/>
            <a:ext cx="8964000" cy="3915521"/>
          </a:xfrm>
        </p:spPr>
        <p:txBody>
          <a:bodyPr numCol="1" spcCol="360000">
            <a:normAutofit/>
          </a:bodyPr>
          <a:lstStyle>
            <a:lvl1pPr marL="360000" indent="-360000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Clr>
                <a:schemeClr val="accent1"/>
              </a:buClr>
              <a:buSzPct val="90000"/>
              <a:buFont typeface="Wingdings" pitchFamily="2" charset="2"/>
              <a:buChar char="§"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93163992-C525-2C66-6CAF-F1C6D7A2FF4B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32321847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ředělový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1015999"/>
            <a:ext cx="9900000" cy="2413001"/>
          </a:xfrm>
        </p:spPr>
        <p:txBody>
          <a:bodyPr anchor="b"/>
          <a:lstStyle>
            <a:lvl1pPr>
              <a:lnSpc>
                <a:spcPct val="10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684000" y="3676651"/>
            <a:ext cx="9900000" cy="2413000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Upravte styly předlohy textu.</a:t>
            </a:r>
          </a:p>
        </p:txBody>
      </p:sp>
    </p:spTree>
    <p:extLst>
      <p:ext uri="{BB962C8B-B14F-4D97-AF65-F5344CB8AC3E}">
        <p14:creationId xmlns:p14="http://schemas.microsoft.com/office/powerpoint/2010/main" val="34518288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ředělový slide 1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561599"/>
            <a:ext cx="9900000" cy="21600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69339572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ředělový slide s obrázkem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obrázku 5">
            <a:extLst>
              <a:ext uri="{FF2B5EF4-FFF2-40B4-BE49-F238E27FC236}">
                <a16:creationId xmlns:a16="http://schemas.microsoft.com/office/drawing/2014/main" id="{0EED0200-723A-192F-A0AB-3C11FC533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86501" y="0"/>
            <a:ext cx="5905499" cy="6858000"/>
          </a:xfrm>
        </p:spPr>
        <p:txBody>
          <a:bodyPr/>
          <a:lstStyle/>
          <a:p>
            <a:endParaRPr lang="cs-CZ" dirty="0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563174"/>
            <a:ext cx="5412000" cy="3384358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327905673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ěžný s obráz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56504"/>
            <a:ext cx="4476000" cy="3797036"/>
          </a:xfrm>
        </p:spPr>
        <p:txBody>
          <a:bodyPr numCol="1" spcCol="360000">
            <a:normAutofit/>
          </a:bodyPr>
          <a:lstStyle>
            <a:lvl1pPr marL="0" indent="0">
              <a:lnSpc>
                <a:spcPct val="100000"/>
              </a:lnSpc>
              <a:spcAft>
                <a:spcPts val="1000"/>
              </a:spcAft>
              <a:buNone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textu.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5" name="Zástupný symbol obrázku 5">
            <a:extLst>
              <a:ext uri="{FF2B5EF4-FFF2-40B4-BE49-F238E27FC236}">
                <a16:creationId xmlns:a16="http://schemas.microsoft.com/office/drawing/2014/main" id="{BB38CCEF-CF1A-B72B-D67E-9A39E14D3E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98501" y="2213429"/>
            <a:ext cx="4285499" cy="3618660"/>
          </a:xfrm>
        </p:spPr>
        <p:txBody>
          <a:bodyPr/>
          <a:lstStyle/>
          <a:p>
            <a:endParaRPr lang="cs-CZ" dirty="0"/>
          </a:p>
        </p:txBody>
      </p:sp>
      <p:sp>
        <p:nvSpPr>
          <p:cNvPr id="7" name="Zástupný symbol pro číslo snímku 5">
            <a:extLst>
              <a:ext uri="{FF2B5EF4-FFF2-40B4-BE49-F238E27FC236}">
                <a16:creationId xmlns:a16="http://schemas.microsoft.com/office/drawing/2014/main" id="{2C7EEF15-9663-FDF8-3786-E9D1170BC091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203121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nadpis, dva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1620000" y="2165625"/>
            <a:ext cx="4323523" cy="3960537"/>
          </a:xfrm>
        </p:spPr>
        <p:txBody>
          <a:bodyPr/>
          <a:lstStyle>
            <a:lvl1pPr>
              <a:spcAft>
                <a:spcPts val="1800"/>
              </a:spcAft>
              <a:buFont typeface="Wingdings" pitchFamily="2" charset="2"/>
              <a:buNone/>
              <a:defRPr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1"/>
              </a:buClr>
              <a:buSzPct val="90000"/>
              <a:buFont typeface="Wingdings" pitchFamily="2" charset="2"/>
              <a:buChar char="§"/>
              <a:defRPr/>
            </a:lvl2pPr>
            <a:lvl3pPr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9" name="Zástupný text 8">
            <a:extLst>
              <a:ext uri="{FF2B5EF4-FFF2-40B4-BE49-F238E27FC236}">
                <a16:creationId xmlns:a16="http://schemas.microsoft.com/office/drawing/2014/main" id="{6F99AF0C-D583-5D11-E4A5-C93DED75A4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cs-CZ" dirty="0"/>
              <a:t>Po kliknutí můžete upravovat styly textu v předloze.</a:t>
            </a:r>
          </a:p>
        </p:txBody>
      </p:sp>
      <p:sp>
        <p:nvSpPr>
          <p:cNvPr id="4" name="Zástupný symbol pro obsah 2">
            <a:extLst>
              <a:ext uri="{FF2B5EF4-FFF2-40B4-BE49-F238E27FC236}">
                <a16:creationId xmlns:a16="http://schemas.microsoft.com/office/drawing/2014/main" id="{C2843CF9-B3FD-9E68-3D7A-392FEBCB4FEE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266427" y="2165625"/>
            <a:ext cx="4323523" cy="3960537"/>
          </a:xfrm>
        </p:spPr>
        <p:txBody>
          <a:bodyPr/>
          <a:lstStyle>
            <a:lvl1pPr>
              <a:spcAft>
                <a:spcPts val="1800"/>
              </a:spcAft>
              <a:buFont typeface="Wingdings" pitchFamily="2" charset="2"/>
              <a:buNone/>
              <a:defRPr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1"/>
              </a:buClr>
              <a:buSzPct val="90000"/>
              <a:buFont typeface="Wingdings" pitchFamily="2" charset="2"/>
              <a:buChar char="§"/>
              <a:defRPr/>
            </a:lvl2pPr>
            <a:lvl3pPr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číslo snímku 5">
            <a:extLst>
              <a:ext uri="{FF2B5EF4-FFF2-40B4-BE49-F238E27FC236}">
                <a16:creationId xmlns:a16="http://schemas.microsoft.com/office/drawing/2014/main" id="{1A2E329E-B047-5BCC-C0F2-88F14A418F05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297785984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ři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693601" y="2165625"/>
            <a:ext cx="3375982" cy="3960537"/>
          </a:xfrm>
        </p:spPr>
        <p:txBody>
          <a:bodyPr/>
          <a:lstStyle>
            <a:lvl1pPr marL="0" indent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7671851E-E145-B540-BFE6-BCB164F7650F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9333" y="2165625"/>
            <a:ext cx="3375982" cy="3960537"/>
          </a:xfrm>
        </p:spPr>
        <p:txBody>
          <a:bodyPr/>
          <a:lstStyle>
            <a:lvl1pPr marL="0" indent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C5DD8208-8E62-3BCD-5295-A5DE908611E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08009" y="2165625"/>
            <a:ext cx="3375982" cy="3960537"/>
          </a:xfrm>
        </p:spPr>
        <p:txBody>
          <a:bodyPr/>
          <a:lstStyle>
            <a:lvl1pPr marL="0" indent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7B9A68AD-FB4B-8978-5212-ECDC03A6FB0B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307699989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nadpis, 3 sloupce podbarven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684000" y="2257436"/>
            <a:ext cx="3355437" cy="3590706"/>
          </a:xfrm>
          <a:solidFill>
            <a:schemeClr val="tx2"/>
          </a:solidFill>
        </p:spPr>
        <p:txBody>
          <a:bodyPr lIns="180000" tIns="108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5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>
                <a:solidFill>
                  <a:schemeClr val="bg1"/>
                </a:solidFill>
              </a:defRPr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9" name="Zástupný text 8">
            <a:extLst>
              <a:ext uri="{FF2B5EF4-FFF2-40B4-BE49-F238E27FC236}">
                <a16:creationId xmlns:a16="http://schemas.microsoft.com/office/drawing/2014/main" id="{6F99AF0C-D583-5D11-E4A5-C93DED75A4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>
              <a:buNone/>
              <a:defRPr lang="cs-CZ" sz="2000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Font typeface="Wingdings" pitchFamily="2" charset="2"/>
              <a:buNone/>
            </a:pPr>
            <a:r>
              <a:rPr lang="cs-CZ" dirty="0"/>
              <a:t>Po kliknutí můžete upravovat styly textu v předloze.</a:t>
            </a:r>
          </a:p>
        </p:txBody>
      </p:sp>
      <p:sp>
        <p:nvSpPr>
          <p:cNvPr id="4" name="Zástupný symbol pro obsah 2">
            <a:extLst>
              <a:ext uri="{FF2B5EF4-FFF2-40B4-BE49-F238E27FC236}">
                <a16:creationId xmlns:a16="http://schemas.microsoft.com/office/drawing/2014/main" id="{2C9E7C88-D105-85BB-7817-7828128845B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156517" y="2257436"/>
            <a:ext cx="3355437" cy="3590706"/>
          </a:xfrm>
          <a:solidFill>
            <a:schemeClr val="tx2"/>
          </a:solidFill>
        </p:spPr>
        <p:txBody>
          <a:bodyPr lIns="180000" tIns="108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5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>
                <a:solidFill>
                  <a:schemeClr val="bg1"/>
                </a:solidFill>
              </a:defRPr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8" name="Zástupný symbol pro obsah 2">
            <a:extLst>
              <a:ext uri="{FF2B5EF4-FFF2-40B4-BE49-F238E27FC236}">
                <a16:creationId xmlns:a16="http://schemas.microsoft.com/office/drawing/2014/main" id="{F3B495C6-E9D9-BB16-034D-BB35D518475B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20259" y="2257436"/>
            <a:ext cx="3355437" cy="3590706"/>
          </a:xfrm>
          <a:solidFill>
            <a:schemeClr val="tx2"/>
          </a:solidFill>
        </p:spPr>
        <p:txBody>
          <a:bodyPr lIns="180000" tIns="108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5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>
                <a:solidFill>
                  <a:schemeClr val="bg1"/>
                </a:solidFill>
              </a:defRPr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CC1C452-BE80-BC5C-7921-09A8FE89B918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72098011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loupce podbarvené se šipka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684001" y="2257436"/>
            <a:ext cx="3105680" cy="3590706"/>
          </a:xfrm>
          <a:solidFill>
            <a:schemeClr val="accent1"/>
          </a:solidFill>
        </p:spPr>
        <p:txBody>
          <a:bodyPr lIns="180000" tIns="180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>
                <a:solidFill>
                  <a:schemeClr val="bg1"/>
                </a:solidFill>
              </a:defRPr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963E211A-EC28-5A07-3501-03AC420E839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405601" y="2246803"/>
            <a:ext cx="3105680" cy="3590706"/>
          </a:xfrm>
          <a:solidFill>
            <a:schemeClr val="accent1"/>
          </a:solidFill>
        </p:spPr>
        <p:txBody>
          <a:bodyPr lIns="180000" tIns="180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>
                <a:solidFill>
                  <a:schemeClr val="bg1"/>
                </a:solidFill>
              </a:defRPr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CA544A6B-12C5-DC1B-EDF5-D0332255C4D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544801" y="2257436"/>
            <a:ext cx="3105680" cy="3590706"/>
          </a:xfrm>
          <a:solidFill>
            <a:schemeClr val="accent1"/>
          </a:solidFill>
        </p:spPr>
        <p:txBody>
          <a:bodyPr lIns="180000" tIns="180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>
                <a:solidFill>
                  <a:schemeClr val="bg1"/>
                </a:solidFill>
              </a:defRPr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pic>
        <p:nvPicPr>
          <p:cNvPr id="18" name="Obrázek 17">
            <a:extLst>
              <a:ext uri="{FF2B5EF4-FFF2-40B4-BE49-F238E27FC236}">
                <a16:creationId xmlns:a16="http://schemas.microsoft.com/office/drawing/2014/main" id="{2A3086D1-EC65-B74C-A8BB-C58567182B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85314" y="3880589"/>
            <a:ext cx="360717" cy="301120"/>
          </a:xfrm>
          <a:prstGeom prst="rect">
            <a:avLst/>
          </a:prstGeom>
        </p:spPr>
      </p:pic>
      <p:pic>
        <p:nvPicPr>
          <p:cNvPr id="20" name="Obrázek 19">
            <a:extLst>
              <a:ext uri="{FF2B5EF4-FFF2-40B4-BE49-F238E27FC236}">
                <a16:creationId xmlns:a16="http://schemas.microsoft.com/office/drawing/2014/main" id="{CAAABE1A-E3F7-8D77-4BC1-22DA8776E5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46114" y="3880589"/>
            <a:ext cx="360717" cy="301120"/>
          </a:xfrm>
          <a:prstGeom prst="rect">
            <a:avLst/>
          </a:prstGeom>
        </p:spPr>
      </p:pic>
      <p:sp>
        <p:nvSpPr>
          <p:cNvPr id="21" name="Zástupný text 8">
            <a:extLst>
              <a:ext uri="{FF2B5EF4-FFF2-40B4-BE49-F238E27FC236}">
                <a16:creationId xmlns:a16="http://schemas.microsoft.com/office/drawing/2014/main" id="{EE858B53-D403-C768-50C6-B820DCD4E5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>
              <a:buNone/>
              <a:defRPr lang="cs-CZ" sz="2000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Font typeface="Wingdings" pitchFamily="2" charset="2"/>
              <a:buNone/>
            </a:pPr>
            <a:r>
              <a:rPr lang="cs-CZ" dirty="0"/>
              <a:t>Po kliknutí můžete upravovat styly textu v předloze.</a:t>
            </a:r>
          </a:p>
        </p:txBody>
      </p:sp>
      <p:sp>
        <p:nvSpPr>
          <p:cNvPr id="22" name="Zástupný symbol pro číslo snímku 5">
            <a:extLst>
              <a:ext uri="{FF2B5EF4-FFF2-40B4-BE49-F238E27FC236}">
                <a16:creationId xmlns:a16="http://schemas.microsoft.com/office/drawing/2014/main" id="{7BDEE34E-2AD1-D45A-CDC5-B7356B87F969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317993398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684001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symbol obrázku 7">
            <a:extLst>
              <a:ext uri="{FF2B5EF4-FFF2-40B4-BE49-F238E27FC236}">
                <a16:creationId xmlns:a16="http://schemas.microsoft.com/office/drawing/2014/main" id="{62BF156C-6399-DFD3-9F5E-24AE50EBC8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4000" y="1492625"/>
            <a:ext cx="2428993" cy="2602004"/>
          </a:xfrm>
        </p:spPr>
        <p:txBody>
          <a:bodyPr/>
          <a:lstStyle/>
          <a:p>
            <a:endParaRPr lang="cs-CZ"/>
          </a:p>
        </p:txBody>
      </p:sp>
      <p:sp>
        <p:nvSpPr>
          <p:cNvPr id="9" name="Zástupný symbol pro obsah 2">
            <a:extLst>
              <a:ext uri="{FF2B5EF4-FFF2-40B4-BE49-F238E27FC236}">
                <a16:creationId xmlns:a16="http://schemas.microsoft.com/office/drawing/2014/main" id="{1FE252C3-C241-69C2-ACDF-A6765E53EC8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9077724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3" name="Zástupný symbol obrázku 7">
            <a:extLst>
              <a:ext uri="{FF2B5EF4-FFF2-40B4-BE49-F238E27FC236}">
                <a16:creationId xmlns:a16="http://schemas.microsoft.com/office/drawing/2014/main" id="{FFC6CDFB-54AD-FC10-492E-D0931BD2D9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77723" y="1492625"/>
            <a:ext cx="2428993" cy="2602004"/>
          </a:xfrm>
        </p:spPr>
        <p:txBody>
          <a:bodyPr/>
          <a:lstStyle/>
          <a:p>
            <a:endParaRPr lang="cs-CZ"/>
          </a:p>
        </p:txBody>
      </p:sp>
      <p:sp>
        <p:nvSpPr>
          <p:cNvPr id="14" name="Zástupný symbol pro obsah 2">
            <a:extLst>
              <a:ext uri="{FF2B5EF4-FFF2-40B4-BE49-F238E27FC236}">
                <a16:creationId xmlns:a16="http://schemas.microsoft.com/office/drawing/2014/main" id="{D5AA8550-16D6-4AA2-0FA5-8338C81AFAC5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6279817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5" name="Zástupný symbol obrázku 7">
            <a:extLst>
              <a:ext uri="{FF2B5EF4-FFF2-40B4-BE49-F238E27FC236}">
                <a16:creationId xmlns:a16="http://schemas.microsoft.com/office/drawing/2014/main" id="{32839814-62AF-2979-37C7-4992C8D6E9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79816" y="1492625"/>
            <a:ext cx="2428993" cy="2602004"/>
          </a:xfrm>
        </p:spPr>
        <p:txBody>
          <a:bodyPr/>
          <a:lstStyle/>
          <a:p>
            <a:endParaRPr lang="cs-CZ"/>
          </a:p>
        </p:txBody>
      </p:sp>
      <p:sp>
        <p:nvSpPr>
          <p:cNvPr id="16" name="Zástupný symbol pro obsah 2">
            <a:extLst>
              <a:ext uri="{FF2B5EF4-FFF2-40B4-BE49-F238E27FC236}">
                <a16:creationId xmlns:a16="http://schemas.microsoft.com/office/drawing/2014/main" id="{1F7AACE7-568D-33D9-AF71-3ED0BB808ED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3481909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7" name="Zástupný symbol obrázku 7">
            <a:extLst>
              <a:ext uri="{FF2B5EF4-FFF2-40B4-BE49-F238E27FC236}">
                <a16:creationId xmlns:a16="http://schemas.microsoft.com/office/drawing/2014/main" id="{6563AB54-CE31-EE11-7C25-22BFEB0849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81908" y="1492625"/>
            <a:ext cx="2428993" cy="2602004"/>
          </a:xfrm>
        </p:spPr>
        <p:txBody>
          <a:bodyPr/>
          <a:lstStyle/>
          <a:p>
            <a:endParaRPr lang="cs-CZ"/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496F11FE-78A2-69C8-0643-BE729D4F1FDE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420141123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nadpis, 4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684001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symbol obrázku 7">
            <a:extLst>
              <a:ext uri="{FF2B5EF4-FFF2-40B4-BE49-F238E27FC236}">
                <a16:creationId xmlns:a16="http://schemas.microsoft.com/office/drawing/2014/main" id="{62BF156C-6399-DFD3-9F5E-24AE50EBC8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4000" y="2215662"/>
            <a:ext cx="2428993" cy="1878966"/>
          </a:xfrm>
        </p:spPr>
        <p:txBody>
          <a:bodyPr/>
          <a:lstStyle/>
          <a:p>
            <a:endParaRPr lang="cs-CZ"/>
          </a:p>
        </p:txBody>
      </p:sp>
      <p:sp>
        <p:nvSpPr>
          <p:cNvPr id="9" name="Zástupný symbol pro obsah 2">
            <a:extLst>
              <a:ext uri="{FF2B5EF4-FFF2-40B4-BE49-F238E27FC236}">
                <a16:creationId xmlns:a16="http://schemas.microsoft.com/office/drawing/2014/main" id="{1FE252C3-C241-69C2-ACDF-A6765E53EC8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9077724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3" name="Zástupný symbol obrázku 7">
            <a:extLst>
              <a:ext uri="{FF2B5EF4-FFF2-40B4-BE49-F238E27FC236}">
                <a16:creationId xmlns:a16="http://schemas.microsoft.com/office/drawing/2014/main" id="{FFC6CDFB-54AD-FC10-492E-D0931BD2D9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77723" y="2215662"/>
            <a:ext cx="2428993" cy="1878966"/>
          </a:xfrm>
        </p:spPr>
        <p:txBody>
          <a:bodyPr/>
          <a:lstStyle/>
          <a:p>
            <a:endParaRPr lang="cs-CZ"/>
          </a:p>
        </p:txBody>
      </p:sp>
      <p:sp>
        <p:nvSpPr>
          <p:cNvPr id="14" name="Zástupný symbol pro obsah 2">
            <a:extLst>
              <a:ext uri="{FF2B5EF4-FFF2-40B4-BE49-F238E27FC236}">
                <a16:creationId xmlns:a16="http://schemas.microsoft.com/office/drawing/2014/main" id="{D5AA8550-16D6-4AA2-0FA5-8338C81AFAC5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6279817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5" name="Zástupný symbol obrázku 7">
            <a:extLst>
              <a:ext uri="{FF2B5EF4-FFF2-40B4-BE49-F238E27FC236}">
                <a16:creationId xmlns:a16="http://schemas.microsoft.com/office/drawing/2014/main" id="{32839814-62AF-2979-37C7-4992C8D6E9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79816" y="2215662"/>
            <a:ext cx="2428993" cy="1878966"/>
          </a:xfrm>
        </p:spPr>
        <p:txBody>
          <a:bodyPr/>
          <a:lstStyle/>
          <a:p>
            <a:endParaRPr lang="cs-CZ"/>
          </a:p>
        </p:txBody>
      </p:sp>
      <p:sp>
        <p:nvSpPr>
          <p:cNvPr id="16" name="Zástupný symbol pro obsah 2">
            <a:extLst>
              <a:ext uri="{FF2B5EF4-FFF2-40B4-BE49-F238E27FC236}">
                <a16:creationId xmlns:a16="http://schemas.microsoft.com/office/drawing/2014/main" id="{1F7AACE7-568D-33D9-AF71-3ED0BB808ED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3481909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7" name="Zástupný symbol obrázku 7">
            <a:extLst>
              <a:ext uri="{FF2B5EF4-FFF2-40B4-BE49-F238E27FC236}">
                <a16:creationId xmlns:a16="http://schemas.microsoft.com/office/drawing/2014/main" id="{6563AB54-CE31-EE11-7C25-22BFEB0849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81908" y="2215662"/>
            <a:ext cx="2428993" cy="1878966"/>
          </a:xfrm>
        </p:spPr>
        <p:txBody>
          <a:bodyPr/>
          <a:lstStyle/>
          <a:p>
            <a:endParaRPr lang="cs-CZ"/>
          </a:p>
        </p:txBody>
      </p:sp>
      <p:sp>
        <p:nvSpPr>
          <p:cNvPr id="4" name="Zástupný text 8">
            <a:extLst>
              <a:ext uri="{FF2B5EF4-FFF2-40B4-BE49-F238E27FC236}">
                <a16:creationId xmlns:a16="http://schemas.microsoft.com/office/drawing/2014/main" id="{3F155FFF-35D5-B4D6-8671-E1360187A5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>
              <a:buNone/>
              <a:defRPr lang="cs-CZ" sz="200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Font typeface="Wingdings" pitchFamily="2" charset="2"/>
              <a:buNone/>
            </a:pPr>
            <a:r>
              <a:rPr lang="cs-CZ" dirty="0"/>
              <a:t>Po kliknutí můžete upravovat styly textu v předloze.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034D6FE-BA08-8A8E-D5AE-55D3E756260C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282820199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dnadpis, 4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symbol obrázku 7">
            <a:extLst>
              <a:ext uri="{FF2B5EF4-FFF2-40B4-BE49-F238E27FC236}">
                <a16:creationId xmlns:a16="http://schemas.microsoft.com/office/drawing/2014/main" id="{62BF156C-6399-DFD3-9F5E-24AE50EBC8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4000" y="2215662"/>
            <a:ext cx="2428993" cy="1878966"/>
          </a:xfrm>
        </p:spPr>
        <p:txBody>
          <a:bodyPr/>
          <a:lstStyle/>
          <a:p>
            <a:endParaRPr lang="cs-CZ"/>
          </a:p>
        </p:txBody>
      </p:sp>
      <p:sp>
        <p:nvSpPr>
          <p:cNvPr id="13" name="Zástupný symbol obrázku 7">
            <a:extLst>
              <a:ext uri="{FF2B5EF4-FFF2-40B4-BE49-F238E27FC236}">
                <a16:creationId xmlns:a16="http://schemas.microsoft.com/office/drawing/2014/main" id="{FFC6CDFB-54AD-FC10-492E-D0931BD2D9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77723" y="2215662"/>
            <a:ext cx="2428993" cy="1878966"/>
          </a:xfrm>
        </p:spPr>
        <p:txBody>
          <a:bodyPr/>
          <a:lstStyle/>
          <a:p>
            <a:endParaRPr lang="cs-CZ"/>
          </a:p>
        </p:txBody>
      </p:sp>
      <p:sp>
        <p:nvSpPr>
          <p:cNvPr id="15" name="Zástupný symbol obrázku 7">
            <a:extLst>
              <a:ext uri="{FF2B5EF4-FFF2-40B4-BE49-F238E27FC236}">
                <a16:creationId xmlns:a16="http://schemas.microsoft.com/office/drawing/2014/main" id="{32839814-62AF-2979-37C7-4992C8D6E9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79816" y="2215662"/>
            <a:ext cx="2428993" cy="1878966"/>
          </a:xfrm>
        </p:spPr>
        <p:txBody>
          <a:bodyPr/>
          <a:lstStyle/>
          <a:p>
            <a:endParaRPr lang="cs-CZ"/>
          </a:p>
        </p:txBody>
      </p:sp>
      <p:sp>
        <p:nvSpPr>
          <p:cNvPr id="17" name="Zástupný symbol obrázku 7">
            <a:extLst>
              <a:ext uri="{FF2B5EF4-FFF2-40B4-BE49-F238E27FC236}">
                <a16:creationId xmlns:a16="http://schemas.microsoft.com/office/drawing/2014/main" id="{6563AB54-CE31-EE11-7C25-22BFEB0849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81908" y="2215662"/>
            <a:ext cx="2428993" cy="1878966"/>
          </a:xfrm>
        </p:spPr>
        <p:txBody>
          <a:bodyPr/>
          <a:lstStyle/>
          <a:p>
            <a:endParaRPr lang="cs-CZ"/>
          </a:p>
        </p:txBody>
      </p:sp>
      <p:sp>
        <p:nvSpPr>
          <p:cNvPr id="4" name="Zástupný text 8">
            <a:extLst>
              <a:ext uri="{FF2B5EF4-FFF2-40B4-BE49-F238E27FC236}">
                <a16:creationId xmlns:a16="http://schemas.microsoft.com/office/drawing/2014/main" id="{3F155FFF-35D5-B4D6-8671-E1360187A5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>
              <a:buNone/>
              <a:defRPr lang="cs-CZ" sz="2000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Font typeface="Wingdings" pitchFamily="2" charset="2"/>
              <a:buNone/>
            </a:pPr>
            <a:r>
              <a:rPr lang="cs-CZ" dirty="0"/>
              <a:t>Po kliknutí můžete upravovat styly textu v předloze.</a:t>
            </a:r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E7812EDD-8649-F4D5-7B51-E6CC2223D022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693600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CAD76A9F-6DA0-AC18-4A06-8DD0C0F56CAD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3484926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7FED81D5-414D-425B-67EE-DA335269451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6279400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2" name="Zástupný symbol pro obsah 2">
            <a:extLst>
              <a:ext uri="{FF2B5EF4-FFF2-40B4-BE49-F238E27FC236}">
                <a16:creationId xmlns:a16="http://schemas.microsoft.com/office/drawing/2014/main" id="{BD1F73CC-2087-3052-FC89-2B1E982B6210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9073875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9" name="Zástupný symbol pro číslo snímku 5">
            <a:extLst>
              <a:ext uri="{FF2B5EF4-FFF2-40B4-BE49-F238E27FC236}">
                <a16:creationId xmlns:a16="http://schemas.microsoft.com/office/drawing/2014/main" id="{6BCC6951-FCF3-7B03-5562-7840A02525D2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414388075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loupce s obrázky a po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symbol obrázku 7">
            <a:extLst>
              <a:ext uri="{FF2B5EF4-FFF2-40B4-BE49-F238E27FC236}">
                <a16:creationId xmlns:a16="http://schemas.microsoft.com/office/drawing/2014/main" id="{62BF156C-6399-DFD3-9F5E-24AE50EBC8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4000" y="1486968"/>
            <a:ext cx="2428993" cy="2607660"/>
          </a:xfrm>
        </p:spPr>
        <p:txBody>
          <a:bodyPr/>
          <a:lstStyle/>
          <a:p>
            <a:endParaRPr lang="cs-CZ"/>
          </a:p>
        </p:txBody>
      </p:sp>
      <p:sp>
        <p:nvSpPr>
          <p:cNvPr id="13" name="Zástupný symbol obrázku 7">
            <a:extLst>
              <a:ext uri="{FF2B5EF4-FFF2-40B4-BE49-F238E27FC236}">
                <a16:creationId xmlns:a16="http://schemas.microsoft.com/office/drawing/2014/main" id="{FFC6CDFB-54AD-FC10-492E-D0931BD2D9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77723" y="1486968"/>
            <a:ext cx="2428993" cy="2607660"/>
          </a:xfrm>
        </p:spPr>
        <p:txBody>
          <a:bodyPr/>
          <a:lstStyle/>
          <a:p>
            <a:endParaRPr lang="cs-CZ"/>
          </a:p>
        </p:txBody>
      </p:sp>
      <p:sp>
        <p:nvSpPr>
          <p:cNvPr id="15" name="Zástupný symbol obrázku 7">
            <a:extLst>
              <a:ext uri="{FF2B5EF4-FFF2-40B4-BE49-F238E27FC236}">
                <a16:creationId xmlns:a16="http://schemas.microsoft.com/office/drawing/2014/main" id="{32839814-62AF-2979-37C7-4992C8D6E9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79816" y="1486968"/>
            <a:ext cx="2428993" cy="2607660"/>
          </a:xfrm>
        </p:spPr>
        <p:txBody>
          <a:bodyPr/>
          <a:lstStyle/>
          <a:p>
            <a:endParaRPr lang="cs-CZ"/>
          </a:p>
        </p:txBody>
      </p:sp>
      <p:sp>
        <p:nvSpPr>
          <p:cNvPr id="17" name="Zástupný symbol obrázku 7">
            <a:extLst>
              <a:ext uri="{FF2B5EF4-FFF2-40B4-BE49-F238E27FC236}">
                <a16:creationId xmlns:a16="http://schemas.microsoft.com/office/drawing/2014/main" id="{6563AB54-CE31-EE11-7C25-22BFEB0849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81908" y="1486968"/>
            <a:ext cx="2428993" cy="2607660"/>
          </a:xfrm>
        </p:spPr>
        <p:txBody>
          <a:bodyPr/>
          <a:lstStyle/>
          <a:p>
            <a:endParaRPr lang="cs-CZ"/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E7812EDD-8649-F4D5-7B51-E6CC2223D022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693600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500"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CAD76A9F-6DA0-AC18-4A06-8DD0C0F56CAD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3484926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500"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7FED81D5-414D-425B-67EE-DA335269451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6279400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500"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2" name="Zástupný symbol pro obsah 2">
            <a:extLst>
              <a:ext uri="{FF2B5EF4-FFF2-40B4-BE49-F238E27FC236}">
                <a16:creationId xmlns:a16="http://schemas.microsoft.com/office/drawing/2014/main" id="{BD1F73CC-2087-3052-FC89-2B1E982B6210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9073875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500"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3" name="Zástupný symbol pro číslo snímku 5">
            <a:extLst>
              <a:ext uri="{FF2B5EF4-FFF2-40B4-BE49-F238E27FC236}">
                <a16:creationId xmlns:a16="http://schemas.microsoft.com/office/drawing/2014/main" id="{893E901C-6AA0-0F75-C9B1-BE19FABFC393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24166878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 gr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1620001" y="2165625"/>
            <a:ext cx="3516021" cy="3960537"/>
          </a:xfrm>
        </p:spPr>
        <p:txBody>
          <a:bodyPr/>
          <a:lstStyle>
            <a:lvl1pPr marL="0" indent="0">
              <a:spcAft>
                <a:spcPts val="1800"/>
              </a:spcAft>
              <a:buFont typeface="Wingdings" pitchFamily="2" charset="2"/>
              <a:buNone/>
              <a:defRPr b="0">
                <a:solidFill>
                  <a:schemeClr val="tx1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Char char="§"/>
              <a:defRPr/>
            </a:lvl2pPr>
            <a:lvl3pPr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cs-CZ" dirty="0"/>
              <a:t>Text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objekt grafu 7">
            <a:extLst>
              <a:ext uri="{FF2B5EF4-FFF2-40B4-BE49-F238E27FC236}">
                <a16:creationId xmlns:a16="http://schemas.microsoft.com/office/drawing/2014/main" id="{7C54CE2A-0CB4-8467-2966-0F4B4D0EA706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341121" y="1846262"/>
            <a:ext cx="6157278" cy="3383763"/>
          </a:xfrm>
        </p:spPr>
        <p:txBody>
          <a:bodyPr/>
          <a:lstStyle/>
          <a:p>
            <a:endParaRPr lang="cs-CZ"/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C3AB57E5-30E5-1721-7ABB-F3BD27E78527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36462144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nadpis, text a gr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1620001" y="2165625"/>
            <a:ext cx="3516021" cy="3960537"/>
          </a:xfrm>
        </p:spPr>
        <p:txBody>
          <a:bodyPr/>
          <a:lstStyle>
            <a:lvl1pPr marL="0" indent="0">
              <a:spcAft>
                <a:spcPts val="1800"/>
              </a:spcAft>
              <a:buFont typeface="Wingdings" pitchFamily="2" charset="2"/>
              <a:buNone/>
              <a:defRPr b="0">
                <a:solidFill>
                  <a:schemeClr val="tx1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Char char="§"/>
              <a:defRPr/>
            </a:lvl2pPr>
            <a:lvl3pPr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cs-CZ" dirty="0"/>
              <a:t>Text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objekt grafu 7">
            <a:extLst>
              <a:ext uri="{FF2B5EF4-FFF2-40B4-BE49-F238E27FC236}">
                <a16:creationId xmlns:a16="http://schemas.microsoft.com/office/drawing/2014/main" id="{7C54CE2A-0CB4-8467-2966-0F4B4D0EA706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341121" y="2165625"/>
            <a:ext cx="6157278" cy="3383763"/>
          </a:xfrm>
        </p:spPr>
        <p:txBody>
          <a:bodyPr/>
          <a:lstStyle/>
          <a:p>
            <a:endParaRPr lang="cs-CZ"/>
          </a:p>
        </p:txBody>
      </p:sp>
      <p:sp>
        <p:nvSpPr>
          <p:cNvPr id="4" name="Zástupný text 8">
            <a:extLst>
              <a:ext uri="{FF2B5EF4-FFF2-40B4-BE49-F238E27FC236}">
                <a16:creationId xmlns:a16="http://schemas.microsoft.com/office/drawing/2014/main" id="{4F692555-6195-4F09-FB48-4EF6E638FA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>
              <a:buNone/>
              <a:defRPr lang="cs-CZ" sz="2000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Font typeface="Wingdings" pitchFamily="2" charset="2"/>
              <a:buNone/>
            </a:pPr>
            <a:r>
              <a:rPr lang="cs-CZ" dirty="0"/>
              <a:t>Po kliknutí můžete upravovat styly textu v předloze.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880B733-56AF-86CD-D756-629084A16536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95265850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nadpis, text a tabul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4" name="Zástupný text 8">
            <a:extLst>
              <a:ext uri="{FF2B5EF4-FFF2-40B4-BE49-F238E27FC236}">
                <a16:creationId xmlns:a16="http://schemas.microsoft.com/office/drawing/2014/main" id="{88833E3E-D9C4-1B56-E700-3FE02CF54D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>
              <a:buNone/>
              <a:defRPr lang="cs-CZ" sz="2000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Font typeface="Wingdings" pitchFamily="2" charset="2"/>
              <a:buNone/>
            </a:pPr>
            <a:r>
              <a:rPr lang="cs-CZ" dirty="0"/>
              <a:t>Po kliknutí můžete upravovat styly textu v předloze.</a:t>
            </a:r>
          </a:p>
        </p:txBody>
      </p:sp>
      <p:sp>
        <p:nvSpPr>
          <p:cNvPr id="9" name="Zástupný symbol pro tabulku 8">
            <a:extLst>
              <a:ext uri="{FF2B5EF4-FFF2-40B4-BE49-F238E27FC236}">
                <a16:creationId xmlns:a16="http://schemas.microsoft.com/office/drawing/2014/main" id="{38C15361-4216-1F02-862E-96F0428B738D}"/>
              </a:ext>
            </a:extLst>
          </p:cNvPr>
          <p:cNvSpPr>
            <a:spLocks noGrp="1"/>
          </p:cNvSpPr>
          <p:nvPr>
            <p:ph type="tbl" sz="quarter" idx="21"/>
          </p:nvPr>
        </p:nvSpPr>
        <p:spPr>
          <a:xfrm>
            <a:off x="5400942" y="2213361"/>
            <a:ext cx="6097458" cy="2836476"/>
          </a:xfrm>
        </p:spPr>
        <p:txBody>
          <a:bodyPr/>
          <a:lstStyle/>
          <a:p>
            <a:endParaRPr lang="cs-CZ"/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1AA2B79E-EBDF-2530-1330-B70DF2E98A5F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1620000" y="2167003"/>
            <a:ext cx="3516021" cy="3915521"/>
          </a:xfrm>
        </p:spPr>
        <p:txBody>
          <a:bodyPr numCol="1" spcCol="360000">
            <a:normAutofit/>
          </a:bodyPr>
          <a:lstStyle>
            <a:lvl1pPr marL="288000" indent="-288000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Clr>
                <a:schemeClr val="accent1"/>
              </a:buClr>
              <a:buSzPct val="90000"/>
              <a:buFont typeface="Wingdings" pitchFamily="2" charset="2"/>
              <a:buChar char="§"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</a:t>
            </a:r>
          </a:p>
        </p:txBody>
      </p:sp>
      <p:sp>
        <p:nvSpPr>
          <p:cNvPr id="8" name="Zástupný symbol pro číslo snímku 5">
            <a:extLst>
              <a:ext uri="{FF2B5EF4-FFF2-40B4-BE49-F238E27FC236}">
                <a16:creationId xmlns:a16="http://schemas.microsoft.com/office/drawing/2014/main" id="{0CAAE527-231E-9248-0A0C-52E8BA0AF602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88600781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257312837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256387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Závěr a shrnut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60000"/>
            <a:ext cx="8964000" cy="3960000"/>
          </a:xfrm>
        </p:spPr>
        <p:txBody>
          <a:bodyPr numCol="2" spcCol="360000"/>
          <a:lstStyle>
            <a:lvl1pPr marL="0" indent="-504000">
              <a:lnSpc>
                <a:spcPct val="120000"/>
              </a:lnSpc>
              <a:spcAft>
                <a:spcPts val="1000"/>
              </a:spcAft>
              <a:buNone/>
              <a:defRPr sz="2000">
                <a:solidFill>
                  <a:schemeClr val="tx1"/>
                </a:solidFill>
              </a:defRPr>
            </a:lvl1pPr>
            <a:lvl2pPr marL="0"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marL="0" indent="0">
              <a:lnSpc>
                <a:spcPct val="120000"/>
              </a:lnSpc>
              <a:spcAft>
                <a:spcPts val="400"/>
              </a:spcAft>
              <a:buNone/>
              <a:defRPr/>
            </a:lvl3pPr>
            <a:lvl4pPr marL="0" indent="0">
              <a:lnSpc>
                <a:spcPct val="120000"/>
              </a:lnSpc>
              <a:spcAft>
                <a:spcPts val="400"/>
              </a:spcAft>
              <a:buNone/>
              <a:defRPr/>
            </a:lvl4pPr>
            <a:lvl5pPr marL="0" indent="0">
              <a:lnSpc>
                <a:spcPct val="120000"/>
              </a:lnSpc>
              <a:spcAft>
                <a:spcPts val="400"/>
              </a:spcAft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</p:txBody>
      </p:sp>
    </p:spTree>
    <p:extLst>
      <p:ext uri="{BB962C8B-B14F-4D97-AF65-F5344CB8AC3E}">
        <p14:creationId xmlns:p14="http://schemas.microsoft.com/office/powerpoint/2010/main" val="1898321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Závěr a poděkov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300000" y="2109600"/>
            <a:ext cx="5400000" cy="1916866"/>
          </a:xfrm>
        </p:spPr>
        <p:txBody>
          <a:bodyPr lIns="0" tIns="0" rIns="0" bIns="0" anchor="t"/>
          <a:lstStyle>
            <a:lvl1pPr algn="l">
              <a:lnSpc>
                <a:spcPct val="100000"/>
              </a:lnSpc>
              <a:defRPr sz="3700" b="1">
                <a:solidFill>
                  <a:schemeClr val="accent1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300000" y="4237200"/>
            <a:ext cx="5400000" cy="1968940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Kliknutím můžete upravit styl předlohy.</a:t>
            </a:r>
          </a:p>
        </p:txBody>
      </p:sp>
      <p:pic>
        <p:nvPicPr>
          <p:cNvPr id="5" name="Grafický objekt 4">
            <a:extLst>
              <a:ext uri="{FF2B5EF4-FFF2-40B4-BE49-F238E27FC236}">
                <a16:creationId xmlns:a16="http://schemas.microsoft.com/office/drawing/2014/main" id="{A8F823BE-0289-3AD8-2460-7235697BE4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00" y="641675"/>
            <a:ext cx="2733677" cy="15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973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02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4532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image" Target="../media/image2.png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4.xml"/><Relationship Id="rId18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67.xml"/><Relationship Id="rId3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62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8.xml"/><Relationship Id="rId25" Type="http://schemas.openxmlformats.org/officeDocument/2006/relationships/slideLayout" Target="../slideLayouts/slideLayout66.xml"/><Relationship Id="rId2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61.xml"/><Relationship Id="rId29" Type="http://schemas.openxmlformats.org/officeDocument/2006/relationships/slideLayout" Target="../slideLayouts/slideLayout70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24" Type="http://schemas.openxmlformats.org/officeDocument/2006/relationships/slideLayout" Target="../slideLayouts/slideLayout65.xml"/><Relationship Id="rId5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56.xml"/><Relationship Id="rId23" Type="http://schemas.openxmlformats.org/officeDocument/2006/relationships/slideLayout" Target="../slideLayouts/slideLayout64.xml"/><Relationship Id="rId28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51.xml"/><Relationship Id="rId19" Type="http://schemas.openxmlformats.org/officeDocument/2006/relationships/slideLayout" Target="../slideLayouts/slideLayout60.xml"/><Relationship Id="rId31" Type="http://schemas.openxmlformats.org/officeDocument/2006/relationships/image" Target="../media/image2.png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5.xml"/><Relationship Id="rId22" Type="http://schemas.openxmlformats.org/officeDocument/2006/relationships/slideLayout" Target="../slideLayouts/slideLayout63.xml"/><Relationship Id="rId27" Type="http://schemas.openxmlformats.org/officeDocument/2006/relationships/slideLayout" Target="../slideLayouts/slideLayout68.xml"/><Relationship Id="rId30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6EB83-090E-473B-B959-92A4B5275361}" type="datetimeFigureOut">
              <a:rPr lang="cs-CZ" smtClean="0"/>
              <a:pPr/>
              <a:t>22.07.2026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90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684000" y="1825625"/>
            <a:ext cx="99000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755200" y="630000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F5A12E-3DFE-4C3E-9036-7893F29C52C1}" type="slidenum">
              <a:rPr lang="cs-CZ" smtClean="0"/>
              <a:pPr/>
              <a:t>‹#›</a:t>
            </a:fld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5CE70BBC-B115-131D-2941-69C0C2A943A9}"/>
              </a:ext>
            </a:extLst>
          </p:cNvPr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11094914" y="1651"/>
            <a:ext cx="453600" cy="100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117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  <p:sldLayoutId id="2147483703" r:id="rId19"/>
    <p:sldLayoutId id="2147483704" r:id="rId20"/>
    <p:sldLayoutId id="2147483705" r:id="rId21"/>
    <p:sldLayoutId id="2147483706" r:id="rId22"/>
    <p:sldLayoutId id="2147483707" r:id="rId23"/>
    <p:sldLayoutId id="2147483708" r:id="rId24"/>
    <p:sldLayoutId id="2147483709" r:id="rId25"/>
    <p:sldLayoutId id="2147483710" r:id="rId26"/>
    <p:sldLayoutId id="2147483711" r:id="rId27"/>
    <p:sldLayoutId id="2147483712" r:id="rId28"/>
    <p:sldLayoutId id="2147483713" r:id="rId29"/>
    <p:sldLayoutId id="2147483746" r:id="rId3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88000" indent="-288000" algn="l" defTabSz="914400" rtl="0" eaLnBrk="1" latinLnBrk="0" hangingPunct="1">
        <a:lnSpc>
          <a:spcPct val="100000"/>
        </a:lnSpc>
        <a:spcBef>
          <a:spcPts val="1000"/>
        </a:spcBef>
        <a:spcAft>
          <a:spcPts val="1000"/>
        </a:spcAft>
        <a:buFont typeface="Wingdings" pitchFamily="2" charset="2"/>
        <a:buChar char="§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04000" indent="-2160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Wingdings" pitchFamily="2" charset="2"/>
        <a:buChar char="§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04000" indent="-2160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Wingdings" pitchFamily="2" charset="2"/>
        <a:buChar char="§"/>
        <a:defRPr sz="1500" kern="1200">
          <a:solidFill>
            <a:schemeClr val="accent3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504000" indent="-2160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Wingdings" pitchFamily="2" charset="2"/>
        <a:buChar char="§"/>
        <a:defRPr sz="1200" kern="1200">
          <a:solidFill>
            <a:schemeClr val="accent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504000" indent="-2160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Wingdings" pitchFamily="2" charset="2"/>
        <a:buChar char="§"/>
        <a:defRPr sz="1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3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1677971" y="2160000"/>
            <a:ext cx="8906029" cy="407806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755200" y="630000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F5A12E-3DFE-4C3E-9036-7893F29C52C1}" type="slidenum">
              <a:rPr lang="cs-CZ" smtClean="0"/>
              <a:pPr/>
              <a:t>‹#›</a:t>
            </a:fld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60A29A96-A469-4350-B155-21439378B4C4}"/>
              </a:ext>
            </a:extLst>
          </p:cNvPr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11094914" y="1651"/>
            <a:ext cx="453600" cy="100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678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  <p:sldLayoutId id="2147483732" r:id="rId18"/>
    <p:sldLayoutId id="2147483733" r:id="rId19"/>
    <p:sldLayoutId id="2147483734" r:id="rId20"/>
    <p:sldLayoutId id="2147483735" r:id="rId21"/>
    <p:sldLayoutId id="2147483736" r:id="rId22"/>
    <p:sldLayoutId id="2147483737" r:id="rId23"/>
    <p:sldLayoutId id="2147483738" r:id="rId24"/>
    <p:sldLayoutId id="2147483739" r:id="rId25"/>
    <p:sldLayoutId id="2147483740" r:id="rId26"/>
    <p:sldLayoutId id="2147483741" r:id="rId27"/>
    <p:sldLayoutId id="2147483742" r:id="rId28"/>
    <p:sldLayoutId id="2147483743" r:id="rId2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88000" indent="-2880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accent1"/>
        </a:buClr>
        <a:buFont typeface="Wingdings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04000" indent="-216000" algn="l" defTabSz="914400" rtl="0" eaLnBrk="1" latinLnBrk="0" hangingPunct="1">
        <a:lnSpc>
          <a:spcPct val="120000"/>
        </a:lnSpc>
        <a:spcBef>
          <a:spcPts val="0"/>
        </a:spcBef>
        <a:spcAft>
          <a:spcPts val="1000"/>
        </a:spcAft>
        <a:buFont typeface="Wingdings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04000" indent="-216000" algn="l" defTabSz="914400" rtl="0" eaLnBrk="1" latinLnBrk="0" hangingPunct="1">
        <a:lnSpc>
          <a:spcPct val="120000"/>
        </a:lnSpc>
        <a:spcBef>
          <a:spcPts val="0"/>
        </a:spcBef>
        <a:spcAft>
          <a:spcPts val="1000"/>
        </a:spcAft>
        <a:buFont typeface="Wingdings" pitchFamily="2" charset="2"/>
        <a:buChar char="§"/>
        <a:defRPr sz="1500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504000" indent="-216000" algn="l" defTabSz="914400" rtl="0" eaLnBrk="1" latinLnBrk="0" hangingPunct="1">
        <a:lnSpc>
          <a:spcPct val="120000"/>
        </a:lnSpc>
        <a:spcBef>
          <a:spcPts val="0"/>
        </a:spcBef>
        <a:spcAft>
          <a:spcPts val="1000"/>
        </a:spcAft>
        <a:buFont typeface="Wingdings" pitchFamily="2" charset="2"/>
        <a:buChar char="§"/>
        <a:defRPr sz="12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504000" indent="-216000" algn="l" defTabSz="914400" rtl="0" eaLnBrk="1" latinLnBrk="0" hangingPunct="1">
        <a:lnSpc>
          <a:spcPct val="120000"/>
        </a:lnSpc>
        <a:spcBef>
          <a:spcPts val="0"/>
        </a:spcBef>
        <a:spcAft>
          <a:spcPts val="1000"/>
        </a:spcAft>
        <a:buFont typeface="Wingdings" pitchFamily="2" charset="2"/>
        <a:buChar char="§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40">
          <p15:clr>
            <a:srgbClr val="F26B43"/>
          </p15:clr>
        </p15:guide>
        <p15:guide id="2" pos="415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3897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igitalnicesko.gov.cz/ke-stazeni" TargetMode="External"/><Relationship Id="rId1" Type="http://schemas.openxmlformats.org/officeDocument/2006/relationships/slideLayout" Target="../slideLayouts/slideLayout5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.gov.cz/uvod_schvalovani?do=diff&amp;rev2%5B0%5D=1776246157&amp;rev2%5B1%5D=1781080645&amp;difftype=sidebyside" TargetMode="External"/><Relationship Id="rId2" Type="http://schemas.openxmlformats.org/officeDocument/2006/relationships/hyperlink" Target="https://archi.gov.cz/slovnik_egov" TargetMode="External"/><Relationship Id="rId1" Type="http://schemas.openxmlformats.org/officeDocument/2006/relationships/slideLayout" Target="../slideLayouts/slideLayout50.xml"/><Relationship Id="rId5" Type="http://schemas.openxmlformats.org/officeDocument/2006/relationships/hyperlink" Target="https://archi.gov.cz/nap:kontext?do=diff&amp;rev2%5B0%5D=1769768678&amp;rev2%5B1%5D=1783668310&amp;difftype=sidebyside" TargetMode="External"/><Relationship Id="rId4" Type="http://schemas.openxmlformats.org/officeDocument/2006/relationships/hyperlink" Target="https://archi.gov.cz/nap:reza?do=diff&amp;rev2%5B0%5D=1771577378&amp;rev2%5B1%5D=1782391046&amp;difftype=sidebyside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432857" y="5620012"/>
            <a:ext cx="8533612" cy="954107"/>
          </a:xfrm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2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sekce Hlavního architekta eGovernmentu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2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Digitální a informační agentura</a:t>
            </a:r>
          </a:p>
        </p:txBody>
      </p:sp>
      <p:sp>
        <p:nvSpPr>
          <p:cNvPr id="5" name="Obdélník 4"/>
          <p:cNvSpPr/>
          <p:nvPr/>
        </p:nvSpPr>
        <p:spPr>
          <a:xfrm>
            <a:off x="1271464" y="1352262"/>
            <a:ext cx="9649072" cy="280076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54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Zasedání</a:t>
            </a:r>
            <a:r>
              <a:rPr kumimoji="0" lang="cs-CZ" sz="5400" b="1" i="0" u="none" strike="noStrike" kern="1200" cap="none" spc="0" normalizeH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Výboru pro architekturu a řízení ICT</a:t>
            </a: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32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lang="cs-CZ" sz="32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zasedání č. 3/2026 dne 20. 7. 2026</a:t>
            </a:r>
            <a:endParaRPr lang="cs-CZ" sz="2800" b="1" dirty="0">
              <a:ln>
                <a:solidFill>
                  <a:schemeClr val="bg1"/>
                </a:soli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693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B79E1-FFC6-F7C1-7E11-2EA1FEE0B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07A24ED-FC76-4EA3-B392-6ADF17DD1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Agenda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DC5CCBA-57DB-F0C3-A919-DBAF6586F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cs-CZ" sz="2400" b="1" noProof="0" dirty="0"/>
              <a:t>Technický úvod, pravidla videokonference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cs-CZ" sz="2400" b="1" noProof="0" dirty="0"/>
              <a:t>Hlavní program </a:t>
            </a:r>
          </a:p>
          <a:p>
            <a:pPr marL="745200" lvl="1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2400" b="1" dirty="0"/>
              <a:t>Výstup z jednání grémia a </a:t>
            </a:r>
            <a:r>
              <a:rPr lang="cs-CZ" sz="2400" b="1" dirty="0" err="1"/>
              <a:t>plenáru</a:t>
            </a:r>
            <a:r>
              <a:rPr lang="cs-CZ" sz="2400" b="1" dirty="0"/>
              <a:t> RVIS - Digitální a informační agentura</a:t>
            </a:r>
          </a:p>
          <a:p>
            <a:pPr marL="745200" lvl="1" indent="-457200">
              <a:buFont typeface="Arial" panose="020B0604020202020204" pitchFamily="34" charset="0"/>
              <a:buChar char="•"/>
            </a:pPr>
            <a:r>
              <a:rPr lang="cs-CZ" sz="2400" b="1" dirty="0"/>
              <a:t>Informace z pracovních skupin výboru - Digitální a informační agentura</a:t>
            </a:r>
          </a:p>
          <a:p>
            <a:pPr marL="745200" lvl="1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2400" b="1" dirty="0"/>
              <a:t>Změny v Národní architektuře eGovernmentu – Digitální a informační agentura</a:t>
            </a:r>
          </a:p>
          <a:p>
            <a:pPr marL="745200" lvl="1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2400" b="1" dirty="0"/>
              <a:t>Informace o plnění principu "pouze jednou"  - Digitální a informační agentura</a:t>
            </a:r>
          </a:p>
          <a:p>
            <a:pPr marL="745200" lvl="1" indent="-457200">
              <a:buFont typeface="Arial" panose="020B0604020202020204" pitchFamily="34" charset="0"/>
              <a:buChar char="•"/>
            </a:pPr>
            <a:r>
              <a:rPr lang="cs-CZ" sz="2400" b="1" dirty="0"/>
              <a:t>Změnové požadavky - Digitální a informační agentura</a:t>
            </a:r>
          </a:p>
          <a:p>
            <a:pPr marL="745200" lvl="1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2400" b="1" dirty="0"/>
              <a:t>Sdílená platební brána - Digitální a informační agentura</a:t>
            </a:r>
          </a:p>
          <a:p>
            <a:pPr marL="745200" lvl="1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2400" b="1" dirty="0"/>
              <a:t>Katalog AI a KPI – Digitální a informační agentura</a:t>
            </a:r>
          </a:p>
          <a:p>
            <a:pPr marL="745200" lvl="1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2400" b="1" dirty="0"/>
              <a:t>AI </a:t>
            </a:r>
            <a:r>
              <a:rPr lang="cs-CZ" sz="2400" b="1" dirty="0" err="1"/>
              <a:t>patterny</a:t>
            </a:r>
            <a:r>
              <a:rPr lang="cs-CZ" sz="2400" b="1" dirty="0"/>
              <a:t> pro veřejnou správu - Digitální a informační agentura</a:t>
            </a:r>
          </a:p>
          <a:p>
            <a:pPr marL="745200" lvl="1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2400" b="1" dirty="0"/>
              <a:t>Národní standard formátů pro archivaci - Národní archiv</a:t>
            </a:r>
            <a:endParaRPr lang="cs-CZ" sz="2400" b="1" noProof="0" dirty="0"/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cs-CZ" sz="2400" b="1" noProof="0" dirty="0"/>
              <a:t>Poznámky a nejasnosti členů pracovní skupiny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cs-CZ" sz="2400" b="1" noProof="0" dirty="0"/>
              <a:t>Závěr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7A617E99-ECD4-9E55-3ACB-157DD6331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1F385E-1634-DB44-B85F-E63591247372}" type="slidenum">
              <a:rPr kumimoji="0" lang="cs-CZ" sz="1000" b="0" i="0" u="none" strike="noStrike" kern="1200" cap="none" spc="0" normalizeH="0" baseline="0" noProof="0" smtClean="0">
                <a:ln>
                  <a:noFill/>
                </a:ln>
                <a:solidFill>
                  <a:srgbClr val="36853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cs-CZ" sz="1000" b="0" i="0" u="none" strike="noStrike" kern="1200" cap="none" spc="0" normalizeH="0" baseline="0" noProof="0" dirty="0">
              <a:ln>
                <a:noFill/>
              </a:ln>
              <a:solidFill>
                <a:srgbClr val="368537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888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9590364-6213-8E92-FCFD-970EDD567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Technický úvod, pravidla videokonference 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731CA22E-DC82-1C60-D6B9-64A57BC874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43492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FBEF78-4BA8-C6B4-7C8F-7469D682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Výstup z jednání grémia a </a:t>
            </a:r>
            <a:r>
              <a:rPr lang="cs-CZ" dirty="0" err="1"/>
              <a:t>plenáru</a:t>
            </a:r>
            <a:r>
              <a:rPr lang="cs-CZ" dirty="0"/>
              <a:t> RVIS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107A1D4-07C3-F62D-602B-6A3C68176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67420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DA18B-B619-7903-831A-C1ED1E46C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64DEAB0-A2B2-6044-F7DB-2DBB3C686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3200" dirty="0"/>
              <a:t>Výstup z jednání grémia a </a:t>
            </a:r>
            <a:r>
              <a:rPr lang="cs-CZ" sz="3200" dirty="0" err="1"/>
              <a:t>plenáru</a:t>
            </a:r>
            <a:r>
              <a:rPr lang="cs-CZ" sz="3200" dirty="0"/>
              <a:t> RVIS</a:t>
            </a:r>
            <a:endParaRPr lang="cs-CZ" sz="3200" noProof="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1F02B63-8948-83FD-86DC-E7C018684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2400" dirty="0"/>
              <a:t>Grémium nebylo</a:t>
            </a: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cs-CZ" sz="2400" dirty="0"/>
              <a:t>Plenární zasedání 29.6.:</a:t>
            </a:r>
          </a:p>
          <a:p>
            <a:pPr marL="486900" lvl="1" indent="-342900">
              <a:buFont typeface="Arial" panose="020B0604020202020204" pitchFamily="34" charset="0"/>
              <a:buChar char="•"/>
            </a:pPr>
            <a:r>
              <a:rPr lang="cs-CZ" sz="2200" dirty="0"/>
              <a:t>Změna struktury RVIS viz pracovní skupiny</a:t>
            </a:r>
          </a:p>
          <a:p>
            <a:pPr marL="486900" lvl="1" indent="-342900">
              <a:buFont typeface="Arial" panose="020B0604020202020204" pitchFamily="34" charset="0"/>
              <a:buChar char="•"/>
            </a:pPr>
            <a:r>
              <a:rPr lang="cs-CZ" sz="2200" dirty="0"/>
              <a:t>Zprávy o plnění činnosti výborů</a:t>
            </a:r>
          </a:p>
          <a:p>
            <a:pPr marL="486900" lvl="1" indent="-342900">
              <a:buFont typeface="Arial" panose="020B0604020202020204" pitchFamily="34" charset="0"/>
              <a:buChar char="•"/>
            </a:pPr>
            <a:r>
              <a:rPr lang="cs-CZ" sz="2200" dirty="0"/>
              <a:t>Zpráva o plnění </a:t>
            </a:r>
            <a:r>
              <a:rPr lang="cs-CZ" sz="2200" dirty="0" err="1"/>
              <a:t>dig</a:t>
            </a:r>
            <a:r>
              <a:rPr lang="cs-CZ" sz="2200" dirty="0"/>
              <a:t>. Dekády (zlepšení KPI vůči EU)</a:t>
            </a:r>
          </a:p>
          <a:p>
            <a:pPr marL="486900" lvl="1" indent="-342900">
              <a:buFont typeface="Arial" panose="020B0604020202020204" pitchFamily="34" charset="0"/>
              <a:buChar char="•"/>
            </a:pPr>
            <a:r>
              <a:rPr lang="cs-CZ" sz="2200" dirty="0"/>
              <a:t>Iniciativa AI na úřad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400" dirty="0">
                <a:hlinkClick r:id="rId2"/>
              </a:rPr>
              <a:t>https://digitalnicesko.gov.cz/ke-stazeni</a:t>
            </a:r>
            <a:r>
              <a:rPr lang="cs-CZ" sz="2400" dirty="0"/>
              <a:t> </a:t>
            </a:r>
          </a:p>
          <a:p>
            <a:pPr marL="6309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cs-CZ" sz="2400" dirty="0"/>
          </a:p>
          <a:p>
            <a:pPr marL="6309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cs-CZ" sz="2400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498C7AAE-2C64-1B8D-C3E9-ADFE1BCC6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1F385E-1634-DB44-B85F-E63591247372}" type="slidenum">
              <a:rPr kumimoji="0" lang="cs-CZ" sz="1000" b="0" i="0" u="none" strike="noStrike" kern="1200" cap="none" spc="0" normalizeH="0" baseline="0" noProof="0" smtClean="0">
                <a:ln>
                  <a:noFill/>
                </a:ln>
                <a:solidFill>
                  <a:srgbClr val="36853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cs-CZ" sz="1000" b="0" i="0" u="none" strike="noStrike" kern="1200" cap="none" spc="0" normalizeH="0" baseline="0" noProof="0" dirty="0">
              <a:ln>
                <a:noFill/>
              </a:ln>
              <a:solidFill>
                <a:srgbClr val="368537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9155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29BFA-EF3E-DE1B-3BED-1C0081F52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0025E5F-002C-6DDE-975A-5A4B58ED7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/>
              <a:t>Usnesení č. 1/3/2026</a:t>
            </a:r>
            <a:br>
              <a:rPr lang="cs-CZ" dirty="0"/>
            </a:br>
            <a:br>
              <a:rPr lang="cs-CZ" dirty="0"/>
            </a:br>
            <a:br>
              <a:rPr lang="cs-CZ" dirty="0"/>
            </a:br>
            <a:r>
              <a:rPr lang="cs-CZ" dirty="0"/>
              <a:t>Výbor bere na vědomí informace z posledního jednání grémia a </a:t>
            </a:r>
            <a:r>
              <a:rPr lang="cs-CZ" dirty="0" err="1"/>
              <a:t>plenáru</a:t>
            </a:r>
            <a:r>
              <a:rPr lang="cs-CZ" dirty="0"/>
              <a:t> RVIS</a:t>
            </a:r>
            <a:br>
              <a:rPr lang="cs-CZ" dirty="0"/>
            </a:br>
            <a:br>
              <a:rPr lang="cs-CZ" dirty="0"/>
            </a:b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12290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6D852-F508-AF28-4B8B-806B965DB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4BCE16C-C212-2143-B14F-B4AAE76CD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Informace z pracovních skupin výboru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5C4B9CC-BF13-414A-DB2D-19C1DFD7C0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91034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5B70B0-F68F-FF2A-0289-1253D2C09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Informace z pracovních skupin výboru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9213A82-C3E0-6BC5-7664-62DFEC57E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195" y="1347537"/>
            <a:ext cx="11105147" cy="4772463"/>
          </a:xfrm>
        </p:spPr>
        <p:txBody>
          <a:bodyPr numCol="1"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b="1" dirty="0"/>
              <a:t>Pracovní skupina pro cloud </a:t>
            </a:r>
            <a:r>
              <a:rPr lang="cs-CZ" b="1" dirty="0" err="1"/>
              <a:t>computing</a:t>
            </a:r>
            <a:r>
              <a:rPr lang="cs-CZ" b="1" dirty="0"/>
              <a:t> (Helena Ulrychová)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dirty="0"/>
              <a:t>Pracovní skupina má 3 týmy (Odstranění překážek a akcelerace využití </a:t>
            </a:r>
            <a:r>
              <a:rPr lang="cs-CZ" dirty="0" err="1"/>
              <a:t>KeGC</a:t>
            </a:r>
            <a:r>
              <a:rPr lang="cs-CZ" dirty="0"/>
              <a:t>, Metodické vedení OVS a poskytovatelů v oblasti </a:t>
            </a:r>
            <a:r>
              <a:rPr lang="cs-CZ" dirty="0" err="1"/>
              <a:t>eGC</a:t>
            </a:r>
            <a:r>
              <a:rPr lang="cs-CZ" dirty="0"/>
              <a:t>, Harmonizace evropských a národních politik v oblasti CC)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dirty="0"/>
              <a:t>Poslední 14. jednání proběhlo 11. 6. 2026, probíralo se mj. připojení </a:t>
            </a:r>
            <a:r>
              <a:rPr lang="cs-CZ" dirty="0" err="1"/>
              <a:t>SaaS</a:t>
            </a:r>
            <a:r>
              <a:rPr lang="cs-CZ" dirty="0"/>
              <a:t> do CMS, nařízení CADA nebo kapacitní plánování státního cloudu.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dirty="0"/>
              <a:t>Další jednání je naplánováno na 24. 9. 2026.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b="1" dirty="0"/>
              <a:t>Pracovní skupina digitálních zmocněnců (Marek Pur)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dirty="0"/>
              <a:t>Schůzka na přelomu prázdnin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b="1" dirty="0"/>
              <a:t>Pracovní skupina pro IK ČR a navazující dokumenty (Václav Trejdl)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dirty="0"/>
              <a:t>Nastavit rozumný model dalšího fungování, definovat konkrétní plán činností a sestavit tým, který se bude na aktualizaci IKČR podílet. Již máme navrženou základní sestavu členů, čeká se na potvrzení pokračování stávajících členů.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b="1" dirty="0"/>
              <a:t>Pracovní skupina pro měření kvality a efektivity  (Petra Sedláčková)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dirty="0"/>
              <a:t>Bez informace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b="1" dirty="0"/>
              <a:t>Pracovní skupina pro </a:t>
            </a:r>
            <a:r>
              <a:rPr lang="cs-CZ" b="1" dirty="0" err="1"/>
              <a:t>Spatial</a:t>
            </a:r>
            <a:r>
              <a:rPr lang="cs-CZ" b="1" dirty="0"/>
              <a:t> Data </a:t>
            </a:r>
            <a:r>
              <a:rPr lang="cs-CZ" b="1" dirty="0" err="1"/>
              <a:t>Infrastructure</a:t>
            </a:r>
            <a:r>
              <a:rPr lang="cs-CZ" b="1" dirty="0"/>
              <a:t> (Jana Hojsáková)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dirty="0"/>
              <a:t>cíl je zajistit systematickou koordinaci rozvoje Národní infrastruktury pro prostorové informace v České republice a připravit nový strategický rámec v této oblasti</a:t>
            </a:r>
            <a:endParaRPr lang="cs-CZ" sz="22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cs-CZ" dirty="0"/>
              <a:t>Součástí činnosti je také projednávání koncepčních materiálů, vyhodnocování připomínek, příprava podkladů pro RVIS a koordinace mezi jednotlivými resorty</a:t>
            </a:r>
          </a:p>
        </p:txBody>
      </p:sp>
    </p:spTree>
    <p:extLst>
      <p:ext uri="{BB962C8B-B14F-4D97-AF65-F5344CB8AC3E}">
        <p14:creationId xmlns:p14="http://schemas.microsoft.com/office/powerpoint/2010/main" val="178001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B3918-7035-6CF3-CF76-8C2DF6991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A0F2498-4A48-75E9-C7CD-EC72251EE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/>
              <a:t>Usnesení č. 2/3/2026</a:t>
            </a:r>
            <a:br>
              <a:rPr lang="cs-CZ" dirty="0"/>
            </a:br>
            <a:br>
              <a:rPr lang="cs-CZ" dirty="0"/>
            </a:br>
            <a:br>
              <a:rPr lang="cs-CZ" dirty="0"/>
            </a:br>
            <a:r>
              <a:rPr lang="cs-CZ" dirty="0"/>
              <a:t>Výbor bere na vědomí informace pracovních skupin Výboru</a:t>
            </a:r>
            <a:br>
              <a:rPr lang="cs-CZ" dirty="0"/>
            </a:br>
            <a:br>
              <a:rPr lang="cs-CZ" dirty="0"/>
            </a:b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1548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A60E9-3702-EA25-FECC-0E96B106C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139E0F9-5F52-5BEE-FD0E-A8D07090B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Změny v Národní architektuře eGovernmentu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210B7E8-88A0-9188-CC8D-08F8D429D5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1918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D68EE-81CA-C834-77B7-A1258700F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17A6C11-42CE-F8C2-B8AA-3281D596A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3200" dirty="0"/>
              <a:t>Změny v Národní architektuře eGovernmentu</a:t>
            </a:r>
            <a:endParaRPr lang="cs-CZ" sz="3200" noProof="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F135D5A-1C30-03D7-BD46-D7AE2415B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cs-CZ" sz="2400" dirty="0"/>
              <a:t>Viz také https://archi.gov.cz/vyhledavani:changelog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400" dirty="0"/>
              <a:t>Slovník pojmů eGovernmentu </a:t>
            </a:r>
            <a:r>
              <a:rPr lang="cs-CZ" sz="2400" dirty="0">
                <a:hlinkClick r:id="rId2"/>
              </a:rPr>
              <a:t>https://archi.gov.cz/slovnik_egov</a:t>
            </a:r>
            <a:r>
              <a:rPr lang="cs-CZ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400" dirty="0"/>
              <a:t>Schvalování projektů (ISDŘ) </a:t>
            </a:r>
            <a:r>
              <a:rPr lang="cs-CZ" sz="2400" dirty="0">
                <a:hlinkClick r:id="rId3"/>
              </a:rPr>
              <a:t>https://archi.gov.cz/uvod_schvalovani?do=diff&amp;rev2%5B0%5D=1776246157&amp;rev2%5B1%5D=1781080645&amp;difftype=sidebyside</a:t>
            </a:r>
            <a:r>
              <a:rPr lang="cs-CZ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400" dirty="0"/>
              <a:t>Využívání </a:t>
            </a:r>
            <a:r>
              <a:rPr lang="cs-CZ" sz="2400" dirty="0" err="1"/>
              <a:t>ReZa</a:t>
            </a:r>
            <a:r>
              <a:rPr lang="cs-CZ" sz="2400" dirty="0"/>
              <a:t> </a:t>
            </a:r>
            <a:r>
              <a:rPr lang="cs-CZ" sz="2400" dirty="0">
                <a:hlinkClick r:id="rId4"/>
              </a:rPr>
              <a:t>https://archi.gov.cz/nap:reza?do=diff&amp;rev2%5B0%5D=1771577378&amp;rev2%5B1%5D=1782391046&amp;difftype=sidebyside</a:t>
            </a:r>
            <a:r>
              <a:rPr lang="cs-CZ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400" dirty="0"/>
              <a:t>Kontexty ISSS </a:t>
            </a:r>
            <a:r>
              <a:rPr lang="cs-CZ" sz="2400" dirty="0">
                <a:hlinkClick r:id="rId5"/>
              </a:rPr>
              <a:t>https://archi.gov.cz/nap:kontext?do=diff&amp;rev2%5B0%5D=1769768678&amp;rev2%5B1%5D=1783668310&amp;difftype=sidebyside</a:t>
            </a:r>
            <a:r>
              <a:rPr lang="cs-CZ" sz="2400" dirty="0"/>
              <a:t>  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57678EB6-7DC6-7929-4881-2A52372CB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1F385E-1634-DB44-B85F-E63591247372}" type="slidenum">
              <a:rPr kumimoji="0" lang="cs-CZ" sz="1000" b="0" i="0" u="none" strike="noStrike" kern="1200" cap="none" spc="0" normalizeH="0" baseline="0" noProof="0" smtClean="0">
                <a:ln>
                  <a:noFill/>
                </a:ln>
                <a:solidFill>
                  <a:srgbClr val="36853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cs-CZ" sz="1000" b="0" i="0" u="none" strike="noStrike" kern="1200" cap="none" spc="0" normalizeH="0" baseline="0" noProof="0" dirty="0">
              <a:ln>
                <a:noFill/>
              </a:ln>
              <a:solidFill>
                <a:srgbClr val="368537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493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008544A-6A99-25FF-2C4E-CF5F42DC5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2610156"/>
          </a:xfrm>
        </p:spPr>
        <p:txBody>
          <a:bodyPr>
            <a:normAutofit fontScale="90000"/>
          </a:bodyPr>
          <a:lstStyle/>
          <a:p>
            <a:r>
              <a:rPr lang="cs-CZ" dirty="0"/>
              <a:t>Usnesení č. 3/3/2026</a:t>
            </a:r>
            <a:br>
              <a:rPr lang="cs-CZ" dirty="0"/>
            </a:br>
            <a:br>
              <a:rPr lang="cs-CZ" dirty="0"/>
            </a:br>
            <a:br>
              <a:rPr lang="cs-CZ" dirty="0"/>
            </a:br>
            <a:r>
              <a:rPr lang="cs-CZ" dirty="0"/>
              <a:t>Výbor schvaluje změny v Národní architektuře eGovernmentu</a:t>
            </a:r>
            <a:br>
              <a:rPr lang="cs-CZ" dirty="0"/>
            </a:br>
            <a:br>
              <a:rPr lang="cs-CZ" dirty="0"/>
            </a:b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04123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4E72D4-A871-3907-CD1C-163B701F1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Informace o plnění principu „pouze jednou“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9884B21-7502-65F3-EEC8-6F831931B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26938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E04F4-EB80-472C-64B0-BF57B8C8C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F41058E-60D5-4CD0-08DA-142DB7505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Pouze jednou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02976C6-C560-3882-BA9B-4641E22C6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163" y="1437775"/>
            <a:ext cx="9759837" cy="464475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cs-CZ" b="1" dirty="0"/>
              <a:t>Schválení výjimek pro systémy ISCC, ISDŘ a UDHPSH</a:t>
            </a:r>
          </a:p>
          <a:p>
            <a:r>
              <a:rPr lang="cs-CZ" dirty="0"/>
              <a:t>Všechny systémy splňují kritéria pro udělení. Finální schválení je na grémiu.</a:t>
            </a:r>
          </a:p>
          <a:p>
            <a:endParaRPr lang="cs-CZ" sz="1300" dirty="0"/>
          </a:p>
          <a:p>
            <a:pPr marL="0" indent="0">
              <a:buNone/>
            </a:pPr>
            <a:r>
              <a:rPr lang="cs-CZ" b="1" dirty="0"/>
              <a:t>Nadále existuje jen 47 AIS, které publikují své údaje na ISSS</a:t>
            </a:r>
          </a:p>
          <a:p>
            <a:r>
              <a:rPr lang="cs-CZ" dirty="0"/>
              <a:t>87 kontextů, 293 datových obsahů</a:t>
            </a:r>
          </a:p>
          <a:p>
            <a:endParaRPr lang="cs-CZ" sz="1300" dirty="0"/>
          </a:p>
          <a:p>
            <a:pPr marL="0" indent="0">
              <a:buNone/>
            </a:pPr>
            <a:r>
              <a:rPr lang="cs-CZ" b="1" dirty="0"/>
              <a:t>MV pro digitalizaci agendy státního občanství vytvořilo poptávku na data na referenčním rozhraní</a:t>
            </a:r>
          </a:p>
          <a:p>
            <a:r>
              <a:rPr lang="cs-CZ" dirty="0"/>
              <a:t>Týká se: zdravotnictví, spravedlnost, práce a sociální věci, finance včetně celní správy</a:t>
            </a:r>
          </a:p>
          <a:p>
            <a:pPr marL="0" indent="0">
              <a:buNone/>
            </a:pPr>
            <a:r>
              <a:rPr lang="cs-CZ" b="1" dirty="0"/>
              <a:t>Nezapomínejte, že data nesdílíte jen pro potřeby výkonu agend jiných úřadů, ale i pro klienta jako subjektu údajů!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FBB20D4-CF1F-474E-642F-F0031E73B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F5A12E-3DFE-4C3E-9036-7893F29C52C1}" type="slidenum">
              <a:rPr kumimoji="0" lang="cs-CZ" sz="1200" b="0" i="0" u="none" strike="noStrike" kern="1200" cap="none" spc="0" normalizeH="0" baseline="0" noProof="0" smtClean="0">
                <a:ln>
                  <a:noFill/>
                </a:ln>
                <a:solidFill>
                  <a:srgbClr val="5458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cs-CZ" sz="1200" b="0" i="0" u="none" strike="noStrike" kern="1200" cap="none" spc="0" normalizeH="0" baseline="0" noProof="0">
              <a:ln>
                <a:noFill/>
              </a:ln>
              <a:solidFill>
                <a:srgbClr val="54586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261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8AFAF-052A-8F6E-1C29-CD4548FB9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CA72543-2BC7-85EF-BA6F-3DF1D0FE4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149544"/>
            <a:ext cx="9900000" cy="1070756"/>
          </a:xfrm>
        </p:spPr>
        <p:txBody>
          <a:bodyPr/>
          <a:lstStyle/>
          <a:p>
            <a:r>
              <a:rPr lang="cs-CZ" dirty="0"/>
              <a:t>Poptávka na data k digitalizaci státního občanství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E81DFE-1E2D-5840-4243-CA59CB9F5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163" y="1437775"/>
            <a:ext cx="10912642" cy="4644750"/>
          </a:xfrm>
        </p:spPr>
        <p:txBody>
          <a:bodyPr numCol="2">
            <a:normAutofit fontScale="25000" lnSpcReduction="20000"/>
          </a:bodyPr>
          <a:lstStyle/>
          <a:p>
            <a:pPr marL="0" indent="0">
              <a:buNone/>
            </a:pPr>
            <a:r>
              <a:rPr lang="cs-CZ" b="1" dirty="0"/>
              <a:t>Ministerstvo zdravotnictví / zdravotní pojišťovny</a:t>
            </a:r>
          </a:p>
          <a:p>
            <a:pPr lvl="0"/>
            <a:r>
              <a:rPr lang="cs-CZ" dirty="0"/>
              <a:t>potvrzení o stavu závazků plátce pojistného týkajících se pojistného, penále, pokuty a přirážky</a:t>
            </a:r>
          </a:p>
          <a:p>
            <a:pPr lvl="0"/>
            <a:r>
              <a:rPr lang="cs-CZ" dirty="0"/>
              <a:t>vyúčtování pojistného na veřejné zdravotní pojištění za poslední 3 roky před podáním žádosti,</a:t>
            </a:r>
          </a:p>
          <a:p>
            <a:pPr lvl="0"/>
            <a:r>
              <a:rPr lang="cs-CZ" dirty="0"/>
              <a:t>informace o pojištěnci – přehled dob pojištění (tzv. registrační údaje),</a:t>
            </a:r>
          </a:p>
          <a:p>
            <a:r>
              <a:rPr lang="cs-CZ" dirty="0"/>
              <a:t>povolení splátek pojistného (splátkový kalendář) </a:t>
            </a:r>
          </a:p>
          <a:p>
            <a:pPr marL="0" indent="0" fontAlgn="t">
              <a:buNone/>
            </a:pPr>
            <a:r>
              <a:rPr lang="cs-CZ" b="1" dirty="0"/>
              <a:t>Ministerstvo spravedlnosti</a:t>
            </a:r>
          </a:p>
          <a:p>
            <a:pPr lvl="0"/>
            <a:r>
              <a:rPr lang="cs-CZ" dirty="0"/>
              <a:t>výpis/opis z evidence rejstříku trestů fyzických osob,</a:t>
            </a:r>
          </a:p>
          <a:p>
            <a:pPr lvl="0"/>
            <a:r>
              <a:rPr lang="cs-CZ" dirty="0"/>
              <a:t>výpis z rejstříku trestů s informacemi z jiného členského státu EU,</a:t>
            </a:r>
          </a:p>
          <a:p>
            <a:pPr lvl="0"/>
            <a:r>
              <a:rPr lang="cs-CZ" dirty="0"/>
              <a:t>výpis z insolvenčního rejstříku,</a:t>
            </a:r>
          </a:p>
          <a:p>
            <a:pPr lvl="0"/>
            <a:r>
              <a:rPr lang="cs-CZ" dirty="0"/>
              <a:t>výpis z evidence přestupků,</a:t>
            </a:r>
          </a:p>
          <a:p>
            <a:pPr lvl="0"/>
            <a:r>
              <a:rPr lang="cs-CZ" dirty="0"/>
              <a:t>relevantní soudní rozhodnutí</a:t>
            </a:r>
          </a:p>
          <a:p>
            <a:pPr marL="0" indent="0" fontAlgn="t">
              <a:buNone/>
            </a:pPr>
            <a:r>
              <a:rPr lang="cs-CZ" b="1" dirty="0"/>
              <a:t>Ministerstvo práce a sociálních věcí</a:t>
            </a:r>
          </a:p>
          <a:p>
            <a:pPr lvl="0"/>
            <a:r>
              <a:rPr lang="cs-CZ" dirty="0"/>
              <a:t>potvrzení kdy byl žadatel veden v evidenci uchazečů o zaměstnání 10 let před podáním žádosti,</a:t>
            </a:r>
          </a:p>
          <a:p>
            <a:pPr lvl="0"/>
            <a:r>
              <a:rPr lang="cs-CZ" dirty="0"/>
              <a:t>Potvrzení o výši vyplacené podpory v nezaměstnanosti v období posledních 3 let před podáním žádosti,</a:t>
            </a:r>
          </a:p>
          <a:p>
            <a:pPr lvl="0"/>
            <a:r>
              <a:rPr lang="cs-CZ" dirty="0"/>
              <a:t>potvrzení o vyplacených dávkách ze systému státní sociální podpory, systému dávky státní sociální pomoci a systému pomoci v hmotné nouzi v období posledních 3 let před podáním žádosti,</a:t>
            </a:r>
          </a:p>
          <a:p>
            <a:pPr lvl="0"/>
            <a:r>
              <a:rPr lang="cs-CZ" dirty="0"/>
              <a:t>potvrzení o výši vyplaceného starobního/invalidního/vdovského/sirotčího důchodu v období posledních 3 let před podáním žádosti, včetně údaje, od jakého data byl předmětný důchod žadateli přiznán,</a:t>
            </a:r>
          </a:p>
          <a:p>
            <a:pPr lvl="0"/>
            <a:r>
              <a:rPr lang="cs-CZ" dirty="0"/>
              <a:t>potvrzení o výši vyplacených dávek nemocenského pojištění (nemocenská, peněžitá podpora v mateřství, ošetřování člena rodiny) v období posledních 3 let před podáním žádosti,</a:t>
            </a:r>
          </a:p>
          <a:p>
            <a:pPr lvl="0"/>
            <a:r>
              <a:rPr lang="cs-CZ" dirty="0"/>
              <a:t>potvrzení o stavu splatných nedoplatků na pojistném a penále na sociální zabezpečení a příspěvku na státní politiku zaměstnanosti,</a:t>
            </a:r>
          </a:p>
          <a:p>
            <a:pPr lvl="0"/>
            <a:r>
              <a:rPr lang="cs-CZ" dirty="0"/>
              <a:t>u samoplátců: vyúčtování pojistného na sociální zabezpečení za poslední 3 roky před podáním žádosti,</a:t>
            </a:r>
          </a:p>
          <a:p>
            <a:pPr lvl="0"/>
            <a:r>
              <a:rPr lang="cs-CZ" dirty="0"/>
              <a:t>u zaměstnanců: evidenční listy důchodového pojištění za poslední 3 roky před podáním žádosti,</a:t>
            </a:r>
          </a:p>
          <a:p>
            <a:pPr lvl="0"/>
            <a:r>
              <a:rPr lang="cs-CZ" dirty="0"/>
              <a:t>povolení splátek dlužného pojistného a penále na sociální zabezpečení (splátkový kalendář),</a:t>
            </a:r>
          </a:p>
          <a:p>
            <a:r>
              <a:rPr lang="cs-CZ" dirty="0"/>
              <a:t>informativní výpis konta (informativní osobní list důchodového pojištění) – přehled dob důchodového pojištění + přehled vyměřovacích základů a vyloučených dob za posledních 10 let před podáním žádosti</a:t>
            </a:r>
            <a:endParaRPr lang="cs-CZ" sz="1300" dirty="0"/>
          </a:p>
          <a:p>
            <a:pPr marL="0" indent="0">
              <a:buNone/>
            </a:pPr>
            <a:r>
              <a:rPr lang="cs-CZ" b="1" dirty="0"/>
              <a:t>Ministerstvo financí / GFŘ</a:t>
            </a:r>
          </a:p>
          <a:p>
            <a:pPr lvl="0"/>
            <a:r>
              <a:rPr lang="cs-CZ" dirty="0"/>
              <a:t>potvrzení o neexistenci daňových nedoplatků za poslední 3 roky před podáním žádosti,</a:t>
            </a:r>
          </a:p>
          <a:p>
            <a:pPr lvl="0"/>
            <a:r>
              <a:rPr lang="cs-CZ" dirty="0"/>
              <a:t>doklad (rozhodnutí, platební výměr) prokazující případné porušení povinností, resp. existenci dluhů u Finanční správy ČR za poslední 3 roky před podáním žádosti,</a:t>
            </a:r>
          </a:p>
          <a:p>
            <a:pPr lvl="0"/>
            <a:r>
              <a:rPr lang="cs-CZ" dirty="0"/>
              <a:t>doklad o vstupu do režimu paušální daně a o úhradě paušální daně, resp. vyúčtování plateb paušální daně za poslední 3 roky před podáním žádosti,</a:t>
            </a:r>
          </a:p>
          <a:p>
            <a:pPr lvl="0"/>
            <a:r>
              <a:rPr lang="cs-CZ" dirty="0"/>
              <a:t>daňová tvrzení fyzických osob, platební výměry, opisy vybraných údajů ze spisu správce daně za poslední 3 roky před podáním žádosti,</a:t>
            </a:r>
          </a:p>
          <a:p>
            <a:pPr lvl="0"/>
            <a:r>
              <a:rPr lang="cs-CZ" dirty="0"/>
              <a:t>vyúčtování daně vybírané srážkou podle zvláštní sazby daně z příjmů fyzických nebo právnických osob,</a:t>
            </a:r>
          </a:p>
          <a:p>
            <a:r>
              <a:rPr lang="cs-CZ" dirty="0"/>
              <a:t>veškerá podání (daňové tiskopisy/formuláře) učiněná žadatelem vůči Finanční správě ČR za poslední 3 roky před podáním žádosti</a:t>
            </a:r>
          </a:p>
          <a:p>
            <a:pPr marL="0" indent="0">
              <a:buNone/>
            </a:pPr>
            <a:r>
              <a:rPr lang="cs-CZ" b="1" dirty="0"/>
              <a:t>Ministerstvo financí / Celní správa</a:t>
            </a:r>
          </a:p>
          <a:p>
            <a:pPr lvl="0"/>
            <a:r>
              <a:rPr lang="cs-CZ" dirty="0"/>
              <a:t>potvrzení o bezdlužnosti nebo stavu osobního daňového účtu za poslední 3 roky před podáním žádosti,</a:t>
            </a:r>
          </a:p>
          <a:p>
            <a:pPr lvl="0"/>
            <a:r>
              <a:rPr lang="cs-CZ" dirty="0"/>
              <a:t>doklad (rozhodnutí, platební výměr) prokazující případné porušení povinností, resp. existenci dluhů evidovaných u Celní správy ČR za poslední 3 roky před podáním žádosti</a:t>
            </a:r>
          </a:p>
          <a:p>
            <a:r>
              <a:rPr lang="cs-CZ" dirty="0"/>
              <a:t>potvrzení/doklad o úhradě případné pokuty</a:t>
            </a:r>
            <a:endParaRPr lang="cs-CZ" b="1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AFC2E36-392D-5199-04B1-DCF54A2CF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F5A12E-3DFE-4C3E-9036-7893F29C52C1}" type="slidenum">
              <a:rPr kumimoji="0" lang="cs-CZ" sz="1200" b="0" i="0" u="none" strike="noStrike" kern="1200" cap="none" spc="0" normalizeH="0" baseline="0" noProof="0" smtClean="0">
                <a:ln>
                  <a:noFill/>
                </a:ln>
                <a:solidFill>
                  <a:srgbClr val="5458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cs-CZ" sz="1200" b="0" i="0" u="none" strike="noStrike" kern="1200" cap="none" spc="0" normalizeH="0" baseline="0" noProof="0">
              <a:ln>
                <a:noFill/>
              </a:ln>
              <a:solidFill>
                <a:srgbClr val="54586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195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BA6D9B7-5A58-E6F3-94CF-1F0C8703B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/>
              <a:t>Usnesení č. 4/3/2026</a:t>
            </a:r>
            <a:br>
              <a:rPr lang="cs-CZ" dirty="0"/>
            </a:br>
            <a:br>
              <a:rPr lang="cs-CZ" dirty="0"/>
            </a:br>
            <a:br>
              <a:rPr lang="cs-CZ" dirty="0"/>
            </a:br>
            <a:r>
              <a:rPr lang="cs-CZ" dirty="0"/>
              <a:t>Výbor schvaluje výjimky pro plnění principu pouze jednou u systémů ISDŘ, ISCC a UDHPSH a poptávku na údaje dostupné na referenčním rozhraní pro digitalizaci agendy státního občanství.</a:t>
            </a:r>
            <a:br>
              <a:rPr lang="cs-CZ" dirty="0"/>
            </a:b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1162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E07790B-ECEF-B4FA-18D0-B393C1635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Změnové požadavky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F72444B-598B-F2EC-81F1-193CF5FE4E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137992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unpack/ppt/media/image_1FD260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9184" y="0"/>
            <a:ext cx="292608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6473952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0" i="0" u="none" strike="noStrike" kern="1200" cap="none" spc="0" normalizeH="0" baseline="0" noProof="0" dirty="0">
                <a:ln>
                  <a:noFill/>
                </a:ln>
                <a:solidFill>
                  <a:srgbClr val="A7A9B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Digitální a informační agentura</a:t>
            </a:r>
            <a:endParaRPr kumimoji="0" lang="en-US" sz="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10972800" y="6437376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7A9B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685800" y="56692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Východisko: změny vznikají, ale nejsou průběžně vidět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685800" y="1225296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9DC8E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Projekty se schválením nebo stanoviskem OHA se v čase rozvíjejí. Bez průběžné evidence se ztrácí přehled, zda jde ještě o běžný rozvoj, nebo o významnou změnu.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685800" y="195681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Hlavní problém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2331720"/>
            <a:ext cx="1234440" cy="0"/>
          </a:xfrm>
          <a:prstGeom prst="line">
            <a:avLst/>
          </a:prstGeom>
          <a:noFill/>
          <a:ln w="25400">
            <a:solidFill>
              <a:srgbClr val="D70C0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685800" y="265176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OHA nemá průběžnou informaci o tom, jak se původně schválený projekt mění v realizaci a dalším rozvoji.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074920" y="1993392"/>
            <a:ext cx="2606040" cy="438912"/>
          </a:xfrm>
          <a:prstGeom prst="rect">
            <a:avLst/>
          </a:prstGeom>
          <a:solidFill>
            <a:srgbClr val="00459B"/>
          </a:solidFill>
          <a:ln w="12700">
            <a:solidFill>
              <a:srgbClr val="9DC8E9">
                <a:alpha val="62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074920" y="2523744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A7A9B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mění se klíčové komponenty nebo princip řešení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092440" y="1993392"/>
            <a:ext cx="2606040" cy="438912"/>
          </a:xfrm>
          <a:prstGeom prst="rect">
            <a:avLst/>
          </a:prstGeom>
          <a:solidFill>
            <a:srgbClr val="0C1838"/>
          </a:solidFill>
          <a:ln w="12700">
            <a:solidFill>
              <a:srgbClr val="9DC8E9">
                <a:alpha val="62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Rozsah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092440" y="2523744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A7A9B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rozšiřuje se funkční nebo věcný záběr projektu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074920" y="3502152"/>
            <a:ext cx="2606040" cy="438912"/>
          </a:xfrm>
          <a:prstGeom prst="rect">
            <a:avLst/>
          </a:prstGeom>
          <a:solidFill>
            <a:srgbClr val="0C1838"/>
          </a:solidFill>
          <a:ln w="12700">
            <a:solidFill>
              <a:srgbClr val="9DC8E9">
                <a:alpha val="62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Integrace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074920" y="4032504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A7A9B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vznikají nové vazby na další systémy a data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092440" y="3502152"/>
            <a:ext cx="2606040" cy="438912"/>
          </a:xfrm>
          <a:prstGeom prst="rect">
            <a:avLst/>
          </a:prstGeom>
          <a:solidFill>
            <a:srgbClr val="0C1838"/>
          </a:solidFill>
          <a:ln w="12700">
            <a:solidFill>
              <a:srgbClr val="9DC8E9">
                <a:alpha val="62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Bezpečnost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092440" y="4032504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A7A9B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mění se dopady na provoz, údaje nebo odolnost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85800" y="5184648"/>
            <a:ext cx="10378440" cy="694944"/>
          </a:xfrm>
          <a:prstGeom prst="rect">
            <a:avLst/>
          </a:prstGeom>
          <a:solidFill>
            <a:srgbClr val="00459B"/>
          </a:solidFill>
          <a:ln>
            <a:solidFill>
              <a:srgbClr val="00459B">
                <a:alpha val="0"/>
              </a:srgbClr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Cíl není schvalovat každou dílčí změnu znovu. Cíl je zavést lehký mechanismus, který změny eviduje, vyhodnotí a odliší běžný rozvoj od změn s významným dopadem.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unpack/ppt/media/image_1FD260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9184" y="0"/>
            <a:ext cx="292608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6473952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0" i="0" u="none" strike="noStrike" kern="1200" cap="none" spc="0" normalizeH="0" baseline="0" noProof="0" dirty="0">
                <a:ln>
                  <a:noFill/>
                </a:ln>
                <a:solidFill>
                  <a:srgbClr val="A7A9B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Digitální a informační agentura</a:t>
            </a:r>
            <a:endParaRPr kumimoji="0" lang="en-US" sz="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10972800" y="6437376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7A9B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685800" y="56692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Navrhovaný princip: jedna projektová stopa v ISDŘ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685800" y="1225296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9DC8E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Změnové požadavky u projektů se stanoviskem OHA se vedou pod původním evidenčním číslem projektu.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Light blue I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2029968"/>
            <a:ext cx="2194560" cy="3127248"/>
          </a:xfrm>
          <a:prstGeom prst="rect">
            <a:avLst/>
          </a:prstGeom>
          <a:solidFill>
            <a:srgbClr val="9DC8E9"/>
          </a:solidFill>
          <a:ln w="12700">
            <a:solidFill>
              <a:srgbClr val="9DC8E9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960120" y="2487168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C1838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PŮVODNÍ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C1838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EVIDENČNÍ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C1838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960120" y="39136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0459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 ISDŘ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429000" y="2066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DC8E9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977640" y="199339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Ukládat změnové podklady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977640" y="2377440"/>
            <a:ext cx="6126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70" b="0" i="0" u="none" strike="noStrike" kern="1200" cap="none" spc="0" normalizeH="0" baseline="0" noProof="0" dirty="0">
                <a:ln>
                  <a:noFill/>
                </a:ln>
                <a:solidFill>
                  <a:srgbClr val="A7A9B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Aktualizovaná provozní dokumentace a informace vznikající v rámci kolaudace se doplňují ke stejnému ID.</a:t>
            </a:r>
            <a:endParaRPr kumimoji="0" lang="en-US" sz="14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77640" y="2971800"/>
            <a:ext cx="5120640" cy="0"/>
          </a:xfrm>
          <a:prstGeom prst="line">
            <a:avLst/>
          </a:prstGeom>
          <a:noFill/>
          <a:ln w="8890">
            <a:solidFill>
              <a:srgbClr val="5458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42900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DC8E9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977640" y="312724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Využít existující kolaudaci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977640" y="3511296"/>
            <a:ext cx="6126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70" b="0" i="0" u="none" strike="noStrike" kern="1200" cap="none" spc="0" normalizeH="0" baseline="0" noProof="0" dirty="0">
                <a:ln>
                  <a:noFill/>
                </a:ln>
                <a:solidFill>
                  <a:srgbClr val="A7A9B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Nezakládá se nový formulář ani samostatná vyhláška. Využije se proces, který už správci znají.</a:t>
            </a:r>
            <a:endParaRPr kumimoji="0" lang="en-US" sz="14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77640" y="4105656"/>
            <a:ext cx="5120640" cy="0"/>
          </a:xfrm>
          <a:prstGeom prst="line">
            <a:avLst/>
          </a:prstGeom>
          <a:noFill/>
          <a:ln w="8890">
            <a:solidFill>
              <a:srgbClr val="5458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42900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DC8E9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3977640" y="426110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Posoudit význam změny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977640" y="4645152"/>
            <a:ext cx="6126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70" b="0" i="0" u="none" strike="noStrike" kern="1200" cap="none" spc="0" normalizeH="0" baseline="0" noProof="0" dirty="0">
                <a:ln>
                  <a:noFill/>
                </a:ln>
                <a:solidFill>
                  <a:srgbClr val="A7A9B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OHA provede základní posouzení a rozhodne, zda změna vyžaduje nové nebo aktualizované stanovisko.</a:t>
            </a:r>
            <a:endParaRPr kumimoji="0" lang="en-US" sz="14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3429000" y="5532120"/>
            <a:ext cx="6903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DC8E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Princip zachovává vazbu na původní stanovisko OHA a současně vytváří historii změn bez plnohodnotného architektonického repository.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unpack/ppt/media/image_1FD260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9184" y="0"/>
            <a:ext cx="292608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6473952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0" i="0" u="none" strike="noStrike" kern="1200" cap="none" spc="0" normalizeH="0" baseline="0" noProof="0" dirty="0">
                <a:ln>
                  <a:noFill/>
                </a:ln>
                <a:solidFill>
                  <a:srgbClr val="A7A9B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Digitální a informační agentura</a:t>
            </a:r>
            <a:endParaRPr kumimoji="0" lang="en-US" sz="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10972800" y="6437376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7A9B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685800" y="56692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Praktické fungování: 4 kroky bez opakování celého schválení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685800" y="1225296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9DC8E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Správce systému dokládá změnu v rámci existujícího kolaudačního procesu a OHA provede základní triáž významnosti.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685800" y="2121408"/>
            <a:ext cx="603504" cy="411480"/>
          </a:xfrm>
          <a:prstGeom prst="rect">
            <a:avLst/>
          </a:prstGeom>
          <a:solidFill>
            <a:srgbClr val="9DC8E9"/>
          </a:solidFill>
          <a:ln>
            <a:solidFill>
              <a:srgbClr val="9DC8E9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C1838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685800" y="278892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Změnový požadavek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tep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538728"/>
            <a:ext cx="2240280" cy="1417320"/>
          </a:xfrm>
          <a:prstGeom prst="rect">
            <a:avLst/>
          </a:prstGeom>
          <a:solidFill>
            <a:srgbClr val="0C1838">
              <a:alpha val="75000"/>
            </a:srgbClr>
          </a:solidFill>
          <a:ln w="12700">
            <a:solidFill>
              <a:srgbClr val="9DC8E9">
                <a:alpha val="5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50392" y="3749040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Projekt se v realizaci nebo rozvoji mění.</a:t>
            </a:r>
            <a:endParaRPr kumimoji="0" lang="en-US" sz="15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tep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520" y="4224528"/>
            <a:ext cx="347472" cy="0"/>
          </a:xfrm>
          <a:prstGeom prst="line">
            <a:avLst/>
          </a:prstGeom>
          <a:noFill/>
          <a:ln w="13970">
            <a:solidFill>
              <a:srgbClr val="9DC8E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429000" y="2121408"/>
            <a:ext cx="603504" cy="411480"/>
          </a:xfrm>
          <a:prstGeom prst="rect">
            <a:avLst/>
          </a:prstGeom>
          <a:solidFill>
            <a:srgbClr val="9DC8E9"/>
          </a:solidFill>
          <a:ln>
            <a:solidFill>
              <a:srgbClr val="9DC8E9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C1838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429000" y="278892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Aktualizace dokumentace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Step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29000" y="3538728"/>
            <a:ext cx="2240280" cy="1417320"/>
          </a:xfrm>
          <a:prstGeom prst="rect">
            <a:avLst/>
          </a:prstGeom>
          <a:solidFill>
            <a:srgbClr val="00459B"/>
          </a:solidFill>
          <a:ln w="12700">
            <a:solidFill>
              <a:srgbClr val="9DC8E9">
                <a:alpha val="5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593592" y="3749040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Správce upraví provozní dokumentaci a popíše dopady.</a:t>
            </a:r>
            <a:endParaRPr kumimoji="0" lang="en-US" sz="15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Step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60720" y="4224528"/>
            <a:ext cx="347472" cy="0"/>
          </a:xfrm>
          <a:prstGeom prst="line">
            <a:avLst/>
          </a:prstGeom>
          <a:noFill/>
          <a:ln w="13970">
            <a:solidFill>
              <a:srgbClr val="9DC8E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172200" y="2121408"/>
            <a:ext cx="603504" cy="411480"/>
          </a:xfrm>
          <a:prstGeom prst="rect">
            <a:avLst/>
          </a:prstGeom>
          <a:solidFill>
            <a:srgbClr val="9DC8E9"/>
          </a:solidFill>
          <a:ln>
            <a:solidFill>
              <a:srgbClr val="9DC8E9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C1838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172200" y="278892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Doložení v kolaudaci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Step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3538728"/>
            <a:ext cx="2240280" cy="1417320"/>
          </a:xfrm>
          <a:prstGeom prst="rect">
            <a:avLst/>
          </a:prstGeom>
          <a:solidFill>
            <a:srgbClr val="0C1838"/>
          </a:solidFill>
          <a:ln w="12700">
            <a:solidFill>
              <a:srgbClr val="9DC8E9">
                <a:alpha val="5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336792" y="3749040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Podklady se předloží přes existující čestné prohlášení.</a:t>
            </a:r>
            <a:endParaRPr kumimoji="0" lang="en-US" sz="15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Step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03920" y="4224528"/>
            <a:ext cx="347472" cy="0"/>
          </a:xfrm>
          <a:prstGeom prst="line">
            <a:avLst/>
          </a:prstGeom>
          <a:noFill/>
          <a:ln w="13970">
            <a:solidFill>
              <a:srgbClr val="9DC8E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8915400" y="2121408"/>
            <a:ext cx="603504" cy="411480"/>
          </a:xfrm>
          <a:prstGeom prst="rect">
            <a:avLst/>
          </a:prstGeom>
          <a:solidFill>
            <a:srgbClr val="D70C0F"/>
          </a:solidFill>
          <a:ln>
            <a:solidFill>
              <a:srgbClr val="D70C0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8915400" y="278892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Posouzení OHA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Step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15400" y="3538728"/>
            <a:ext cx="2240280" cy="1417320"/>
          </a:xfrm>
          <a:prstGeom prst="rect">
            <a:avLst/>
          </a:prstGeom>
          <a:solidFill>
            <a:srgbClr val="690527"/>
          </a:solidFill>
          <a:ln w="12700">
            <a:solidFill>
              <a:srgbClr val="9DC8E9">
                <a:alpha val="5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9079992" y="3749040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OHA určí, zda změna zůstává v rámci původního stanoviska.</a:t>
            </a:r>
            <a:endParaRPr kumimoji="0" lang="en-US" sz="15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85800" y="5623560"/>
            <a:ext cx="9966960" cy="457200"/>
          </a:xfrm>
          <a:prstGeom prst="rect">
            <a:avLst/>
          </a:prstGeom>
          <a:solidFill>
            <a:srgbClr val="00459B"/>
          </a:solidFill>
          <a:ln>
            <a:solidFill>
              <a:srgbClr val="00459B">
                <a:alpha val="0"/>
              </a:srgbClr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Výsledek: průběžná historie změn projektu vzniká bez automatického znovuotevírání celého schvalovacího procesu.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unpack/ppt/media/image_1FD260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9184" y="0"/>
            <a:ext cx="292608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6473952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0" i="0" u="none" strike="noStrike" kern="1200" cap="none" spc="0" normalizeH="0" baseline="0" noProof="0" dirty="0">
                <a:ln>
                  <a:noFill/>
                </a:ln>
                <a:solidFill>
                  <a:srgbClr val="A7A9B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Digitální a informační agentura</a:t>
            </a:r>
            <a:endParaRPr kumimoji="0" lang="en-US" sz="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10972800" y="6437376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7A9B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685800" y="56692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Rozhodovací logika OHA: tři možné závěry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685800" y="1225296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9DC8E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Základní posouzení má rychle rozlišit běžný rozvoj od změn, které už významně mění původně schválený projekt.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685800" y="2048256"/>
            <a:ext cx="502920" cy="393192"/>
          </a:xfrm>
          <a:prstGeom prst="rect">
            <a:avLst/>
          </a:prstGeom>
          <a:solidFill>
            <a:srgbClr val="9DC8E9"/>
          </a:solidFill>
          <a:ln>
            <a:solidFill>
              <a:srgbClr val="9DC8E9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C1838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685800" y="2596896"/>
            <a:ext cx="3063240" cy="713232"/>
          </a:xfrm>
          <a:prstGeom prst="rect">
            <a:avLst/>
          </a:prstGeom>
          <a:solidFill>
            <a:srgbClr val="0C1838"/>
          </a:solidFill>
          <a:ln w="12700">
            <a:solidFill>
              <a:srgbClr val="9DC8E9">
                <a:alpha val="60000"/>
              </a:srgbClr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 rámci původního záměru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685800" y="3511296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A7A9B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Jde o běžný rozvoj systému; změna odpovídá původně schválenému účelu a architektuře.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4837176"/>
            <a:ext cx="2011680" cy="0"/>
          </a:xfrm>
          <a:prstGeom prst="line">
            <a:avLst/>
          </a:prstGeom>
          <a:noFill/>
          <a:ln w="22860">
            <a:solidFill>
              <a:srgbClr val="9DC8E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85800" y="50749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70" b="1" i="0" u="none" strike="noStrike" kern="1200" cap="none" spc="0" normalizeH="0" baseline="0" noProof="0" dirty="0">
                <a:ln>
                  <a:noFill/>
                </a:ln>
                <a:solidFill>
                  <a:srgbClr val="9DC8E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Evidovat pod ID</a:t>
            </a:r>
            <a:endParaRPr kumimoji="0" lang="en-US" sz="15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398264" y="2048256"/>
            <a:ext cx="502920" cy="393192"/>
          </a:xfrm>
          <a:prstGeom prst="rect">
            <a:avLst/>
          </a:prstGeom>
          <a:solidFill>
            <a:srgbClr val="9DC8E9"/>
          </a:solidFill>
          <a:ln>
            <a:solidFill>
              <a:srgbClr val="9DC8E9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C1838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398264" y="2596896"/>
            <a:ext cx="3063240" cy="713232"/>
          </a:xfrm>
          <a:prstGeom prst="rect">
            <a:avLst/>
          </a:prstGeom>
          <a:solidFill>
            <a:srgbClr val="00459B"/>
          </a:solidFill>
          <a:ln w="12700">
            <a:solidFill>
              <a:srgbClr val="9DC8E9">
                <a:alpha val="60000"/>
              </a:srgbClr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Dílčí architektonické dopady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398264" y="3511296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A7A9B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Změna má dopady, které je vhodné zaznamenat, ale nevyžaduje nové stanovisko.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98264" y="4837176"/>
            <a:ext cx="2011680" cy="0"/>
          </a:xfrm>
          <a:prstGeom prst="line">
            <a:avLst/>
          </a:prstGeom>
          <a:noFill/>
          <a:ln w="22860">
            <a:solidFill>
              <a:srgbClr val="9DC8E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398264" y="50749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70" b="1" i="0" u="none" strike="noStrike" kern="1200" cap="none" spc="0" normalizeH="0" baseline="0" noProof="0" dirty="0">
                <a:ln>
                  <a:noFill/>
                </a:ln>
                <a:solidFill>
                  <a:srgbClr val="9DC8E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Zaznamenat dopady</a:t>
            </a:r>
            <a:endParaRPr kumimoji="0" lang="en-US" sz="15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110728" y="2048256"/>
            <a:ext cx="502920" cy="393192"/>
          </a:xfrm>
          <a:prstGeom prst="rect">
            <a:avLst/>
          </a:prstGeom>
          <a:solidFill>
            <a:srgbClr val="D70C0F"/>
          </a:solidFill>
          <a:ln>
            <a:solidFill>
              <a:srgbClr val="D70C0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110728" y="2596896"/>
            <a:ext cx="3063240" cy="713232"/>
          </a:xfrm>
          <a:prstGeom prst="rect">
            <a:avLst/>
          </a:prstGeom>
          <a:solidFill>
            <a:srgbClr val="690527"/>
          </a:solidFill>
          <a:ln w="12700">
            <a:solidFill>
              <a:srgbClr val="9DC8E9">
                <a:alpha val="60000"/>
              </a:srgbClr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Významná změna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8110728" y="3511296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A7A9B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Změna významně mění architekturu, rozsah, integrace, bezpečnost nebo naplnění stanoviska.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10728" y="4837176"/>
            <a:ext cx="2011680" cy="0"/>
          </a:xfrm>
          <a:prstGeom prst="line">
            <a:avLst/>
          </a:prstGeom>
          <a:noFill/>
          <a:ln w="22860">
            <a:solidFill>
              <a:srgbClr val="D70C0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110728" y="50749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70" b="1" i="0" u="none" strike="noStrike" kern="1200" cap="none" spc="0" normalizeH="0" baseline="0" noProof="0" dirty="0">
                <a:ln>
                  <a:noFill/>
                </a:ln>
                <a:solidFill>
                  <a:srgbClr val="F7C1B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Nové / aktualizované stanovisko</a:t>
            </a:r>
            <a:endParaRPr kumimoji="0" lang="en-US" sz="15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85800" y="5961888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8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Klíčové kritérium: mění se jen provozní / funkční detail, nebo už dopad na architekturu a původní stanovisko?</a:t>
            </a:r>
            <a:endParaRPr kumimoji="0" lang="en-US" sz="14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unpack/ppt/media/image_1FD260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9184" y="0"/>
            <a:ext cx="292608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6473952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0" i="0" u="none" strike="noStrike" kern="1200" cap="none" spc="0" normalizeH="0" baseline="0" noProof="0" dirty="0">
                <a:ln>
                  <a:noFill/>
                </a:ln>
                <a:solidFill>
                  <a:srgbClr val="A7A9B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Digitální a informační agentura</a:t>
            </a:r>
            <a:endParaRPr kumimoji="0" lang="en-US" sz="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10972800" y="6437376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7A9B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685800" y="56692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 má správce systému doložit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685800" y="1225296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9DC8E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Nejde o nový formulář. Jde o využití existujících podkladů tak, aby bylo možné změnu kvalifikovaně posoudit.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685800" y="1901952"/>
            <a:ext cx="4617720" cy="502920"/>
          </a:xfrm>
          <a:prstGeom prst="rect">
            <a:avLst/>
          </a:prstGeom>
          <a:solidFill>
            <a:srgbClr val="00459B"/>
          </a:solidFill>
          <a:ln>
            <a:solidFill>
              <a:srgbClr val="00459B">
                <a:alpha val="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Podklady v kolaudačním procesu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685800" y="269748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9DC8E9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97280" y="2679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Aktualizovaná provozní dokumentace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97280" y="291693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7A9B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popis skutečného stavu po změně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85800" y="335584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9DC8E9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97280" y="333756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Popis změnového požadavku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97280" y="3575304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7A9B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 se mění a proč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85800" y="4014216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9DC8E9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97280" y="3995928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Dopady změny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097280" y="423367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7A9B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architektura, integrace, bezpečnost, provoz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85800" y="4672584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9DC8E9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097280" y="4654296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Vazba na původní stanovisko OHA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097280" y="489204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7A9B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 zůstává zachováno a co se mění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989320" y="1901952"/>
            <a:ext cx="4617720" cy="502920"/>
          </a:xfrm>
          <a:prstGeom prst="rect">
            <a:avLst/>
          </a:prstGeom>
          <a:solidFill>
            <a:srgbClr val="9DC8E9"/>
          </a:solidFill>
          <a:ln>
            <a:solidFill>
              <a:srgbClr val="9DC8E9">
                <a:alpha val="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C1838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Evidence pod původním ID v ISDŘ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989320" y="269748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7C1B9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400800" y="2679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původní stanovisko OHA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400800" y="291693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7A9B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výchozí architektonický rámec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5989320" y="335584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7C1B9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400800" y="333756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změnové podklady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400800" y="3575304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7A9B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aktualizace a doplnění v čase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5989320" y="4014216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7C1B9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6400800" y="3995928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výsledek posouzení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6400800" y="423367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7A9B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běžný rozvoj / dopady / nové stanovisko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5989320" y="4672584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7C1B9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6400800" y="4654296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historie změn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400800" y="489204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7A9B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jedna stopa pro projektové rozhodování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685800" y="5760720"/>
            <a:ext cx="9921240" cy="475488"/>
          </a:xfrm>
          <a:prstGeom prst="rect">
            <a:avLst/>
          </a:prstGeom>
          <a:solidFill>
            <a:srgbClr val="0C1838"/>
          </a:solidFill>
          <a:ln w="12700">
            <a:solidFill>
              <a:srgbClr val="9DC8E9">
                <a:alpha val="55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20" b="0" i="0" u="none" strike="noStrike" kern="1200" cap="none" spc="0" normalizeH="0" baseline="0" noProof="0" dirty="0">
                <a:ln>
                  <a:noFill/>
                </a:ln>
                <a:solidFill>
                  <a:srgbClr val="9DC8E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Formulář: „Čestné prohlášení k předložení provozní dokumentace určeného informačního systému k posouzení splnění všech náležitostí“</a:t>
            </a:r>
            <a:endParaRPr kumimoji="0" lang="en-US" sz="14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unpack/ppt/media/image_1FD260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9184" y="0"/>
            <a:ext cx="292608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6473952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0" i="0" u="none" strike="noStrike" kern="1200" cap="none" spc="0" normalizeH="0" baseline="0" noProof="0" dirty="0">
                <a:ln>
                  <a:noFill/>
                </a:ln>
                <a:solidFill>
                  <a:srgbClr val="A7A9B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Digitální a informační agentura</a:t>
            </a:r>
            <a:endParaRPr kumimoji="0" lang="en-US" sz="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10972800" y="6437376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7A9B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685800" y="56692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Přínosy: méně administrativy, více kontroly nad změnami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685800" y="1225296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9DC8E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Navržený postup je realistický mezikrok: využívá existující proces a vytváří základní změnovou historii.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685800" y="1874520"/>
            <a:ext cx="4709160" cy="493776"/>
          </a:xfrm>
          <a:prstGeom prst="rect">
            <a:avLst/>
          </a:prstGeom>
          <a:solidFill>
            <a:srgbClr val="9DC8E9"/>
          </a:solidFill>
          <a:ln>
            <a:solidFill>
              <a:srgbClr val="9DC8E9">
                <a:alpha val="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C1838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 správce systémů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5897880" y="1874520"/>
            <a:ext cx="4709160" cy="493776"/>
          </a:xfrm>
          <a:prstGeom prst="rect">
            <a:avLst/>
          </a:prstGeom>
          <a:solidFill>
            <a:srgbClr val="00459B"/>
          </a:solidFill>
          <a:ln>
            <a:solidFill>
              <a:srgbClr val="00459B">
                <a:alpha val="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 OHA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868680" y="275234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DC8E9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399032" y="27249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Žádný nový formulář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399032" y="30358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20" b="0" i="0" u="none" strike="noStrike" kern="1200" cap="none" spc="0" normalizeH="0" baseline="0" noProof="0" dirty="0">
                <a:ln>
                  <a:noFill/>
                </a:ln>
                <a:solidFill>
                  <a:srgbClr val="A7A9B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využívá se proces, který už dnes existuje</a:t>
            </a:r>
            <a:endParaRPr kumimoji="0" lang="en-US" sz="14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68680" y="366674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DC8E9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399032" y="3639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Jasná návaznost na projekt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399032" y="39502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20" b="0" i="0" u="none" strike="noStrike" kern="1200" cap="none" spc="0" normalizeH="0" baseline="0" noProof="0" dirty="0">
                <a:ln>
                  <a:noFill/>
                </a:ln>
                <a:solidFill>
                  <a:srgbClr val="A7A9B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změny zůstávají pod původním evidenčním číslem</a:t>
            </a:r>
            <a:endParaRPr kumimoji="0" lang="en-US" sz="14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68680" y="458114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DC8E9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399032" y="4553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Předvídatelné rozhodnutí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399032" y="48646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20" b="0" i="0" u="none" strike="noStrike" kern="1200" cap="none" spc="0" normalizeH="0" baseline="0" noProof="0" dirty="0">
                <a:ln>
                  <a:noFill/>
                </a:ln>
                <a:solidFill>
                  <a:srgbClr val="A7A9B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nejprve základní posouzení, až poté případně nové stanovisko</a:t>
            </a:r>
            <a:endParaRPr kumimoji="0" lang="en-US" sz="14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080760" y="275234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7C1B9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611112" y="27249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Průběžný přehled v čase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611112" y="30358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20" b="0" i="0" u="none" strike="noStrike" kern="1200" cap="none" spc="0" normalizeH="0" baseline="0" noProof="0" dirty="0">
                <a:ln>
                  <a:noFill/>
                </a:ln>
                <a:solidFill>
                  <a:srgbClr val="A7A9B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viditelnost nad vývojem schválených projektů</a:t>
            </a:r>
            <a:endParaRPr kumimoji="0" lang="en-US" sz="14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080760" y="366674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7C1B9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611112" y="3639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Rozlišení běžného rozvoje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611112" y="39502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20" b="0" i="0" u="none" strike="noStrike" kern="1200" cap="none" spc="0" normalizeH="0" baseline="0" noProof="0" dirty="0">
                <a:ln>
                  <a:noFill/>
                </a:ln>
                <a:solidFill>
                  <a:srgbClr val="A7A9B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rychlé odlišení od změn s architektonickým dopadem</a:t>
            </a:r>
            <a:endParaRPr kumimoji="0" lang="en-US" sz="14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080760" y="458114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7C1B9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611112" y="4553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Nižší riziko neviditelných zásahů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611112" y="48646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20" b="0" i="0" u="none" strike="noStrike" kern="1200" cap="none" spc="0" normalizeH="0" baseline="0" noProof="0" dirty="0">
                <a:ln>
                  <a:noFill/>
                </a:ln>
                <a:solidFill>
                  <a:srgbClr val="A7A9B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významné změny nezůstanou bez informace směrem k OHA</a:t>
            </a:r>
            <a:endParaRPr kumimoji="0" lang="en-US" sz="14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85800" y="58978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9DC8E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Mechanismus nezatěžuje správce systémů a současně dává OHA možnost včas identifikovat změny, které už vyžadují nové posouzení.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DC8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unpack/ppt/media/image_1FD260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9184" y="0"/>
            <a:ext cx="292608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21792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C1838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Doporučení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685800" y="132588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459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Zavést jednoduché pravidlo prvního posouzení změny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685800" y="2148840"/>
            <a:ext cx="6537960" cy="1325880"/>
          </a:xfrm>
          <a:prstGeom prst="rect">
            <a:avLst/>
          </a:prstGeom>
          <a:solidFill>
            <a:srgbClr val="0C1838"/>
          </a:solidFill>
          <a:ln>
            <a:solidFill>
              <a:srgbClr val="0C1838">
                <a:alpha val="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 projektů se stanoviskem OHA se významnější změny automaticky neřeší novým plnohodnotným schvalovacím procesem. Nejprve se posoudí v rámci existujícího kolaudačního procesu a provozní dokumentace.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685800" y="3886200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D70C0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1143000" y="386791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0C18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Stanovit metodické pravidlo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4983480" y="386791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20" b="0" i="0" u="none" strike="noStrike" kern="1200" cap="none" spc="0" normalizeH="0" baseline="0" noProof="0" dirty="0">
                <a:ln>
                  <a:noFill/>
                </a:ln>
                <a:solidFill>
                  <a:srgbClr val="5458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kdy změnu doložit přes kolaudaci</a:t>
            </a:r>
            <a:endParaRPr kumimoji="0" lang="en-US" sz="14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685800" y="454456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D70C0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143000" y="452628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0C18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Doplnit kritéria významnosti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983480" y="452628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20" b="0" i="0" u="none" strike="noStrike" kern="1200" cap="none" spc="0" normalizeH="0" baseline="0" noProof="0" dirty="0">
                <a:ln>
                  <a:noFill/>
                </a:ln>
                <a:solidFill>
                  <a:srgbClr val="5458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architektura, rozsah, integrace, bezpečnost</a:t>
            </a:r>
            <a:endParaRPr kumimoji="0" lang="en-US" sz="14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85800" y="5202936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D70C0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143000" y="518464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0C18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Pilotně ověřit na aktivních projektech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983480" y="518464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20" b="0" i="0" u="none" strike="noStrike" kern="1200" cap="none" spc="0" normalizeH="0" baseline="0" noProof="0" dirty="0">
                <a:ln>
                  <a:noFill/>
                </a:ln>
                <a:solidFill>
                  <a:srgbClr val="5458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získat praktickou historii změn</a:t>
            </a:r>
            <a:endParaRPr kumimoji="0" lang="en-US" sz="14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Closing re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26880" y="2130552"/>
            <a:ext cx="1417320" cy="3310128"/>
          </a:xfrm>
          <a:prstGeom prst="rect">
            <a:avLst/>
          </a:prstGeom>
          <a:solidFill>
            <a:srgbClr val="D70C0F"/>
          </a:solidFill>
          <a:ln w="12700">
            <a:solidFill>
              <a:srgbClr val="D70C0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9326880" y="2542032"/>
            <a:ext cx="1417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Realistický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mezikrok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 kontrole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změn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85800" y="6473952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0" i="0" u="none" strike="noStrike" kern="1200" cap="none" spc="0" normalizeH="0" baseline="0" noProof="0" dirty="0">
                <a:ln>
                  <a:noFill/>
                </a:ln>
                <a:solidFill>
                  <a:srgbClr val="5458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Digitální a informační agentura</a:t>
            </a:r>
            <a:endParaRPr kumimoji="0" lang="en-US" sz="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0AF3D-5D74-BC91-72C3-C80FA2193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4DEAD5-C043-53E1-54C1-5D14BCB2D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spcBef>
                <a:spcPts val="0"/>
              </a:spcBef>
            </a:pPr>
            <a:r>
              <a:rPr lang="cs-CZ" dirty="0"/>
              <a:t>Usnesení č. 5/3/2026</a:t>
            </a:r>
            <a:br>
              <a:rPr lang="cs-CZ" dirty="0"/>
            </a:br>
            <a:br>
              <a:rPr lang="cs-CZ" dirty="0"/>
            </a:br>
            <a:br>
              <a:rPr lang="cs-CZ" dirty="0"/>
            </a:br>
            <a:r>
              <a:rPr lang="cs-CZ" dirty="0"/>
              <a:t>Výbor bere na vědomí informace o změnových požadavcích</a:t>
            </a:r>
          </a:p>
        </p:txBody>
      </p:sp>
    </p:spTree>
    <p:extLst>
      <p:ext uri="{BB962C8B-B14F-4D97-AF65-F5344CB8AC3E}">
        <p14:creationId xmlns:p14="http://schemas.microsoft.com/office/powerpoint/2010/main" val="31401151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31362-D8C3-F58C-BC02-7B852A67F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B4A7FCA-1BD5-839A-3A42-9D8A59262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Sdílená platební brána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75B0469-562B-8755-C810-61886710F6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8110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93ED9E5-35C6-B9D9-F784-D0A399C2B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Možnosti řešení plateb ve veřejné správě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D0C2E6E-131E-70A2-76C1-162CE888F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2160000"/>
            <a:ext cx="9900000" cy="3960000"/>
          </a:xfrm>
        </p:spPr>
        <p:txBody>
          <a:bodyPr>
            <a:normAutofit/>
          </a:bodyPr>
          <a:lstStyle/>
          <a:p>
            <a:r>
              <a:rPr lang="cs-CZ" sz="2400" b="1" dirty="0"/>
              <a:t>Manažérské shrnutí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Cílem není navrhnout nový platební proces pro uživatele.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Cílem je rozhodnout, zda jít cestou komplexního jednotného platebního místa, nebo jednodušší sdílené služby </a:t>
            </a:r>
            <a:r>
              <a:rPr lang="cs-CZ" dirty="0" err="1"/>
              <a:t>Easy</a:t>
            </a:r>
            <a:r>
              <a:rPr lang="cs-CZ" dirty="0"/>
              <a:t> </a:t>
            </a:r>
            <a:r>
              <a:rPr lang="cs-CZ" dirty="0" err="1"/>
              <a:t>Payment</a:t>
            </a:r>
            <a:endParaRPr lang="cs-CZ" dirty="0"/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Klíčové kritérium: rychlost realizace, právní náročnost, provozní odpovědnost a adopce napříč veřejnou správou.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AE0196F-5BF8-0576-A4A0-6259BD90F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27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269974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C8362E8-6F5F-66EE-20B4-3BC21CA05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DIA zajišťuje pro orgány veřejné moci sdílenou službu platebního portálu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B955158-0CE2-7EB1-87A6-4997479A8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2160000"/>
            <a:ext cx="9900000" cy="3960000"/>
          </a:xfrm>
        </p:spPr>
        <p:txBody>
          <a:bodyPr>
            <a:normAutofit fontScale="77500" lnSpcReduction="20000"/>
          </a:bodyPr>
          <a:lstStyle/>
          <a:p>
            <a:r>
              <a:rPr lang="cs-CZ"/>
              <a:t>Navrhovaná změna </a:t>
            </a:r>
            <a:r>
              <a:rPr lang="cs-CZ" dirty="0"/>
              <a:t>ZoPDS - co se navrhuje a proč:</a:t>
            </a:r>
          </a:p>
          <a:p>
            <a:r>
              <a:rPr lang="cs-CZ" dirty="0"/>
              <a:t>Současný stav: každý orgán veřejné moci řeší elektronické platby samostatně — rozdílné technologie, individuální smlouvy s bankami a poskytovateli platebních služeb → duplicitní náklady, rozdílná kvalita, komplikovaná integrace do ISVS, zbytečná administrativní a provozní zátěž.</a:t>
            </a:r>
          </a:p>
          <a:p>
            <a:r>
              <a:rPr lang="cs-CZ" dirty="0"/>
              <a:t>Cíl: umožnit DIA provozovat sdílenou službu platební brány pro ostatní OVM, obdobně jako jiné centrální sdílené služby eGovernmentu.</a:t>
            </a:r>
          </a:p>
          <a:p>
            <a:r>
              <a:rPr lang="cs-CZ" dirty="0"/>
              <a:t>Klíčové vymezení: samotnou regulovanou platební službu bude nadále poskytovat subjekt s příslušným oprávněním/licencí (DIA nebude platební institucí) — hlavní problém v praxi není realizace plateb, ale integrace do agendových a ekonomických systémů a regulatorní otázky.</a:t>
            </a:r>
          </a:p>
          <a:p>
            <a:r>
              <a:rPr lang="cs-CZ" dirty="0"/>
              <a:t>Dobrovolnost: úprava nezakládá povinnost OVM službu využívat, jen vytváří zákonný rámec pro centrální poskytování.</a:t>
            </a:r>
          </a:p>
          <a:p>
            <a:r>
              <a:rPr lang="cs-CZ" dirty="0"/>
              <a:t>Očekávané přínosy: snížení nákladů OVM, sjednocení uživatelského prostředí, rychlejší zavádění elektronických plateb, jednodušší integrace pro menší obce a úřady, vyšší bezpečnost a standardizace.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EE9D7ED-9EE7-477A-2DC4-9670DC6EC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28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494237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836B7AD-E0EF-0B2A-8A97-63E12EEAE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Dvě možné varianty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7106049-163D-629C-BCB6-F2225CF9C3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4000" y="1865871"/>
            <a:ext cx="5117193" cy="4260292"/>
          </a:xfrm>
        </p:spPr>
        <p:txBody>
          <a:bodyPr/>
          <a:lstStyle/>
          <a:p>
            <a:pPr>
              <a:spcBef>
                <a:spcPts val="400"/>
              </a:spcBef>
              <a:spcAft>
                <a:spcPts val="400"/>
              </a:spcAft>
              <a:defRPr sz="1900" b="1">
                <a:latin typeface="Aptos"/>
              </a:defRPr>
            </a:pPr>
            <a:r>
              <a:rPr lang="cs-CZ" dirty="0"/>
              <a:t>Varianta A: komplexní jednotné platební místo</a:t>
            </a:r>
          </a:p>
          <a:p>
            <a:pPr marL="342900" indent="-171450">
              <a:spcAft>
                <a:spcPts val="800"/>
              </a:spcAft>
              <a:defRPr sz="1800">
                <a:solidFill>
                  <a:srgbClr val="000000"/>
                </a:solidFill>
                <a:latin typeface="Aptos"/>
              </a:defRPr>
            </a:pPr>
            <a:r>
              <a:rPr lang="cs-CZ" dirty="0"/>
              <a:t>• </a:t>
            </a:r>
            <a:r>
              <a:rPr lang="cs-CZ" dirty="0">
                <a:solidFill>
                  <a:schemeClr val="bg1"/>
                </a:solidFill>
              </a:rPr>
              <a:t>Plná realizace centrálního řešení pro správní poplatky a související platby.</a:t>
            </a:r>
          </a:p>
          <a:p>
            <a:pPr marL="342900" indent="-171450">
              <a:spcAft>
                <a:spcPts val="800"/>
              </a:spcAft>
              <a:defRPr sz="1800">
                <a:solidFill>
                  <a:srgbClr val="000000"/>
                </a:solidFill>
                <a:latin typeface="Aptos"/>
              </a:defRPr>
            </a:pPr>
            <a:r>
              <a:rPr lang="cs-CZ" dirty="0">
                <a:solidFill>
                  <a:schemeClr val="bg1"/>
                </a:solidFill>
              </a:rPr>
              <a:t>• Musí řešit vazbu na zákon č. 634/2004 Sb., o správních poplatcích, včetně sazebníku správních poplatků.</a:t>
            </a:r>
          </a:p>
          <a:p>
            <a:pPr marL="342900" indent="-171450">
              <a:spcAft>
                <a:spcPts val="800"/>
              </a:spcAft>
              <a:defRPr sz="1800">
                <a:solidFill>
                  <a:srgbClr val="000000"/>
                </a:solidFill>
                <a:latin typeface="Aptos"/>
              </a:defRPr>
            </a:pPr>
            <a:r>
              <a:rPr lang="cs-CZ" dirty="0">
                <a:solidFill>
                  <a:schemeClr val="bg1"/>
                </a:solidFill>
              </a:rPr>
              <a:t>• Pravděpodobně vyžaduje řešení v rámci Ministerstva financí, protože jde o širší systémový a legislativní rámec.</a:t>
            </a:r>
          </a:p>
          <a:p>
            <a:endParaRPr lang="cs-CZ" sz="24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E5C171F5-A69C-91FF-0849-3AC665D76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z="1400" smtClean="0"/>
              <a:t>29</a:t>
            </a:fld>
            <a:endParaRPr lang="cs-CZ" sz="1400"/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677C2CBF-2792-C341-E5C5-2B4288581C8B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50898" y="1865871"/>
            <a:ext cx="5257102" cy="4260291"/>
          </a:xfrm>
        </p:spPr>
        <p:txBody>
          <a:bodyPr>
            <a:norm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900" b="1">
                <a:latin typeface="Aptos"/>
              </a:defRPr>
            </a:pPr>
            <a:r>
              <a:rPr lang="cs-CZ" dirty="0"/>
              <a:t>Varianta B: </a:t>
            </a:r>
            <a:r>
              <a:rPr lang="cs-CZ" dirty="0" err="1"/>
              <a:t>Easy</a:t>
            </a:r>
            <a:r>
              <a:rPr lang="cs-CZ" dirty="0"/>
              <a:t> </a:t>
            </a:r>
            <a:r>
              <a:rPr lang="cs-CZ" dirty="0" err="1"/>
              <a:t>Payment</a:t>
            </a:r>
            <a:r>
              <a:rPr lang="cs-CZ" dirty="0"/>
              <a:t> </a:t>
            </a:r>
          </a:p>
          <a:p>
            <a:pPr marL="342900" indent="-171450">
              <a:spcAft>
                <a:spcPts val="800"/>
              </a:spcAft>
              <a:defRPr sz="1800">
                <a:solidFill>
                  <a:srgbClr val="000000"/>
                </a:solidFill>
                <a:latin typeface="Aptos"/>
              </a:defRPr>
            </a:pPr>
            <a:r>
              <a:rPr lang="cs-CZ" dirty="0">
                <a:solidFill>
                  <a:schemeClr val="bg1"/>
                </a:solidFill>
              </a:rPr>
              <a:t>• Praktická sdílená služba pro jednoduché platební scénáře.</a:t>
            </a:r>
          </a:p>
          <a:p>
            <a:pPr marL="342900" indent="-171450">
              <a:spcAft>
                <a:spcPts val="800"/>
              </a:spcAft>
              <a:defRPr sz="1800">
                <a:solidFill>
                  <a:srgbClr val="000000"/>
                </a:solidFill>
                <a:latin typeface="Aptos"/>
              </a:defRPr>
            </a:pPr>
            <a:r>
              <a:rPr lang="cs-CZ" dirty="0">
                <a:solidFill>
                  <a:schemeClr val="bg1"/>
                </a:solidFill>
              </a:rPr>
              <a:t>• DIA ji může postavit na stejném principu jako </a:t>
            </a:r>
            <a:r>
              <a:rPr lang="cs-CZ" dirty="0" err="1">
                <a:solidFill>
                  <a:schemeClr val="bg1"/>
                </a:solidFill>
              </a:rPr>
              <a:t>EasyForms</a:t>
            </a:r>
            <a:r>
              <a:rPr lang="cs-CZ" dirty="0">
                <a:solidFill>
                  <a:schemeClr val="bg1"/>
                </a:solidFill>
              </a:rPr>
              <a:t> nebo </a:t>
            </a:r>
            <a:r>
              <a:rPr lang="cs-CZ" dirty="0" err="1">
                <a:solidFill>
                  <a:schemeClr val="bg1"/>
                </a:solidFill>
              </a:rPr>
              <a:t>OneClick</a:t>
            </a:r>
            <a:r>
              <a:rPr lang="cs-CZ" dirty="0">
                <a:solidFill>
                  <a:schemeClr val="bg1"/>
                </a:solidFill>
              </a:rPr>
              <a:t> </a:t>
            </a:r>
            <a:r>
              <a:rPr lang="cs-CZ" dirty="0" err="1">
                <a:solidFill>
                  <a:schemeClr val="bg1"/>
                </a:solidFill>
              </a:rPr>
              <a:t>ReZa</a:t>
            </a:r>
            <a:r>
              <a:rPr lang="cs-CZ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117251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205D48F-0A52-5F3B-9D14-C118A2D65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Varianta A: komplexní jednotné platební místo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55D479-7F89-B765-E05F-8DDEB0795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2160000"/>
            <a:ext cx="9900000" cy="39600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Ambice: jednotný model správy, výpočtu, evidence a vypořádání správních poplatků.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Vazba na sazebník správních poplatků podle zákona č. 634/2004 Sb.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Řešení by muselo zahrnout pravidla pro výši poplatku, osvobození, vratky, storna, reklamace, účetnictví, reporting a vazby na agendové systémy.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Jde o komplexní transformační projekt s významnou právní, procesní a integrační náročností.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Tuto variantu nelze realisticky chápat jako rychlou sdílenou službu DIA.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C9BF01B-236C-220C-FD3C-6D9CE071E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30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764459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B910AB-1AAE-D9FC-2EA7-FD3026C85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Varianta B: </a:t>
            </a:r>
            <a:r>
              <a:rPr lang="cs-CZ" dirty="0" err="1"/>
              <a:t>Easy</a:t>
            </a:r>
            <a:r>
              <a:rPr lang="cs-CZ" dirty="0"/>
              <a:t> </a:t>
            </a:r>
            <a:r>
              <a:rPr lang="cs-CZ" dirty="0" err="1"/>
              <a:t>Payment</a:t>
            </a:r>
            <a:br>
              <a:rPr lang="cs-CZ" dirty="0"/>
            </a:b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35BF482-DB7D-6304-040E-4F92E4B56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2160000"/>
            <a:ext cx="9900000" cy="39600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Cílem je umožnit úřadům rychle publikovat jednoduchou platbu navázanou na službu, formulář, portál nebo odkaz.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Nejde o nový centrální finanční systém, banku ani plnou správu poplatků.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DIA by nepracovala s penězi a neprovozovala platební službu.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DIA by zajišťovala konfiguraci, publikaci a jednoduchou orchestraci platebního požadavku.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Vlastní platební proces a finanční vypořádání by zajišťoval externí platební partner.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2B38019-997E-585B-9B3E-3C59A2BFA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31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605660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91083C8-D352-6159-D0DF-EB4EE0730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Architektonický princip </a:t>
            </a:r>
            <a:r>
              <a:rPr lang="cs-CZ" dirty="0" err="1"/>
              <a:t>Easy</a:t>
            </a:r>
            <a:r>
              <a:rPr lang="cs-CZ" dirty="0"/>
              <a:t> </a:t>
            </a:r>
            <a:r>
              <a:rPr lang="cs-CZ" dirty="0" err="1"/>
              <a:t>Payment</a:t>
            </a:r>
            <a:br>
              <a:rPr lang="cs-CZ" dirty="0"/>
            </a:b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C003D4-A6BA-7520-2063-79091C5BC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2160000"/>
            <a:ext cx="9900000" cy="3960000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Základní model: AIS Správa katalogů v RPP + koncentrátor / </a:t>
            </a:r>
            <a:r>
              <a:rPr lang="cs-CZ" dirty="0" err="1"/>
              <a:t>orchestrátor</a:t>
            </a:r>
            <a:r>
              <a:rPr lang="cs-CZ" dirty="0"/>
              <a:t> + platební partner.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AIS Správa katalogů obsahuje konfiguraci OVM, služby, typu platby, účtu příjemce a základních pravidel platby.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Koncentrátor / </a:t>
            </a:r>
            <a:r>
              <a:rPr lang="cs-CZ" dirty="0" err="1"/>
              <a:t>orchestrátor</a:t>
            </a:r>
            <a:r>
              <a:rPr lang="cs-CZ" dirty="0"/>
              <a:t> načte konfiguraci, ověří platnost, připraví platební požadavek a předá jej platebnímu partnerovi.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Platební partner provede vlastní platební transakci, potvrdí výsledek a zajistí vypořádání prostředků.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Stejný princip jako </a:t>
            </a:r>
            <a:r>
              <a:rPr lang="cs-CZ" dirty="0" err="1"/>
              <a:t>EasyForms</a:t>
            </a:r>
            <a:r>
              <a:rPr lang="cs-CZ" dirty="0"/>
              <a:t> a </a:t>
            </a:r>
            <a:r>
              <a:rPr lang="cs-CZ" dirty="0" err="1"/>
              <a:t>OneClick</a:t>
            </a:r>
            <a:r>
              <a:rPr lang="cs-CZ" dirty="0"/>
              <a:t> </a:t>
            </a:r>
            <a:r>
              <a:rPr lang="cs-CZ" dirty="0" err="1"/>
              <a:t>ReZa</a:t>
            </a:r>
            <a:r>
              <a:rPr lang="cs-CZ" dirty="0"/>
              <a:t>: katalogová konfigurace + sdílená komponenta + jednoduchá adopce.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D81E9FFA-5437-2C9A-EA1D-E5C694EF3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32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56651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A0FEFEF-78DD-BE5C-A27B-0B5124667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Rozsah první verze </a:t>
            </a:r>
            <a:r>
              <a:rPr lang="cs-CZ" dirty="0" err="1"/>
              <a:t>Easy</a:t>
            </a:r>
            <a:r>
              <a:rPr lang="cs-CZ" dirty="0"/>
              <a:t> </a:t>
            </a:r>
            <a:r>
              <a:rPr lang="cs-CZ" dirty="0" err="1"/>
              <a:t>Payment</a:t>
            </a:r>
            <a:br>
              <a:rPr lang="cs-CZ" dirty="0"/>
            </a:b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1DF48B3-609A-78C1-0397-231B28E0D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2160000"/>
            <a:ext cx="9900000" cy="39600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První verze musí řešit pouze nejčastější a jednoduché scénáře.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Podporované scénáře: pevně definované částky, jednoduché správní poplatky, běžné platby za služby veřejné správy.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Platbu lze publikovat jako standardní odkaz / </a:t>
            </a:r>
            <a:r>
              <a:rPr lang="cs-CZ" dirty="0" err="1"/>
              <a:t>DeepLink</a:t>
            </a:r>
            <a:r>
              <a:rPr lang="cs-CZ" dirty="0"/>
              <a:t> použitelný ve formuláři, Portálu občana, webu úřadu, AIS nebo jiné aplikaci.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Variabilní symbol nebo identifikátor platby může být předem definovaný, odvozený z identifikátoru žádosti, zadaný uživatelem nebo doplněný podle pravidel služby.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První verze nemá řešit vratky, storna, reklamace, splátky, částečné platby, pohledávky, účetnictví ani finanční reporting.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EFA6EF1C-1D72-8921-1D13-B384E1A99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33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572758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5E389F9-32D1-AD1B-64CC-C5C7770A7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Manažerské doporučení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E53AB69-E73A-4F0D-ABAF-A603A10B9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2160000"/>
            <a:ext cx="9900000" cy="3960000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Komplexní jednotné platební místo je strategická a legislativně náročná varianta, která patří do širšího rámce Ministerstva </a:t>
            </a:r>
            <a:r>
              <a:rPr lang="cs-CZ" dirty="0" err="1"/>
              <a:t>finací</a:t>
            </a:r>
            <a:endParaRPr lang="cs-CZ" dirty="0"/>
          </a:p>
          <a:p>
            <a:pPr>
              <a:buFont typeface="Arial" panose="020B0604020202020204" pitchFamily="34" charset="0"/>
              <a:buChar char="•"/>
            </a:pPr>
            <a:r>
              <a:rPr lang="cs-CZ" dirty="0" err="1"/>
              <a:t>Easy</a:t>
            </a:r>
            <a:r>
              <a:rPr lang="cs-CZ" dirty="0"/>
              <a:t> </a:t>
            </a:r>
            <a:r>
              <a:rPr lang="cs-CZ" dirty="0" err="1"/>
              <a:t>Payment</a:t>
            </a:r>
            <a:r>
              <a:rPr lang="cs-CZ" dirty="0"/>
              <a:t> je rychlejší a realističtější varianta pro praktickou adopci jednoduchých plateb ve veřejné správě.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Doporučení: nečekat na komplexní řešení a připravit </a:t>
            </a:r>
            <a:r>
              <a:rPr lang="cs-CZ" dirty="0" err="1"/>
              <a:t>Easy</a:t>
            </a:r>
            <a:r>
              <a:rPr lang="cs-CZ" dirty="0"/>
              <a:t> </a:t>
            </a:r>
            <a:r>
              <a:rPr lang="cs-CZ" dirty="0" err="1"/>
              <a:t>Payment</a:t>
            </a:r>
            <a:r>
              <a:rPr lang="cs-CZ" dirty="0"/>
              <a:t> jako sdílenou službu DIA nad AIS Správa katalogů v RPP.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Současně je vhodné jasně vymezit, že </a:t>
            </a:r>
            <a:r>
              <a:rPr lang="cs-CZ" dirty="0" err="1"/>
              <a:t>Easy</a:t>
            </a:r>
            <a:r>
              <a:rPr lang="cs-CZ" dirty="0"/>
              <a:t> </a:t>
            </a:r>
            <a:r>
              <a:rPr lang="cs-CZ" dirty="0" err="1"/>
              <a:t>Payment</a:t>
            </a:r>
            <a:r>
              <a:rPr lang="cs-CZ" dirty="0"/>
              <a:t> není náhradou komplexního řešení správních poplatků, ale jeho praktickým doplňkem pro jednoduché scénáře.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Hlavní přínos: rychlá adopce, nízká integrační náročnost a opakovatelnost napříč OVM.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C2DFAF8-A6A5-8F10-DF28-5235F1D15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34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567153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D3BE067-1C11-3101-334E-99C7D668E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spcBef>
                <a:spcPts val="0"/>
              </a:spcBef>
            </a:pPr>
            <a:r>
              <a:rPr lang="cs-CZ" dirty="0"/>
              <a:t>Usnesení č. 6/3/2026</a:t>
            </a:r>
            <a:br>
              <a:rPr lang="cs-CZ" dirty="0"/>
            </a:br>
            <a:br>
              <a:rPr lang="cs-CZ" dirty="0"/>
            </a:br>
            <a:br>
              <a:rPr lang="cs-CZ" dirty="0"/>
            </a:br>
            <a:r>
              <a:rPr lang="cs-CZ" dirty="0"/>
              <a:t>Výbor bere na vědomí informace o sdílené platební bráně</a:t>
            </a:r>
          </a:p>
        </p:txBody>
      </p:sp>
    </p:spTree>
    <p:extLst>
      <p:ext uri="{BB962C8B-B14F-4D97-AF65-F5344CB8AC3E}">
        <p14:creationId xmlns:p14="http://schemas.microsoft.com/office/powerpoint/2010/main" val="25397861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92B41A0-41D0-8103-9D37-E7D79437D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Katalog AI a KPI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CF762FF-E2BF-7231-FEBD-DFFDBE159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520876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8D838EC2-EDFF-64F8-E5DB-C3BDE7D21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0560"/>
            <a:ext cx="10994049" cy="618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1445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>
            <a:extLst>
              <a:ext uri="{FF2B5EF4-FFF2-40B4-BE49-F238E27FC236}">
                <a16:creationId xmlns:a16="http://schemas.microsoft.com/office/drawing/2014/main" id="{E8F34BFD-A34A-E344-91D4-650FE8988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Výchozí situace</a:t>
            </a:r>
            <a:br>
              <a:rPr lang="cs-CZ" dirty="0"/>
            </a:br>
            <a:r>
              <a:rPr lang="cs-CZ" sz="2000" b="0" dirty="0"/>
              <a:t>Potenciál je obrovský, ale dnes ho neřídíme</a:t>
            </a:r>
            <a:endParaRPr lang="cs-CZ" b="0"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4F496102-AB9B-1B7C-0803-97DA3C300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99" y="1904540"/>
            <a:ext cx="10653921" cy="417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783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DFC2BF-0C38-21DD-4461-A2B4A02E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Naše vize</a:t>
            </a:r>
            <a:br>
              <a:rPr lang="cs-CZ" dirty="0"/>
            </a:br>
            <a:r>
              <a:rPr lang="cs-CZ" sz="2000" b="0" dirty="0"/>
              <a:t>Od izolovaných projektů k řízení AI na základě dat</a:t>
            </a:r>
            <a:endParaRPr lang="cs-CZ" b="0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80FF8DEF-D1DD-BC3B-C390-9515BBBA1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928812"/>
            <a:ext cx="10068590" cy="3886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6617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665616D-E48B-E36C-241A-3B2DF6D35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Ilustrativní obrázek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D0409E32-E3CA-880D-9329-8AB4B021F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00" y="1323848"/>
            <a:ext cx="77724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7425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22EC7B0-386B-514C-C983-8323236C2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 KPI funguje</a:t>
            </a:r>
            <a:br>
              <a:rPr lang="cs-CZ" dirty="0"/>
            </a:br>
            <a:r>
              <a:rPr lang="cs-CZ" sz="2000" b="0" dirty="0"/>
              <a:t>Jednoduchý princip, velký dopad</a:t>
            </a:r>
            <a:endParaRPr lang="cs-CZ" b="0"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19B71F09-7A6C-E35E-84AA-D72DF9585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951760"/>
            <a:ext cx="10850558" cy="320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6299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DBC52D2-5427-5F67-47B4-CF7FDE094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Přínosy pro OVM i pro stát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BAAA7CDE-2843-6526-ECCD-F6C4E8B4B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99" y="1790240"/>
            <a:ext cx="10037325" cy="423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2730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6D24CFCC-F307-7341-F036-18CD7C849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Roadmapa</a:t>
            </a:r>
            <a:r>
              <a:rPr lang="cs-CZ" dirty="0"/>
              <a:t> 2026</a:t>
            </a: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02F6AB13-5344-19D8-EDDF-136DB0CB2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780913"/>
            <a:ext cx="10800864" cy="4580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7795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B39EC-811B-80F2-E6BB-6A35CC9F6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971732C-8EFF-FADF-02DC-BA54C9B45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spcBef>
                <a:spcPts val="0"/>
              </a:spcBef>
            </a:pPr>
            <a:r>
              <a:rPr lang="cs-CZ" dirty="0"/>
              <a:t>Usnesení č. 7/3/2026</a:t>
            </a:r>
            <a:br>
              <a:rPr lang="cs-CZ" dirty="0"/>
            </a:br>
            <a:br>
              <a:rPr lang="cs-CZ" dirty="0"/>
            </a:br>
            <a:br>
              <a:rPr lang="cs-CZ" dirty="0"/>
            </a:br>
            <a:r>
              <a:rPr lang="cs-CZ" dirty="0"/>
              <a:t>Výbor bere na vědomí informace o katalogu AI a KPI</a:t>
            </a:r>
          </a:p>
        </p:txBody>
      </p:sp>
    </p:spTree>
    <p:extLst>
      <p:ext uri="{BB962C8B-B14F-4D97-AF65-F5344CB8AC3E}">
        <p14:creationId xmlns:p14="http://schemas.microsoft.com/office/powerpoint/2010/main" val="41400966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7D5C8-8AC8-2096-000E-E6DD8B175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D709EBE-0FBC-741B-3297-F2902B63E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Patterny</a:t>
            </a:r>
            <a:r>
              <a:rPr lang="cs-CZ" dirty="0"/>
              <a:t> AI pro veřejnou správu 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138C508-3D2B-96C4-369B-511D017616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210576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sah 1">
            <a:extLst>
              <a:ext uri="{FF2B5EF4-FFF2-40B4-BE49-F238E27FC236}">
                <a16:creationId xmlns:a16="http://schemas.microsoft.com/office/drawing/2014/main" id="{1CA64ACA-904A-B472-A006-93E21BFEDA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4000" y="2160000"/>
            <a:ext cx="9900000" cy="3960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cs-CZ" sz="2800" b="1" dirty="0"/>
              <a:t>Cílem není jeden chatbot, ale sada opakovatelných AI </a:t>
            </a:r>
            <a:r>
              <a:rPr lang="cs-CZ" sz="2800" b="1" dirty="0" err="1"/>
              <a:t>patternů</a:t>
            </a:r>
            <a:r>
              <a:rPr lang="cs-CZ" sz="2800" b="1" dirty="0"/>
              <a:t> pro OVM.</a:t>
            </a:r>
          </a:p>
          <a:p>
            <a:pPr marL="0" indent="0" algn="ctr">
              <a:buNone/>
            </a:pPr>
            <a:r>
              <a:rPr lang="cs-CZ" sz="2800" dirty="0"/>
              <a:t>Každý </a:t>
            </a:r>
            <a:r>
              <a:rPr lang="cs-CZ" sz="2800" dirty="0" err="1"/>
              <a:t>pattern</a:t>
            </a:r>
            <a:r>
              <a:rPr lang="cs-CZ" sz="2800" dirty="0"/>
              <a:t> popisuje architektonickou roli, potřebné zdroje, přínos a </a:t>
            </a:r>
            <a:r>
              <a:rPr lang="cs-CZ" sz="2800" dirty="0" err="1"/>
              <a:t>guardrails</a:t>
            </a:r>
            <a:r>
              <a:rPr lang="cs-CZ" sz="2800" dirty="0"/>
              <a:t>.</a:t>
            </a:r>
          </a:p>
          <a:p>
            <a:pPr marL="0" indent="0" algn="ctr">
              <a:buNone/>
            </a:pPr>
            <a:r>
              <a:rPr lang="cs-CZ" sz="2800" dirty="0"/>
              <a:t>Architekt tak může začít jednoduše a postupně růst k procesním agentům nad službami a daty státu.</a:t>
            </a:r>
          </a:p>
          <a:p>
            <a:pPr marL="0" indent="0" algn="ctr">
              <a:buNone/>
            </a:pPr>
            <a:endParaRPr lang="cs-CZ" sz="3200" dirty="0"/>
          </a:p>
          <a:p>
            <a:endParaRPr lang="cs-CZ" dirty="0"/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B82C2510-A777-163C-7CEC-918CBBA38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46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59393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ál 1">
            <a:extLst>
              <a:ext uri="{FF2B5EF4-FFF2-40B4-BE49-F238E27FC236}">
                <a16:creationId xmlns:a16="http://schemas.microsoft.com/office/drawing/2014/main" id="{9EE98067-CAC5-743F-6CC3-735A249A37D3}"/>
              </a:ext>
            </a:extLst>
          </p:cNvPr>
          <p:cNvSpPr/>
          <p:nvPr/>
        </p:nvSpPr>
        <p:spPr>
          <a:xfrm>
            <a:off x="1845912" y="2590015"/>
            <a:ext cx="154380" cy="162296"/>
          </a:xfrm>
          <a:prstGeom prst="ellipse">
            <a:avLst/>
          </a:prstGeom>
          <a:solidFill>
            <a:srgbClr val="0073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100" b="1"/>
              <a:t>1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AFDB5962-EA6F-E22E-FD21-33EE2ABE66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353" y="0"/>
            <a:ext cx="10287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8690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DCE2F-5DE9-B4CA-9656-F7420E5A3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Zástupný obsah 5">
            <a:extLst>
              <a:ext uri="{FF2B5EF4-FFF2-40B4-BE49-F238E27FC236}">
                <a16:creationId xmlns:a16="http://schemas.microsoft.com/office/drawing/2014/main" id="{CA435277-315C-BA4B-B09B-61721B849B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50" y="0"/>
            <a:ext cx="10287000" cy="6858000"/>
          </a:xfrm>
          <a:prstGeom prst="rect">
            <a:avLst/>
          </a:prstGeom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70884DD-25CB-F2C6-85D1-3364F080D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48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332244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DABE97B-DBC5-1BC7-B70F-82BDC4F472E4}"/>
              </a:ext>
            </a:extLst>
          </p:cNvPr>
          <p:cNvSpPr txBox="1">
            <a:spLocks/>
          </p:cNvSpPr>
          <p:nvPr/>
        </p:nvSpPr>
        <p:spPr>
          <a:xfrm>
            <a:off x="684000" y="1015999"/>
            <a:ext cx="9900000" cy="24130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cs-CZ"/>
              <a:t>Doporučené členění AI patternů pro veřejnou správu</a:t>
            </a:r>
            <a:endParaRPr lang="cs-CZ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F1AF274-02D3-B733-6DE0-A77A29185387}"/>
              </a:ext>
            </a:extLst>
          </p:cNvPr>
          <p:cNvSpPr txBox="1">
            <a:spLocks/>
          </p:cNvSpPr>
          <p:nvPr/>
        </p:nvSpPr>
        <p:spPr>
          <a:xfrm>
            <a:off x="684000" y="3676651"/>
            <a:ext cx="9900000" cy="2413000"/>
          </a:xfrm>
          <a:prstGeom prst="rect">
            <a:avLst/>
          </a:prstGeom>
        </p:spPr>
        <p:txBody>
          <a:bodyPr/>
          <a:lstStyle>
            <a:lvl1pPr marL="288000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04000" indent="-2160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04000" indent="-2160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Wingdings" pitchFamily="2" charset="2"/>
              <a:buChar char="§"/>
              <a:defRPr sz="15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04000" indent="-2160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Wingdings" pitchFamily="2" charset="2"/>
              <a:buChar char="§"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504000" indent="-2160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/>
              <a:t>Od znalostí a formulářů → přes oprávněná data → k procesním agentům a analytice řízení.</a:t>
            </a:r>
          </a:p>
          <a:p>
            <a:endParaRPr lang="cs-CZ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545714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23877-2584-0EDF-BE28-24F5FB112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EF2CDF0-9C79-3F4A-3DD9-EC7BCCB1C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Skupina A – AI nad znalosti a službami</a:t>
            </a:r>
            <a:br>
              <a:rPr lang="cs-CZ" dirty="0"/>
            </a:b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392C052-25A6-BC5C-001A-3604927B6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2135605"/>
            <a:ext cx="9900000" cy="394691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cs-CZ" sz="2600" b="1" dirty="0" err="1"/>
              <a:t>Pattern</a:t>
            </a:r>
            <a:r>
              <a:rPr lang="cs-CZ" sz="2600" b="1" dirty="0"/>
              <a:t> 1: AI pomocník pro aplikaci / agendu</a:t>
            </a:r>
          </a:p>
          <a:p>
            <a:pPr marL="789750" indent="-285750">
              <a:buFont typeface="Arial" panose="020B0604020202020204" pitchFamily="34" charset="0"/>
              <a:buChar char="•"/>
            </a:pPr>
            <a:r>
              <a:rPr lang="cs-CZ" sz="2200" b="1" dirty="0"/>
              <a:t>Role: </a:t>
            </a:r>
            <a:r>
              <a:rPr lang="cs-CZ" sz="2200" dirty="0"/>
              <a:t>konverzační vrstva nad dokumentací, CMS, FAQ a helpdeskem.</a:t>
            </a:r>
          </a:p>
          <a:p>
            <a:pPr marL="789750" indent="-285750">
              <a:buFont typeface="Arial" panose="020B0604020202020204" pitchFamily="34" charset="0"/>
              <a:buChar char="•"/>
            </a:pPr>
            <a:r>
              <a:rPr lang="cs-CZ" sz="2200" b="1" dirty="0"/>
              <a:t>Přínos: </a:t>
            </a:r>
            <a:r>
              <a:rPr lang="cs-CZ" sz="2200" dirty="0"/>
              <a:t>méně dotazů na podporu a rychlejší orientace v aplikaci.</a:t>
            </a:r>
          </a:p>
          <a:p>
            <a:pPr marL="789750" indent="-285750">
              <a:buFont typeface="Arial" panose="020B0604020202020204" pitchFamily="34" charset="0"/>
              <a:buChar char="•"/>
            </a:pPr>
            <a:endParaRPr lang="cs-CZ" sz="2600" b="1" dirty="0"/>
          </a:p>
          <a:p>
            <a:pPr marL="0" indent="0">
              <a:buNone/>
            </a:pPr>
            <a:r>
              <a:rPr lang="cs-CZ" sz="2600" b="1" dirty="0" err="1"/>
              <a:t>Pattern</a:t>
            </a:r>
            <a:r>
              <a:rPr lang="cs-CZ" sz="2600" b="1" dirty="0"/>
              <a:t> 2: AI navigátor služeb a životních situací</a:t>
            </a:r>
          </a:p>
          <a:p>
            <a:pPr marL="789750" indent="-285750">
              <a:buFont typeface="Arial" panose="020B0604020202020204" pitchFamily="34" charset="0"/>
              <a:buChar char="•"/>
            </a:pPr>
            <a:r>
              <a:rPr lang="cs-CZ" sz="2200" b="1" dirty="0"/>
              <a:t>Role</a:t>
            </a:r>
            <a:r>
              <a:rPr lang="cs-CZ" sz="2200" dirty="0"/>
              <a:t>: práce nad Katalogem služeb a vazbami mezi životními situacemi.</a:t>
            </a:r>
          </a:p>
          <a:p>
            <a:pPr marL="789750" indent="-285750">
              <a:buFont typeface="Arial" panose="020B0604020202020204" pitchFamily="34" charset="0"/>
              <a:buChar char="•"/>
            </a:pPr>
            <a:r>
              <a:rPr lang="cs-CZ" sz="2200" b="1" dirty="0"/>
              <a:t>Přínos: </a:t>
            </a:r>
            <a:r>
              <a:rPr lang="cs-CZ" sz="2200" dirty="0"/>
              <a:t>uživatel najde správnou službu, formulář nebo úřad bez znalosti agendy.</a:t>
            </a:r>
          </a:p>
          <a:p>
            <a:pPr marL="789750" indent="-285750">
              <a:buFont typeface="Arial" panose="020B0604020202020204" pitchFamily="34" charset="0"/>
              <a:buChar char="•"/>
            </a:pPr>
            <a:endParaRPr lang="cs-CZ" b="1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302F118-02D2-3172-5B0F-AAC00882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50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46461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036D2-92F6-B462-62CE-C2C59154D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E575396-03BD-DC95-ED9F-0457051A9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Skupina B – AI nad formuláři a podáními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831769A-5816-A3A9-94F2-D98E5AF5D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2135605"/>
            <a:ext cx="9900000" cy="39469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800" b="1" dirty="0" err="1"/>
              <a:t>Pattern</a:t>
            </a:r>
            <a:r>
              <a:rPr lang="cs-CZ" sz="2800" b="1" dirty="0"/>
              <a:t> 3: AI formulářový asistent</a:t>
            </a:r>
          </a:p>
          <a:p>
            <a:r>
              <a:rPr lang="cs-CZ" sz="2000" b="1" dirty="0"/>
              <a:t>Role: </a:t>
            </a:r>
            <a:r>
              <a:rPr lang="cs-CZ" sz="2000" dirty="0"/>
              <a:t>sémantická vrstva formuláře — význam polí, datové typy, validace, pravidla.</a:t>
            </a:r>
          </a:p>
          <a:p>
            <a:r>
              <a:rPr lang="cs-CZ" sz="2000" b="1" dirty="0"/>
              <a:t>Vstupy: </a:t>
            </a:r>
            <a:r>
              <a:rPr lang="cs-CZ" sz="2000" dirty="0"/>
              <a:t>struktura formuláře, nápovědy, povinnosti a vazby na údaje.</a:t>
            </a:r>
          </a:p>
          <a:p>
            <a:r>
              <a:rPr lang="cs-CZ" sz="2000" b="1" dirty="0"/>
              <a:t>Přínos: </a:t>
            </a:r>
            <a:r>
              <a:rPr lang="cs-CZ" sz="2000" dirty="0"/>
              <a:t>návrh vyplnění z přirozeného popisu situace.</a:t>
            </a:r>
          </a:p>
          <a:p>
            <a:r>
              <a:rPr lang="cs-CZ" sz="2000" b="1" dirty="0"/>
              <a:t>Klíčové: </a:t>
            </a:r>
            <a:r>
              <a:rPr lang="cs-CZ" sz="2000" dirty="0"/>
              <a:t>znalostní báze nestačí; nutná je strojově čitelná sémantika.</a:t>
            </a:r>
          </a:p>
          <a:p>
            <a:endParaRPr lang="cs-CZ" sz="3000" b="1" dirty="0"/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110C8D9-859D-3E90-F9DE-24AA56C2F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51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846949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CDA1F2F-CD02-18ED-235D-0ED46B289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Skupina B – AI nad formuláři a podáními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F470606-CCE8-D29E-F408-635FC53D3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2135605"/>
            <a:ext cx="9900000" cy="39469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b="1" dirty="0" err="1"/>
              <a:t>Pattern</a:t>
            </a:r>
            <a:r>
              <a:rPr lang="cs-CZ" b="1" dirty="0"/>
              <a:t> 4: kontrola podání</a:t>
            </a:r>
          </a:p>
          <a:p>
            <a:r>
              <a:rPr lang="cs-CZ" sz="2400" b="1" dirty="0"/>
              <a:t>Role: </a:t>
            </a:r>
            <a:r>
              <a:rPr lang="cs-CZ" sz="2400" dirty="0"/>
              <a:t>kontrolní vrstva před odesláním nebo přijetím podání.</a:t>
            </a:r>
          </a:p>
          <a:p>
            <a:r>
              <a:rPr lang="cs-CZ" sz="2400" b="1" dirty="0"/>
              <a:t>Vstupy</a:t>
            </a:r>
            <a:r>
              <a:rPr lang="cs-CZ" sz="2400" dirty="0"/>
              <a:t>: formulář, přílohy, agendová a procesní pravidla.</a:t>
            </a:r>
            <a:endParaRPr lang="cs-CZ" sz="2400" b="1" dirty="0"/>
          </a:p>
          <a:p>
            <a:r>
              <a:rPr lang="cs-CZ" sz="2400" b="1" dirty="0"/>
              <a:t>Přínos</a:t>
            </a:r>
            <a:r>
              <a:rPr lang="cs-CZ" sz="2400" dirty="0"/>
              <a:t>: zachytí chybějící údaje, přílohy a formátové chyby.</a:t>
            </a:r>
            <a:endParaRPr lang="cs-CZ" sz="2400" b="1" dirty="0"/>
          </a:p>
          <a:p>
            <a:r>
              <a:rPr lang="cs-CZ" sz="2400" b="1" dirty="0"/>
              <a:t>Dopad: </a:t>
            </a:r>
            <a:r>
              <a:rPr lang="cs-CZ" sz="2400" dirty="0"/>
              <a:t>méně vratek, rychlejší zpracování a lepší </a:t>
            </a:r>
            <a:r>
              <a:rPr lang="cs-CZ" sz="2400" dirty="0" err="1"/>
              <a:t>triáž</a:t>
            </a:r>
            <a:r>
              <a:rPr lang="cs-CZ" sz="2400" dirty="0"/>
              <a:t>.</a:t>
            </a:r>
          </a:p>
          <a:p>
            <a:endParaRPr lang="cs-CZ" sz="2400" dirty="0"/>
          </a:p>
          <a:p>
            <a:pPr marL="789750" lvl="1" indent="-285750">
              <a:buFont typeface="Arial" panose="020B0604020202020204" pitchFamily="34" charset="0"/>
              <a:buChar char="•"/>
            </a:pP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940C162-B135-BBDC-447E-B4B789A54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52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6421161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6CABD2B-0CC6-2AB1-493B-130A1F0C1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Skupina C – AI nad daty státu</a:t>
            </a:r>
            <a:br>
              <a:rPr lang="cs-CZ" dirty="0"/>
            </a:b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3CD9696-7DCB-1D56-E16C-11C3DA02D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2135605"/>
            <a:ext cx="9900000" cy="39469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b="1" dirty="0" err="1"/>
              <a:t>Pattern</a:t>
            </a:r>
            <a:r>
              <a:rPr lang="cs-CZ" b="1" dirty="0"/>
              <a:t> 5: AI nad oprávněnými údaji</a:t>
            </a:r>
          </a:p>
          <a:p>
            <a:r>
              <a:rPr lang="cs-CZ" sz="2400" b="1" dirty="0"/>
              <a:t>Role</a:t>
            </a:r>
            <a:r>
              <a:rPr lang="cs-CZ" sz="2400" dirty="0"/>
              <a:t>: práce s konkrétními údaji občana nebo firmy — ne pouze se znalostmi.</a:t>
            </a:r>
          </a:p>
          <a:p>
            <a:r>
              <a:rPr lang="cs-CZ" sz="2400" b="1" dirty="0"/>
              <a:t>Vstupy: </a:t>
            </a:r>
            <a:r>
              <a:rPr lang="cs-CZ" sz="2400" dirty="0"/>
              <a:t>RPP, základní registry, AIS, ISSS/PPDF.</a:t>
            </a:r>
          </a:p>
          <a:p>
            <a:r>
              <a:rPr lang="cs-CZ" sz="2400" dirty="0"/>
              <a:t>Přínos: předvyplnění, ověření a vysvětlení potřebných údajů.</a:t>
            </a:r>
          </a:p>
          <a:p>
            <a:r>
              <a:rPr lang="cs-CZ" sz="2400" b="1" dirty="0" err="1"/>
              <a:t>Guardrails</a:t>
            </a:r>
            <a:r>
              <a:rPr lang="cs-CZ" sz="2400" b="1" dirty="0"/>
              <a:t>: </a:t>
            </a:r>
            <a:r>
              <a:rPr lang="cs-CZ" sz="2400" dirty="0"/>
              <a:t>oprávnění, audit, bezpečnost, GDPR a jasná odpovědnost.</a:t>
            </a:r>
          </a:p>
          <a:p>
            <a:endParaRPr lang="cs-CZ" b="1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A92DDFA-BDDD-2A4D-5FCB-DE25083CE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53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213634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A1D4B0-BA75-FF52-594C-C0E55972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Skupina D – podpora úřednické práce</a:t>
            </a:r>
            <a:br>
              <a:rPr lang="cs-CZ" dirty="0"/>
            </a:b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3D11A31-1BB6-2274-F251-0F29003A6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2135605"/>
            <a:ext cx="9900000" cy="39469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b="1" dirty="0" err="1"/>
              <a:t>Pattern</a:t>
            </a:r>
            <a:r>
              <a:rPr lang="cs-CZ" b="1" dirty="0"/>
              <a:t> 6: AI asistent úředníka</a:t>
            </a:r>
          </a:p>
          <a:p>
            <a:r>
              <a:rPr lang="cs-CZ" sz="2400" b="1" dirty="0"/>
              <a:t>Role: </a:t>
            </a:r>
            <a:r>
              <a:rPr lang="cs-CZ" sz="2400" dirty="0"/>
              <a:t>pracovní vrstva nad spisy, metodikami a interními pravidly.</a:t>
            </a:r>
          </a:p>
          <a:p>
            <a:r>
              <a:rPr lang="cs-CZ" sz="2400" b="1" dirty="0"/>
              <a:t>Schopnosti: </a:t>
            </a:r>
            <a:r>
              <a:rPr lang="cs-CZ" sz="2400" dirty="0"/>
              <a:t>shrnutí, návrh odpovědi, porovnání podkladů, koncept rozhodnutí.</a:t>
            </a:r>
          </a:p>
          <a:p>
            <a:r>
              <a:rPr lang="cs-CZ" sz="2400" b="1" dirty="0"/>
              <a:t>Přínos: </a:t>
            </a:r>
            <a:r>
              <a:rPr lang="cs-CZ" sz="2400" dirty="0"/>
              <a:t>méně rutiny a vyšší konzistence výstupů.</a:t>
            </a:r>
          </a:p>
          <a:p>
            <a:r>
              <a:rPr lang="cs-CZ" sz="2400" b="1" dirty="0"/>
              <a:t>Princip: </a:t>
            </a:r>
            <a:r>
              <a:rPr lang="cs-CZ" sz="2400" dirty="0"/>
              <a:t>AI připraví návrh — člověk rozhoduje.</a:t>
            </a:r>
          </a:p>
          <a:p>
            <a:endParaRPr lang="cs-CZ" b="1" dirty="0"/>
          </a:p>
          <a:p>
            <a:pPr marL="846900" lvl="1" indent="-342900">
              <a:buFont typeface="+mj-lt"/>
              <a:buAutoNum type="arabicPeriod"/>
            </a:pPr>
            <a:endParaRPr lang="cs-CZ" sz="2600" b="1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3EA6F52-887B-1547-E0CD-2224A8384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54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8053609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16733BC-65CF-1ED6-D60D-40DB4BBF0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Skupina D – Podpora úřednické práce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693B9EC-108D-7B22-7FA1-D3CEBB945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2135605"/>
            <a:ext cx="9900000" cy="39469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b="1" dirty="0" err="1"/>
              <a:t>Pattern</a:t>
            </a:r>
            <a:r>
              <a:rPr lang="cs-CZ" b="1" dirty="0"/>
              <a:t> 7: AI pro třídění a </a:t>
            </a:r>
            <a:r>
              <a:rPr lang="cs-CZ" b="1" dirty="0" err="1"/>
              <a:t>triáž</a:t>
            </a:r>
            <a:r>
              <a:rPr lang="cs-CZ" b="1" dirty="0"/>
              <a:t> podání</a:t>
            </a:r>
          </a:p>
          <a:p>
            <a:r>
              <a:rPr lang="cs-CZ" sz="2400" b="1" dirty="0"/>
              <a:t>Role: </a:t>
            </a:r>
            <a:r>
              <a:rPr lang="cs-CZ" sz="2400" dirty="0"/>
              <a:t>vstupní klasifikace datových zpráv, e-mailů a formulářů.</a:t>
            </a:r>
          </a:p>
          <a:p>
            <a:r>
              <a:rPr lang="cs-CZ" sz="2400" b="1" dirty="0"/>
              <a:t>Schopnosti: </a:t>
            </a:r>
            <a:r>
              <a:rPr lang="cs-CZ" sz="2400" dirty="0"/>
              <a:t>rozpoznání typu podání, agendy, priority a úplnosti.</a:t>
            </a:r>
            <a:endParaRPr lang="cs-CZ" sz="2400" b="1" dirty="0"/>
          </a:p>
          <a:p>
            <a:r>
              <a:rPr lang="cs-CZ" sz="2400" b="1" dirty="0"/>
              <a:t>Přínos: </a:t>
            </a:r>
            <a:r>
              <a:rPr lang="cs-CZ" sz="2400" dirty="0"/>
              <a:t>rychlejší </a:t>
            </a:r>
            <a:r>
              <a:rPr lang="cs-CZ" sz="2400" dirty="0" err="1"/>
              <a:t>routing</a:t>
            </a:r>
            <a:r>
              <a:rPr lang="cs-CZ" sz="2400" dirty="0"/>
              <a:t> na správný útvar.</a:t>
            </a:r>
          </a:p>
          <a:p>
            <a:r>
              <a:rPr lang="cs-CZ" sz="2400" b="1" dirty="0"/>
              <a:t>Dopad: </a:t>
            </a:r>
            <a:r>
              <a:rPr lang="cs-CZ" sz="2400" dirty="0"/>
              <a:t>méně ručního třídění a kratší fronty.</a:t>
            </a:r>
          </a:p>
          <a:p>
            <a:endParaRPr lang="cs-CZ" b="1" dirty="0"/>
          </a:p>
          <a:p>
            <a:pPr lvl="1"/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C8255B2-617A-0D5D-F166-E1C1A96DE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55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1279135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6303926-2BF1-0C3A-82DB-C03A4F2BD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Skupina E – AI pro procesy a agentní stát</a:t>
            </a:r>
            <a:br>
              <a:rPr lang="cs-CZ" dirty="0"/>
            </a:b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CD5C702-262C-097E-FB56-0038B62B2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2135605"/>
            <a:ext cx="9900000" cy="39469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b="1" dirty="0" err="1"/>
              <a:t>Pattern</a:t>
            </a:r>
            <a:r>
              <a:rPr lang="cs-CZ" b="1" dirty="0"/>
              <a:t> 8: AI procesní průvodce</a:t>
            </a:r>
          </a:p>
          <a:p>
            <a:r>
              <a:rPr lang="cs-CZ" sz="2400" b="1" dirty="0"/>
              <a:t>Role: </a:t>
            </a:r>
            <a:r>
              <a:rPr lang="cs-CZ" sz="2400" dirty="0"/>
              <a:t>orchestrace více služeb v rámci jedné životní situace.</a:t>
            </a:r>
          </a:p>
          <a:p>
            <a:r>
              <a:rPr lang="cs-CZ" sz="2400" b="1" dirty="0"/>
              <a:t>Rozdíl: </a:t>
            </a:r>
            <a:r>
              <a:rPr lang="cs-CZ" sz="2400" dirty="0"/>
              <a:t>nejen ukáže služby, ale pomáhá připravit další kroky.</a:t>
            </a:r>
            <a:endParaRPr lang="cs-CZ" sz="2400" b="1" dirty="0"/>
          </a:p>
          <a:p>
            <a:r>
              <a:rPr lang="cs-CZ" sz="2400" b="1" dirty="0"/>
              <a:t>Vstupy</a:t>
            </a:r>
            <a:r>
              <a:rPr lang="cs-CZ" sz="2400" dirty="0"/>
              <a:t>: procesní modely, služby, formuláře, oprávnění a údaje.</a:t>
            </a:r>
            <a:endParaRPr lang="cs-CZ" sz="2400" b="1" dirty="0"/>
          </a:p>
          <a:p>
            <a:r>
              <a:rPr lang="cs-CZ" sz="2400" b="1" dirty="0"/>
              <a:t>Příklad: </a:t>
            </a:r>
            <a:r>
              <a:rPr lang="cs-CZ" sz="2400" dirty="0"/>
              <a:t>„Stěhuji se“ → související kroky v jednom průvodci.</a:t>
            </a:r>
          </a:p>
          <a:p>
            <a:endParaRPr lang="cs-CZ" b="1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73AD337-F204-5944-CD27-35DE9B692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56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379674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499B6A7-F930-68BA-1DA8-D13E493AC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Skupina E – AI pro procesy a agentní stát</a:t>
            </a:r>
            <a:br>
              <a:rPr lang="cs-CZ" dirty="0"/>
            </a:b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23ADF11-74E3-EFBE-86F6-B96FA632B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2135605"/>
            <a:ext cx="9900000" cy="39469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b="1" dirty="0" err="1"/>
              <a:t>Pattern</a:t>
            </a:r>
            <a:r>
              <a:rPr lang="cs-CZ" b="1" dirty="0"/>
              <a:t> 9: AI agent nad službami státu</a:t>
            </a:r>
          </a:p>
          <a:p>
            <a:r>
              <a:rPr lang="cs-CZ" sz="2400" b="1" dirty="0"/>
              <a:t>Role: </a:t>
            </a:r>
            <a:r>
              <a:rPr lang="cs-CZ" sz="2400" dirty="0"/>
              <a:t>cílová vrstva pro koordinaci úkonů napříč službami a AIS.</a:t>
            </a:r>
          </a:p>
          <a:p>
            <a:r>
              <a:rPr lang="cs-CZ" sz="2400" b="1" dirty="0"/>
              <a:t>Schopnosti: </a:t>
            </a:r>
            <a:r>
              <a:rPr lang="cs-CZ" sz="2400" dirty="0"/>
              <a:t>připraví úkon, hlídá návaznosti a spouští </a:t>
            </a:r>
            <a:r>
              <a:rPr lang="cs-CZ" sz="2400" dirty="0" err="1"/>
              <a:t>workflow</a:t>
            </a:r>
            <a:r>
              <a:rPr lang="cs-CZ" sz="2400" dirty="0"/>
              <a:t>.</a:t>
            </a:r>
          </a:p>
          <a:p>
            <a:r>
              <a:rPr lang="cs-CZ" sz="2400" b="1" dirty="0"/>
              <a:t>Předpoklady: </a:t>
            </a:r>
            <a:r>
              <a:rPr lang="cs-CZ" sz="2400" dirty="0"/>
              <a:t>sémantika služeb a formulářů, procesní pravidla, oprávněný přístup.</a:t>
            </a:r>
          </a:p>
          <a:p>
            <a:r>
              <a:rPr lang="cs-CZ" sz="2400" b="1" dirty="0" err="1"/>
              <a:t>Guardrails</a:t>
            </a:r>
            <a:r>
              <a:rPr lang="cs-CZ" sz="2400" b="1" dirty="0"/>
              <a:t>: </a:t>
            </a:r>
            <a:r>
              <a:rPr lang="cs-CZ" sz="2400" dirty="0"/>
              <a:t>audit, </a:t>
            </a:r>
            <a:r>
              <a:rPr lang="cs-CZ" sz="2400" dirty="0" err="1"/>
              <a:t>human</a:t>
            </a:r>
            <a:r>
              <a:rPr lang="cs-CZ" sz="2400" dirty="0"/>
              <a:t>-in-</a:t>
            </a:r>
            <a:r>
              <a:rPr lang="cs-CZ" sz="2400" dirty="0" err="1"/>
              <a:t>the</a:t>
            </a:r>
            <a:r>
              <a:rPr lang="cs-CZ" sz="2400" dirty="0"/>
              <a:t>-</a:t>
            </a:r>
            <a:r>
              <a:rPr lang="cs-CZ" sz="2400" dirty="0" err="1"/>
              <a:t>loop</a:t>
            </a:r>
            <a:r>
              <a:rPr lang="cs-CZ" sz="2400" dirty="0"/>
              <a:t> a jasná odpovědnost.</a:t>
            </a:r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CB3B09B-C7E5-4B8C-31F4-59189837C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57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1024699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2E799-09B9-A89C-FE6A-35849D1C5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E788573-0EA9-1BA1-5DE6-8521FBE9C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Skupina F – AI pro řízení a analytiku</a:t>
            </a:r>
            <a:br>
              <a:rPr lang="cs-CZ" dirty="0"/>
            </a:b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59A19AF-F537-7ADD-94E0-52E89ED77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2135605"/>
            <a:ext cx="9900000" cy="39469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b="1" dirty="0" err="1"/>
              <a:t>Pattern</a:t>
            </a:r>
            <a:r>
              <a:rPr lang="cs-CZ" b="1" dirty="0"/>
              <a:t> 10: AI analytik veřejné správy</a:t>
            </a:r>
          </a:p>
          <a:p>
            <a:r>
              <a:rPr lang="cs-CZ" sz="2400" b="1" dirty="0"/>
              <a:t>Role: </a:t>
            </a:r>
            <a:r>
              <a:rPr lang="cs-CZ" sz="2400" dirty="0"/>
              <a:t>analytická vrstva nad provozními daty, KPI a open daty.</a:t>
            </a:r>
          </a:p>
          <a:p>
            <a:r>
              <a:rPr lang="cs-CZ" sz="2400" b="1" dirty="0"/>
              <a:t>Schopnosti: </a:t>
            </a:r>
            <a:r>
              <a:rPr lang="cs-CZ" sz="2400" dirty="0"/>
              <a:t>trendy, anomálie, kvalita dat, zátěž úřadů, </a:t>
            </a:r>
            <a:r>
              <a:rPr lang="cs-CZ" sz="2400" dirty="0" err="1"/>
              <a:t>adoption</a:t>
            </a:r>
            <a:r>
              <a:rPr lang="cs-CZ" sz="2400" dirty="0"/>
              <a:t> </a:t>
            </a:r>
            <a:r>
              <a:rPr lang="cs-CZ" sz="2400" dirty="0" err="1"/>
              <a:t>rate</a:t>
            </a:r>
            <a:r>
              <a:rPr lang="cs-CZ" sz="2400" dirty="0"/>
              <a:t>.</a:t>
            </a:r>
          </a:p>
          <a:p>
            <a:r>
              <a:rPr lang="cs-CZ" sz="2400" b="1" dirty="0"/>
              <a:t>Přínos: </a:t>
            </a:r>
            <a:r>
              <a:rPr lang="cs-CZ" sz="2400" dirty="0"/>
              <a:t>řízení digitalizace podle dat, ne dojmů.</a:t>
            </a:r>
          </a:p>
          <a:p>
            <a:r>
              <a:rPr lang="cs-CZ" sz="2400" b="1" dirty="0"/>
              <a:t>Dopad: </a:t>
            </a:r>
            <a:r>
              <a:rPr lang="cs-CZ" sz="2400" dirty="0"/>
              <a:t>rychlejší identifikace problémů a prioritizace zlepšení.</a:t>
            </a:r>
          </a:p>
          <a:p>
            <a:endParaRPr lang="cs-CZ" b="1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08B3A6F-8E0F-06D4-679B-5FA8C6563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58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1281836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A405DEF-E210-6308-A4DA-CAAF5524263E}"/>
              </a:ext>
            </a:extLst>
          </p:cNvPr>
          <p:cNvSpPr txBox="1">
            <a:spLocks/>
          </p:cNvSpPr>
          <p:nvPr/>
        </p:nvSpPr>
        <p:spPr>
          <a:xfrm>
            <a:off x="684000" y="1015999"/>
            <a:ext cx="9900000" cy="24130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cs-CZ"/>
              <a:t>Praktická realizace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36644F1-D7EB-9F58-414E-2C07A6E0B4FA}"/>
              </a:ext>
            </a:extLst>
          </p:cNvPr>
          <p:cNvSpPr txBox="1">
            <a:spLocks/>
          </p:cNvSpPr>
          <p:nvPr/>
        </p:nvSpPr>
        <p:spPr>
          <a:xfrm>
            <a:off x="684000" y="3676651"/>
            <a:ext cx="9900000" cy="2413000"/>
          </a:xfrm>
          <a:prstGeom prst="rect">
            <a:avLst/>
          </a:prstGeom>
        </p:spPr>
        <p:txBody>
          <a:bodyPr/>
          <a:lstStyle>
            <a:lvl1pPr marL="288000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04000" indent="-2160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04000" indent="-2160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Wingdings" pitchFamily="2" charset="2"/>
              <a:buChar char="§"/>
              <a:defRPr sz="15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04000" indent="-2160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Wingdings" pitchFamily="2" charset="2"/>
              <a:buChar char="§"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504000" indent="-2160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/>
              <a:t>Kontaktní centrum veřejné správy</a:t>
            </a:r>
          </a:p>
        </p:txBody>
      </p:sp>
    </p:spTree>
    <p:extLst>
      <p:ext uri="{BB962C8B-B14F-4D97-AF65-F5344CB8AC3E}">
        <p14:creationId xmlns:p14="http://schemas.microsoft.com/office/powerpoint/2010/main" val="3357076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Zástupný obsah 5">
            <a:extLst>
              <a:ext uri="{FF2B5EF4-FFF2-40B4-BE49-F238E27FC236}">
                <a16:creationId xmlns:a16="http://schemas.microsoft.com/office/drawing/2014/main" id="{EFFF3911-22F5-064C-986B-07193A4017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50" y="0"/>
            <a:ext cx="10287000" cy="6858000"/>
          </a:xfrm>
          <a:prstGeom prst="rect">
            <a:avLst/>
          </a:prstGeom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D99D3BF8-62EF-E3F3-E3D9-1941769B7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60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278213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219456" cy="18288"/>
          </a:xfrm>
          <a:prstGeom prst="rect">
            <a:avLst/>
          </a:prstGeom>
          <a:solidFill>
            <a:srgbClr val="3B9EFF">
              <a:alpha val="45000"/>
            </a:srgbClr>
          </a:solidFill>
          <a:ln w="12700">
            <a:solidFill>
              <a:srgbClr val="3B9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3" name="Shape 1"/>
          <p:cNvSpPr/>
          <p:nvPr/>
        </p:nvSpPr>
        <p:spPr>
          <a:xfrm>
            <a:off x="365760" y="365760"/>
            <a:ext cx="18288" cy="219456"/>
          </a:xfrm>
          <a:prstGeom prst="rect">
            <a:avLst/>
          </a:prstGeom>
          <a:solidFill>
            <a:srgbClr val="3B9EFF">
              <a:alpha val="45000"/>
            </a:srgbClr>
          </a:solidFill>
          <a:ln w="12700">
            <a:solidFill>
              <a:srgbClr val="3B9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4" name="Shape 2"/>
          <p:cNvSpPr/>
          <p:nvPr/>
        </p:nvSpPr>
        <p:spPr>
          <a:xfrm>
            <a:off x="11582400" y="365760"/>
            <a:ext cx="219456" cy="18288"/>
          </a:xfrm>
          <a:prstGeom prst="rect">
            <a:avLst/>
          </a:prstGeom>
          <a:solidFill>
            <a:srgbClr val="3B9EFF">
              <a:alpha val="45000"/>
            </a:srgbClr>
          </a:solidFill>
          <a:ln w="12700">
            <a:solidFill>
              <a:srgbClr val="3B9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5" name="Shape 3"/>
          <p:cNvSpPr/>
          <p:nvPr/>
        </p:nvSpPr>
        <p:spPr>
          <a:xfrm>
            <a:off x="11783568" y="365760"/>
            <a:ext cx="18288" cy="219456"/>
          </a:xfrm>
          <a:prstGeom prst="rect">
            <a:avLst/>
          </a:prstGeom>
          <a:solidFill>
            <a:srgbClr val="3B9EFF">
              <a:alpha val="45000"/>
            </a:srgbClr>
          </a:solidFill>
          <a:ln w="12700">
            <a:solidFill>
              <a:srgbClr val="3B9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6" name="Shape 4"/>
          <p:cNvSpPr/>
          <p:nvPr/>
        </p:nvSpPr>
        <p:spPr>
          <a:xfrm>
            <a:off x="365760" y="6437376"/>
            <a:ext cx="219456" cy="18288"/>
          </a:xfrm>
          <a:prstGeom prst="rect">
            <a:avLst/>
          </a:prstGeom>
          <a:solidFill>
            <a:srgbClr val="3B9EFF">
              <a:alpha val="45000"/>
            </a:srgbClr>
          </a:solidFill>
          <a:ln w="12700">
            <a:solidFill>
              <a:srgbClr val="3B9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7" name="Shape 5"/>
          <p:cNvSpPr/>
          <p:nvPr/>
        </p:nvSpPr>
        <p:spPr>
          <a:xfrm>
            <a:off x="365760" y="6437376"/>
            <a:ext cx="18288" cy="219456"/>
          </a:xfrm>
          <a:prstGeom prst="rect">
            <a:avLst/>
          </a:prstGeom>
          <a:solidFill>
            <a:srgbClr val="3B9EFF">
              <a:alpha val="45000"/>
            </a:srgbClr>
          </a:solidFill>
          <a:ln w="12700">
            <a:solidFill>
              <a:srgbClr val="3B9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8" name="Shape 6"/>
          <p:cNvSpPr/>
          <p:nvPr/>
        </p:nvSpPr>
        <p:spPr>
          <a:xfrm>
            <a:off x="11582400" y="6437376"/>
            <a:ext cx="219456" cy="18288"/>
          </a:xfrm>
          <a:prstGeom prst="rect">
            <a:avLst/>
          </a:prstGeom>
          <a:solidFill>
            <a:srgbClr val="3B9EFF">
              <a:alpha val="45000"/>
            </a:srgbClr>
          </a:solidFill>
          <a:ln w="12700">
            <a:solidFill>
              <a:srgbClr val="3B9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9" name="Shape 7"/>
          <p:cNvSpPr/>
          <p:nvPr/>
        </p:nvSpPr>
        <p:spPr>
          <a:xfrm>
            <a:off x="11783568" y="6437376"/>
            <a:ext cx="18288" cy="219456"/>
          </a:xfrm>
          <a:prstGeom prst="rect">
            <a:avLst/>
          </a:prstGeom>
          <a:solidFill>
            <a:srgbClr val="3B9EFF">
              <a:alpha val="45000"/>
            </a:srgbClr>
          </a:solidFill>
          <a:ln w="12700">
            <a:solidFill>
              <a:srgbClr val="3B9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11" name="Shape 9"/>
          <p:cNvSpPr/>
          <p:nvPr/>
        </p:nvSpPr>
        <p:spPr>
          <a:xfrm>
            <a:off x="548640" y="2648538"/>
            <a:ext cx="73152" cy="31699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12" name="Text 10"/>
          <p:cNvSpPr/>
          <p:nvPr/>
        </p:nvSpPr>
        <p:spPr>
          <a:xfrm>
            <a:off x="792480" y="2537706"/>
            <a:ext cx="975360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867" b="1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Kontaktní centrum</a:t>
            </a:r>
            <a:endParaRPr lang="en-US" sz="5867"/>
          </a:p>
          <a:p>
            <a:r>
              <a:rPr lang="en-US" sz="5867" b="1">
                <a:solidFill>
                  <a:srgbClr val="ED7D3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veřejné správy</a:t>
            </a:r>
            <a:endParaRPr lang="en-US" sz="5867"/>
          </a:p>
        </p:txBody>
      </p:sp>
      <p:sp>
        <p:nvSpPr>
          <p:cNvPr id="13" name="Text 11"/>
          <p:cNvSpPr/>
          <p:nvPr/>
        </p:nvSpPr>
        <p:spPr>
          <a:xfrm>
            <a:off x="792480" y="4610346"/>
            <a:ext cx="975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>
                <a:solidFill>
                  <a:srgbClr val="AACC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asistenti pro portály veřejné správy</a:t>
            </a:r>
            <a:endParaRPr lang="en-US" sz="2267"/>
          </a:p>
        </p:txBody>
      </p:sp>
      <p:sp>
        <p:nvSpPr>
          <p:cNvPr id="14" name="Shape 12"/>
          <p:cNvSpPr/>
          <p:nvPr/>
        </p:nvSpPr>
        <p:spPr>
          <a:xfrm>
            <a:off x="792480" y="5402826"/>
            <a:ext cx="1828800" cy="390144"/>
          </a:xfrm>
          <a:prstGeom prst="rect">
            <a:avLst/>
          </a:prstGeom>
          <a:solidFill>
            <a:srgbClr val="0B70D8">
              <a:alpha val="20000"/>
            </a:srgbClr>
          </a:solidFill>
          <a:ln w="6350">
            <a:solidFill>
              <a:srgbClr val="3B9EFF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15" name="Text 13"/>
          <p:cNvSpPr/>
          <p:nvPr/>
        </p:nvSpPr>
        <p:spPr>
          <a:xfrm>
            <a:off x="792480" y="5402826"/>
            <a:ext cx="1828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kern="0" spc="200">
                <a:solidFill>
                  <a:srgbClr val="7EC8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CHATBOT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2865120" y="5402826"/>
            <a:ext cx="1828800" cy="390144"/>
          </a:xfrm>
          <a:prstGeom prst="rect">
            <a:avLst/>
          </a:prstGeom>
          <a:solidFill>
            <a:srgbClr val="0B70D8">
              <a:alpha val="20000"/>
            </a:srgbClr>
          </a:solidFill>
          <a:ln w="6350">
            <a:solidFill>
              <a:srgbClr val="3B9EFF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17" name="Text 15"/>
          <p:cNvSpPr/>
          <p:nvPr/>
        </p:nvSpPr>
        <p:spPr>
          <a:xfrm>
            <a:off x="2865120" y="5402826"/>
            <a:ext cx="1828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kern="0" spc="200">
                <a:solidFill>
                  <a:srgbClr val="7EC8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MAILBOT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4937760" y="5402826"/>
            <a:ext cx="1828800" cy="390144"/>
          </a:xfrm>
          <a:prstGeom prst="rect">
            <a:avLst/>
          </a:prstGeom>
          <a:solidFill>
            <a:srgbClr val="0B70D8">
              <a:alpha val="20000"/>
            </a:srgbClr>
          </a:solidFill>
          <a:ln w="6350">
            <a:solidFill>
              <a:srgbClr val="3B9EFF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19" name="Text 17"/>
          <p:cNvSpPr/>
          <p:nvPr/>
        </p:nvSpPr>
        <p:spPr>
          <a:xfrm>
            <a:off x="4937760" y="5402826"/>
            <a:ext cx="1828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kern="0" spc="200">
                <a:solidFill>
                  <a:srgbClr val="7EC8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RAG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7010400" y="5402826"/>
            <a:ext cx="1828800" cy="390144"/>
          </a:xfrm>
          <a:prstGeom prst="rect">
            <a:avLst/>
          </a:prstGeom>
          <a:solidFill>
            <a:srgbClr val="0B70D8">
              <a:alpha val="20000"/>
            </a:srgbClr>
          </a:solidFill>
          <a:ln w="6350">
            <a:solidFill>
              <a:srgbClr val="3B9EFF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21" name="Text 19"/>
          <p:cNvSpPr/>
          <p:nvPr/>
        </p:nvSpPr>
        <p:spPr>
          <a:xfrm>
            <a:off x="7010400" y="5402826"/>
            <a:ext cx="1828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kern="0" spc="200">
                <a:solidFill>
                  <a:srgbClr val="7EC8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AZURE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548640" y="6522720"/>
            <a:ext cx="11094720" cy="36576"/>
          </a:xfrm>
          <a:prstGeom prst="rect">
            <a:avLst/>
          </a:prstGeom>
          <a:solidFill>
            <a:srgbClr val="0B70D8">
              <a:alpha val="55000"/>
            </a:srgbClr>
          </a:solidFill>
          <a:ln w="12700">
            <a:solidFill>
              <a:srgbClr val="0B70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grpSp>
        <p:nvGrpSpPr>
          <p:cNvPr id="23" name="Grupa 11">
            <a:extLst>
              <a:ext uri="{FF2B5EF4-FFF2-40B4-BE49-F238E27FC236}">
                <a16:creationId xmlns:a16="http://schemas.microsoft.com/office/drawing/2014/main" id="{E7607235-6E9A-8A7A-8269-0D47C3805BF4}"/>
              </a:ext>
            </a:extLst>
          </p:cNvPr>
          <p:cNvGrpSpPr>
            <a:grpSpLocks noChangeAspect="1"/>
          </p:cNvGrpSpPr>
          <p:nvPr/>
        </p:nvGrpSpPr>
        <p:grpSpPr>
          <a:xfrm>
            <a:off x="9799467" y="483062"/>
            <a:ext cx="1891759" cy="208441"/>
            <a:chOff x="1719263" y="3114675"/>
            <a:chExt cx="5705476" cy="628650"/>
          </a:xfrm>
          <a:solidFill>
            <a:schemeClr val="bg1"/>
          </a:solidFill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215A217D-663B-2E63-8BDE-B38F02D865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4401" y="3114675"/>
              <a:ext cx="922338" cy="628650"/>
            </a:xfrm>
            <a:custGeom>
              <a:avLst/>
              <a:gdLst>
                <a:gd name="T0" fmla="*/ 2903 w 2905"/>
                <a:gd name="T1" fmla="*/ 136 h 1980"/>
                <a:gd name="T2" fmla="*/ 2887 w 2905"/>
                <a:gd name="T3" fmla="*/ 87 h 1980"/>
                <a:gd name="T4" fmla="*/ 2860 w 2905"/>
                <a:gd name="T5" fmla="*/ 47 h 1980"/>
                <a:gd name="T6" fmla="*/ 2821 w 2905"/>
                <a:gd name="T7" fmla="*/ 19 h 1980"/>
                <a:gd name="T8" fmla="*/ 2771 w 2905"/>
                <a:gd name="T9" fmla="*/ 3 h 1980"/>
                <a:gd name="T10" fmla="*/ 1975 w 2905"/>
                <a:gd name="T11" fmla="*/ 0 h 1980"/>
                <a:gd name="T12" fmla="*/ 1868 w 2905"/>
                <a:gd name="T13" fmla="*/ 5 h 1980"/>
                <a:gd name="T14" fmla="*/ 1771 w 2905"/>
                <a:gd name="T15" fmla="*/ 19 h 1980"/>
                <a:gd name="T16" fmla="*/ 1687 w 2905"/>
                <a:gd name="T17" fmla="*/ 43 h 1980"/>
                <a:gd name="T18" fmla="*/ 1614 w 2905"/>
                <a:gd name="T19" fmla="*/ 77 h 1980"/>
                <a:gd name="T20" fmla="*/ 1551 w 2905"/>
                <a:gd name="T21" fmla="*/ 122 h 1980"/>
                <a:gd name="T22" fmla="*/ 1499 w 2905"/>
                <a:gd name="T23" fmla="*/ 177 h 1980"/>
                <a:gd name="T24" fmla="*/ 1459 w 2905"/>
                <a:gd name="T25" fmla="*/ 242 h 1980"/>
                <a:gd name="T26" fmla="*/ 1428 w 2905"/>
                <a:gd name="T27" fmla="*/ 320 h 1980"/>
                <a:gd name="T28" fmla="*/ 1407 w 2905"/>
                <a:gd name="T29" fmla="*/ 408 h 1980"/>
                <a:gd name="T30" fmla="*/ 1396 w 2905"/>
                <a:gd name="T31" fmla="*/ 509 h 1980"/>
                <a:gd name="T32" fmla="*/ 1395 w 2905"/>
                <a:gd name="T33" fmla="*/ 1398 h 1980"/>
                <a:gd name="T34" fmla="*/ 1387 w 2905"/>
                <a:gd name="T35" fmla="*/ 1479 h 1980"/>
                <a:gd name="T36" fmla="*/ 1372 w 2905"/>
                <a:gd name="T37" fmla="*/ 1523 h 1980"/>
                <a:gd name="T38" fmla="*/ 1358 w 2905"/>
                <a:gd name="T39" fmla="*/ 1551 h 1980"/>
                <a:gd name="T40" fmla="*/ 1338 w 2905"/>
                <a:gd name="T41" fmla="*/ 1575 h 1980"/>
                <a:gd name="T42" fmla="*/ 1314 w 2905"/>
                <a:gd name="T43" fmla="*/ 1594 h 1980"/>
                <a:gd name="T44" fmla="*/ 1286 w 2905"/>
                <a:gd name="T45" fmla="*/ 1609 h 1980"/>
                <a:gd name="T46" fmla="*/ 1241 w 2905"/>
                <a:gd name="T47" fmla="*/ 1623 h 1980"/>
                <a:gd name="T48" fmla="*/ 1158 w 2905"/>
                <a:gd name="T49" fmla="*/ 1631 h 1980"/>
                <a:gd name="T50" fmla="*/ 137 w 2905"/>
                <a:gd name="T51" fmla="*/ 1634 h 1980"/>
                <a:gd name="T52" fmla="*/ 87 w 2905"/>
                <a:gd name="T53" fmla="*/ 1650 h 1980"/>
                <a:gd name="T54" fmla="*/ 47 w 2905"/>
                <a:gd name="T55" fmla="*/ 1679 h 1980"/>
                <a:gd name="T56" fmla="*/ 19 w 2905"/>
                <a:gd name="T57" fmla="*/ 1718 h 1980"/>
                <a:gd name="T58" fmla="*/ 3 w 2905"/>
                <a:gd name="T59" fmla="*/ 1769 h 1980"/>
                <a:gd name="T60" fmla="*/ 1 w 2905"/>
                <a:gd name="T61" fmla="*/ 1826 h 1980"/>
                <a:gd name="T62" fmla="*/ 12 w 2905"/>
                <a:gd name="T63" fmla="*/ 1878 h 1980"/>
                <a:gd name="T64" fmla="*/ 36 w 2905"/>
                <a:gd name="T65" fmla="*/ 1920 h 1980"/>
                <a:gd name="T66" fmla="*/ 71 w 2905"/>
                <a:gd name="T67" fmla="*/ 1953 h 1980"/>
                <a:gd name="T68" fmla="*/ 117 w 2905"/>
                <a:gd name="T69" fmla="*/ 1973 h 1980"/>
                <a:gd name="T70" fmla="*/ 172 w 2905"/>
                <a:gd name="T71" fmla="*/ 1980 h 1980"/>
                <a:gd name="T72" fmla="*/ 1231 w 2905"/>
                <a:gd name="T73" fmla="*/ 1978 h 1980"/>
                <a:gd name="T74" fmla="*/ 1331 w 2905"/>
                <a:gd name="T75" fmla="*/ 1967 h 1980"/>
                <a:gd name="T76" fmla="*/ 1420 w 2905"/>
                <a:gd name="T77" fmla="*/ 1946 h 1980"/>
                <a:gd name="T78" fmla="*/ 1497 w 2905"/>
                <a:gd name="T79" fmla="*/ 1916 h 1980"/>
                <a:gd name="T80" fmla="*/ 1563 w 2905"/>
                <a:gd name="T81" fmla="*/ 1875 h 1980"/>
                <a:gd name="T82" fmla="*/ 1619 w 2905"/>
                <a:gd name="T83" fmla="*/ 1824 h 1980"/>
                <a:gd name="T84" fmla="*/ 1664 w 2905"/>
                <a:gd name="T85" fmla="*/ 1762 h 1980"/>
                <a:gd name="T86" fmla="*/ 1699 w 2905"/>
                <a:gd name="T87" fmla="*/ 1688 h 1980"/>
                <a:gd name="T88" fmla="*/ 1724 w 2905"/>
                <a:gd name="T89" fmla="*/ 1603 h 1980"/>
                <a:gd name="T90" fmla="*/ 1738 w 2905"/>
                <a:gd name="T91" fmla="*/ 1506 h 1980"/>
                <a:gd name="T92" fmla="*/ 1743 w 2905"/>
                <a:gd name="T93" fmla="*/ 1398 h 1980"/>
                <a:gd name="T94" fmla="*/ 1746 w 2905"/>
                <a:gd name="T95" fmla="*/ 523 h 1980"/>
                <a:gd name="T96" fmla="*/ 1759 w 2905"/>
                <a:gd name="T97" fmla="*/ 462 h 1980"/>
                <a:gd name="T98" fmla="*/ 1772 w 2905"/>
                <a:gd name="T99" fmla="*/ 433 h 1980"/>
                <a:gd name="T100" fmla="*/ 1789 w 2905"/>
                <a:gd name="T101" fmla="*/ 408 h 1980"/>
                <a:gd name="T102" fmla="*/ 1810 w 2905"/>
                <a:gd name="T103" fmla="*/ 388 h 1980"/>
                <a:gd name="T104" fmla="*/ 1836 w 2905"/>
                <a:gd name="T105" fmla="*/ 374 h 1980"/>
                <a:gd name="T106" fmla="*/ 1868 w 2905"/>
                <a:gd name="T107" fmla="*/ 362 h 1980"/>
                <a:gd name="T108" fmla="*/ 1945 w 2905"/>
                <a:gd name="T109" fmla="*/ 351 h 1980"/>
                <a:gd name="T110" fmla="*/ 2752 w 2905"/>
                <a:gd name="T111" fmla="*/ 349 h 1980"/>
                <a:gd name="T112" fmla="*/ 2807 w 2905"/>
                <a:gd name="T113" fmla="*/ 338 h 1980"/>
                <a:gd name="T114" fmla="*/ 2849 w 2905"/>
                <a:gd name="T115" fmla="*/ 313 h 1980"/>
                <a:gd name="T116" fmla="*/ 2880 w 2905"/>
                <a:gd name="T117" fmla="*/ 277 h 1980"/>
                <a:gd name="T118" fmla="*/ 2899 w 2905"/>
                <a:gd name="T119" fmla="*/ 231 h 1980"/>
                <a:gd name="T120" fmla="*/ 2905 w 2905"/>
                <a:gd name="T121" fmla="*/ 174 h 1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05" h="1980">
                  <a:moveTo>
                    <a:pt x="2905" y="174"/>
                  </a:moveTo>
                  <a:lnTo>
                    <a:pt x="2905" y="155"/>
                  </a:lnTo>
                  <a:lnTo>
                    <a:pt x="2903" y="136"/>
                  </a:lnTo>
                  <a:lnTo>
                    <a:pt x="2899" y="119"/>
                  </a:lnTo>
                  <a:lnTo>
                    <a:pt x="2894" y="102"/>
                  </a:lnTo>
                  <a:lnTo>
                    <a:pt x="2887" y="87"/>
                  </a:lnTo>
                  <a:lnTo>
                    <a:pt x="2880" y="72"/>
                  </a:lnTo>
                  <a:lnTo>
                    <a:pt x="2871" y="60"/>
                  </a:lnTo>
                  <a:lnTo>
                    <a:pt x="2860" y="47"/>
                  </a:lnTo>
                  <a:lnTo>
                    <a:pt x="2849" y="36"/>
                  </a:lnTo>
                  <a:lnTo>
                    <a:pt x="2836" y="27"/>
                  </a:lnTo>
                  <a:lnTo>
                    <a:pt x="2821" y="19"/>
                  </a:lnTo>
                  <a:lnTo>
                    <a:pt x="2805" y="12"/>
                  </a:lnTo>
                  <a:lnTo>
                    <a:pt x="2789" y="7"/>
                  </a:lnTo>
                  <a:lnTo>
                    <a:pt x="2771" y="3"/>
                  </a:lnTo>
                  <a:lnTo>
                    <a:pt x="2752" y="1"/>
                  </a:lnTo>
                  <a:lnTo>
                    <a:pt x="2731" y="0"/>
                  </a:lnTo>
                  <a:lnTo>
                    <a:pt x="1975" y="0"/>
                  </a:lnTo>
                  <a:lnTo>
                    <a:pt x="1938" y="1"/>
                  </a:lnTo>
                  <a:lnTo>
                    <a:pt x="1902" y="2"/>
                  </a:lnTo>
                  <a:lnTo>
                    <a:pt x="1868" y="5"/>
                  </a:lnTo>
                  <a:lnTo>
                    <a:pt x="1834" y="9"/>
                  </a:lnTo>
                  <a:lnTo>
                    <a:pt x="1802" y="14"/>
                  </a:lnTo>
                  <a:lnTo>
                    <a:pt x="1771" y="19"/>
                  </a:lnTo>
                  <a:lnTo>
                    <a:pt x="1742" y="26"/>
                  </a:lnTo>
                  <a:lnTo>
                    <a:pt x="1714" y="34"/>
                  </a:lnTo>
                  <a:lnTo>
                    <a:pt x="1687" y="43"/>
                  </a:lnTo>
                  <a:lnTo>
                    <a:pt x="1661" y="53"/>
                  </a:lnTo>
                  <a:lnTo>
                    <a:pt x="1636" y="64"/>
                  </a:lnTo>
                  <a:lnTo>
                    <a:pt x="1614" y="77"/>
                  </a:lnTo>
                  <a:lnTo>
                    <a:pt x="1591" y="91"/>
                  </a:lnTo>
                  <a:lnTo>
                    <a:pt x="1571" y="106"/>
                  </a:lnTo>
                  <a:lnTo>
                    <a:pt x="1551" y="122"/>
                  </a:lnTo>
                  <a:lnTo>
                    <a:pt x="1533" y="138"/>
                  </a:lnTo>
                  <a:lnTo>
                    <a:pt x="1516" y="156"/>
                  </a:lnTo>
                  <a:lnTo>
                    <a:pt x="1499" y="177"/>
                  </a:lnTo>
                  <a:lnTo>
                    <a:pt x="1485" y="197"/>
                  </a:lnTo>
                  <a:lnTo>
                    <a:pt x="1471" y="219"/>
                  </a:lnTo>
                  <a:lnTo>
                    <a:pt x="1459" y="242"/>
                  </a:lnTo>
                  <a:lnTo>
                    <a:pt x="1448" y="267"/>
                  </a:lnTo>
                  <a:lnTo>
                    <a:pt x="1437" y="293"/>
                  </a:lnTo>
                  <a:lnTo>
                    <a:pt x="1428" y="320"/>
                  </a:lnTo>
                  <a:lnTo>
                    <a:pt x="1420" y="348"/>
                  </a:lnTo>
                  <a:lnTo>
                    <a:pt x="1413" y="377"/>
                  </a:lnTo>
                  <a:lnTo>
                    <a:pt x="1407" y="408"/>
                  </a:lnTo>
                  <a:lnTo>
                    <a:pt x="1403" y="441"/>
                  </a:lnTo>
                  <a:lnTo>
                    <a:pt x="1399" y="474"/>
                  </a:lnTo>
                  <a:lnTo>
                    <a:pt x="1396" y="509"/>
                  </a:lnTo>
                  <a:lnTo>
                    <a:pt x="1395" y="546"/>
                  </a:lnTo>
                  <a:lnTo>
                    <a:pt x="1395" y="583"/>
                  </a:lnTo>
                  <a:lnTo>
                    <a:pt x="1395" y="1398"/>
                  </a:lnTo>
                  <a:lnTo>
                    <a:pt x="1394" y="1427"/>
                  </a:lnTo>
                  <a:lnTo>
                    <a:pt x="1391" y="1455"/>
                  </a:lnTo>
                  <a:lnTo>
                    <a:pt x="1387" y="1479"/>
                  </a:lnTo>
                  <a:lnTo>
                    <a:pt x="1380" y="1502"/>
                  </a:lnTo>
                  <a:lnTo>
                    <a:pt x="1377" y="1513"/>
                  </a:lnTo>
                  <a:lnTo>
                    <a:pt x="1372" y="1523"/>
                  </a:lnTo>
                  <a:lnTo>
                    <a:pt x="1368" y="1533"/>
                  </a:lnTo>
                  <a:lnTo>
                    <a:pt x="1363" y="1542"/>
                  </a:lnTo>
                  <a:lnTo>
                    <a:pt x="1358" y="1551"/>
                  </a:lnTo>
                  <a:lnTo>
                    <a:pt x="1351" y="1559"/>
                  </a:lnTo>
                  <a:lnTo>
                    <a:pt x="1344" y="1567"/>
                  </a:lnTo>
                  <a:lnTo>
                    <a:pt x="1338" y="1575"/>
                  </a:lnTo>
                  <a:lnTo>
                    <a:pt x="1331" y="1582"/>
                  </a:lnTo>
                  <a:lnTo>
                    <a:pt x="1322" y="1589"/>
                  </a:lnTo>
                  <a:lnTo>
                    <a:pt x="1314" y="1594"/>
                  </a:lnTo>
                  <a:lnTo>
                    <a:pt x="1305" y="1600"/>
                  </a:lnTo>
                  <a:lnTo>
                    <a:pt x="1296" y="1604"/>
                  </a:lnTo>
                  <a:lnTo>
                    <a:pt x="1286" y="1609"/>
                  </a:lnTo>
                  <a:lnTo>
                    <a:pt x="1275" y="1613"/>
                  </a:lnTo>
                  <a:lnTo>
                    <a:pt x="1265" y="1617"/>
                  </a:lnTo>
                  <a:lnTo>
                    <a:pt x="1241" y="1623"/>
                  </a:lnTo>
                  <a:lnTo>
                    <a:pt x="1215" y="1628"/>
                  </a:lnTo>
                  <a:lnTo>
                    <a:pt x="1187" y="1630"/>
                  </a:lnTo>
                  <a:lnTo>
                    <a:pt x="1158" y="1631"/>
                  </a:lnTo>
                  <a:lnTo>
                    <a:pt x="174" y="1631"/>
                  </a:lnTo>
                  <a:lnTo>
                    <a:pt x="155" y="1631"/>
                  </a:lnTo>
                  <a:lnTo>
                    <a:pt x="137" y="1634"/>
                  </a:lnTo>
                  <a:lnTo>
                    <a:pt x="119" y="1638"/>
                  </a:lnTo>
                  <a:lnTo>
                    <a:pt x="102" y="1644"/>
                  </a:lnTo>
                  <a:lnTo>
                    <a:pt x="87" y="1650"/>
                  </a:lnTo>
                  <a:lnTo>
                    <a:pt x="73" y="1658"/>
                  </a:lnTo>
                  <a:lnTo>
                    <a:pt x="59" y="1667"/>
                  </a:lnTo>
                  <a:lnTo>
                    <a:pt x="47" y="1679"/>
                  </a:lnTo>
                  <a:lnTo>
                    <a:pt x="37" y="1690"/>
                  </a:lnTo>
                  <a:lnTo>
                    <a:pt x="27" y="1703"/>
                  </a:lnTo>
                  <a:lnTo>
                    <a:pt x="19" y="1718"/>
                  </a:lnTo>
                  <a:lnTo>
                    <a:pt x="12" y="1734"/>
                  </a:lnTo>
                  <a:lnTo>
                    <a:pt x="7" y="1751"/>
                  </a:lnTo>
                  <a:lnTo>
                    <a:pt x="3" y="1769"/>
                  </a:lnTo>
                  <a:lnTo>
                    <a:pt x="1" y="1787"/>
                  </a:lnTo>
                  <a:lnTo>
                    <a:pt x="0" y="1807"/>
                  </a:lnTo>
                  <a:lnTo>
                    <a:pt x="1" y="1826"/>
                  </a:lnTo>
                  <a:lnTo>
                    <a:pt x="3" y="1844"/>
                  </a:lnTo>
                  <a:lnTo>
                    <a:pt x="7" y="1862"/>
                  </a:lnTo>
                  <a:lnTo>
                    <a:pt x="12" y="1878"/>
                  </a:lnTo>
                  <a:lnTo>
                    <a:pt x="19" y="1893"/>
                  </a:lnTo>
                  <a:lnTo>
                    <a:pt x="27" y="1907"/>
                  </a:lnTo>
                  <a:lnTo>
                    <a:pt x="36" y="1920"/>
                  </a:lnTo>
                  <a:lnTo>
                    <a:pt x="46" y="1933"/>
                  </a:lnTo>
                  <a:lnTo>
                    <a:pt x="58" y="1943"/>
                  </a:lnTo>
                  <a:lnTo>
                    <a:pt x="71" y="1953"/>
                  </a:lnTo>
                  <a:lnTo>
                    <a:pt x="85" y="1961"/>
                  </a:lnTo>
                  <a:lnTo>
                    <a:pt x="101" y="1968"/>
                  </a:lnTo>
                  <a:lnTo>
                    <a:pt x="117" y="1973"/>
                  </a:lnTo>
                  <a:lnTo>
                    <a:pt x="135" y="1977"/>
                  </a:lnTo>
                  <a:lnTo>
                    <a:pt x="153" y="1979"/>
                  </a:lnTo>
                  <a:lnTo>
                    <a:pt x="172" y="1980"/>
                  </a:lnTo>
                  <a:lnTo>
                    <a:pt x="1158" y="1980"/>
                  </a:lnTo>
                  <a:lnTo>
                    <a:pt x="1195" y="1980"/>
                  </a:lnTo>
                  <a:lnTo>
                    <a:pt x="1231" y="1978"/>
                  </a:lnTo>
                  <a:lnTo>
                    <a:pt x="1266" y="1976"/>
                  </a:lnTo>
                  <a:lnTo>
                    <a:pt x="1298" y="1972"/>
                  </a:lnTo>
                  <a:lnTo>
                    <a:pt x="1331" y="1967"/>
                  </a:lnTo>
                  <a:lnTo>
                    <a:pt x="1361" y="1961"/>
                  </a:lnTo>
                  <a:lnTo>
                    <a:pt x="1391" y="1954"/>
                  </a:lnTo>
                  <a:lnTo>
                    <a:pt x="1420" y="1946"/>
                  </a:lnTo>
                  <a:lnTo>
                    <a:pt x="1446" y="1937"/>
                  </a:lnTo>
                  <a:lnTo>
                    <a:pt x="1472" y="1927"/>
                  </a:lnTo>
                  <a:lnTo>
                    <a:pt x="1497" y="1916"/>
                  </a:lnTo>
                  <a:lnTo>
                    <a:pt x="1521" y="1904"/>
                  </a:lnTo>
                  <a:lnTo>
                    <a:pt x="1542" y="1890"/>
                  </a:lnTo>
                  <a:lnTo>
                    <a:pt x="1563" y="1875"/>
                  </a:lnTo>
                  <a:lnTo>
                    <a:pt x="1583" y="1859"/>
                  </a:lnTo>
                  <a:lnTo>
                    <a:pt x="1601" y="1842"/>
                  </a:lnTo>
                  <a:lnTo>
                    <a:pt x="1619" y="1824"/>
                  </a:lnTo>
                  <a:lnTo>
                    <a:pt x="1635" y="1805"/>
                  </a:lnTo>
                  <a:lnTo>
                    <a:pt x="1651" y="1783"/>
                  </a:lnTo>
                  <a:lnTo>
                    <a:pt x="1664" y="1762"/>
                  </a:lnTo>
                  <a:lnTo>
                    <a:pt x="1677" y="1738"/>
                  </a:lnTo>
                  <a:lnTo>
                    <a:pt x="1689" y="1713"/>
                  </a:lnTo>
                  <a:lnTo>
                    <a:pt x="1699" y="1688"/>
                  </a:lnTo>
                  <a:lnTo>
                    <a:pt x="1708" y="1661"/>
                  </a:lnTo>
                  <a:lnTo>
                    <a:pt x="1716" y="1632"/>
                  </a:lnTo>
                  <a:lnTo>
                    <a:pt x="1724" y="1603"/>
                  </a:lnTo>
                  <a:lnTo>
                    <a:pt x="1729" y="1572"/>
                  </a:lnTo>
                  <a:lnTo>
                    <a:pt x="1734" y="1540"/>
                  </a:lnTo>
                  <a:lnTo>
                    <a:pt x="1738" y="1506"/>
                  </a:lnTo>
                  <a:lnTo>
                    <a:pt x="1741" y="1472"/>
                  </a:lnTo>
                  <a:lnTo>
                    <a:pt x="1743" y="1436"/>
                  </a:lnTo>
                  <a:lnTo>
                    <a:pt x="1743" y="1398"/>
                  </a:lnTo>
                  <a:lnTo>
                    <a:pt x="1743" y="583"/>
                  </a:lnTo>
                  <a:lnTo>
                    <a:pt x="1744" y="551"/>
                  </a:lnTo>
                  <a:lnTo>
                    <a:pt x="1746" y="523"/>
                  </a:lnTo>
                  <a:lnTo>
                    <a:pt x="1750" y="497"/>
                  </a:lnTo>
                  <a:lnTo>
                    <a:pt x="1755" y="474"/>
                  </a:lnTo>
                  <a:lnTo>
                    <a:pt x="1759" y="462"/>
                  </a:lnTo>
                  <a:lnTo>
                    <a:pt x="1763" y="452"/>
                  </a:lnTo>
                  <a:lnTo>
                    <a:pt x="1767" y="442"/>
                  </a:lnTo>
                  <a:lnTo>
                    <a:pt x="1772" y="433"/>
                  </a:lnTo>
                  <a:lnTo>
                    <a:pt x="1777" y="424"/>
                  </a:lnTo>
                  <a:lnTo>
                    <a:pt x="1782" y="416"/>
                  </a:lnTo>
                  <a:lnTo>
                    <a:pt x="1789" y="408"/>
                  </a:lnTo>
                  <a:lnTo>
                    <a:pt x="1796" y="402"/>
                  </a:lnTo>
                  <a:lnTo>
                    <a:pt x="1802" y="395"/>
                  </a:lnTo>
                  <a:lnTo>
                    <a:pt x="1810" y="388"/>
                  </a:lnTo>
                  <a:lnTo>
                    <a:pt x="1818" y="383"/>
                  </a:lnTo>
                  <a:lnTo>
                    <a:pt x="1827" y="378"/>
                  </a:lnTo>
                  <a:lnTo>
                    <a:pt x="1836" y="374"/>
                  </a:lnTo>
                  <a:lnTo>
                    <a:pt x="1846" y="369"/>
                  </a:lnTo>
                  <a:lnTo>
                    <a:pt x="1856" y="366"/>
                  </a:lnTo>
                  <a:lnTo>
                    <a:pt x="1868" y="362"/>
                  </a:lnTo>
                  <a:lnTo>
                    <a:pt x="1891" y="357"/>
                  </a:lnTo>
                  <a:lnTo>
                    <a:pt x="1917" y="353"/>
                  </a:lnTo>
                  <a:lnTo>
                    <a:pt x="1945" y="351"/>
                  </a:lnTo>
                  <a:lnTo>
                    <a:pt x="1975" y="350"/>
                  </a:lnTo>
                  <a:lnTo>
                    <a:pt x="2731" y="350"/>
                  </a:lnTo>
                  <a:lnTo>
                    <a:pt x="2752" y="349"/>
                  </a:lnTo>
                  <a:lnTo>
                    <a:pt x="2771" y="347"/>
                  </a:lnTo>
                  <a:lnTo>
                    <a:pt x="2790" y="343"/>
                  </a:lnTo>
                  <a:lnTo>
                    <a:pt x="2807" y="338"/>
                  </a:lnTo>
                  <a:lnTo>
                    <a:pt x="2821" y="331"/>
                  </a:lnTo>
                  <a:lnTo>
                    <a:pt x="2836" y="323"/>
                  </a:lnTo>
                  <a:lnTo>
                    <a:pt x="2849" y="313"/>
                  </a:lnTo>
                  <a:lnTo>
                    <a:pt x="2860" y="303"/>
                  </a:lnTo>
                  <a:lnTo>
                    <a:pt x="2871" y="290"/>
                  </a:lnTo>
                  <a:lnTo>
                    <a:pt x="2880" y="277"/>
                  </a:lnTo>
                  <a:lnTo>
                    <a:pt x="2887" y="263"/>
                  </a:lnTo>
                  <a:lnTo>
                    <a:pt x="2894" y="248"/>
                  </a:lnTo>
                  <a:lnTo>
                    <a:pt x="2899" y="231"/>
                  </a:lnTo>
                  <a:lnTo>
                    <a:pt x="2903" y="213"/>
                  </a:lnTo>
                  <a:lnTo>
                    <a:pt x="2905" y="195"/>
                  </a:lnTo>
                  <a:lnTo>
                    <a:pt x="2905" y="17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pl-PL" sz="4267">
                <a:solidFill>
                  <a:schemeClr val="tx2"/>
                </a:solidFill>
              </a:endParaRPr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03F2D6FC-FEB5-2ACC-B7B8-CD00E58903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19263" y="3114675"/>
              <a:ext cx="922338" cy="628650"/>
            </a:xfrm>
            <a:custGeom>
              <a:avLst/>
              <a:gdLst>
                <a:gd name="T0" fmla="*/ 486 w 2906"/>
                <a:gd name="T1" fmla="*/ 7 h 1980"/>
                <a:gd name="T2" fmla="*/ 344 w 2906"/>
                <a:gd name="T3" fmla="*/ 43 h 1980"/>
                <a:gd name="T4" fmla="*/ 221 w 2906"/>
                <a:gd name="T5" fmla="*/ 108 h 1980"/>
                <a:gd name="T6" fmla="*/ 124 w 2906"/>
                <a:gd name="T7" fmla="*/ 200 h 1980"/>
                <a:gd name="T8" fmla="*/ 53 w 2906"/>
                <a:gd name="T9" fmla="*/ 318 h 1980"/>
                <a:gd name="T10" fmla="*/ 10 w 2906"/>
                <a:gd name="T11" fmla="*/ 458 h 1980"/>
                <a:gd name="T12" fmla="*/ 0 w 2906"/>
                <a:gd name="T13" fmla="*/ 1398 h 1980"/>
                <a:gd name="T14" fmla="*/ 17 w 2906"/>
                <a:gd name="T15" fmla="*/ 1553 h 1980"/>
                <a:gd name="T16" fmla="*/ 64 w 2906"/>
                <a:gd name="T17" fmla="*/ 1688 h 1980"/>
                <a:gd name="T18" fmla="*/ 142 w 2906"/>
                <a:gd name="T19" fmla="*/ 1800 h 1980"/>
                <a:gd name="T20" fmla="*/ 244 w 2906"/>
                <a:gd name="T21" fmla="*/ 1888 h 1980"/>
                <a:gd name="T22" fmla="*/ 371 w 2906"/>
                <a:gd name="T23" fmla="*/ 1947 h 1980"/>
                <a:gd name="T24" fmla="*/ 517 w 2906"/>
                <a:gd name="T25" fmla="*/ 1977 h 1980"/>
                <a:gd name="T26" fmla="*/ 1998 w 2906"/>
                <a:gd name="T27" fmla="*/ 1979 h 1980"/>
                <a:gd name="T28" fmla="*/ 2051 w 2906"/>
                <a:gd name="T29" fmla="*/ 1964 h 1980"/>
                <a:gd name="T30" fmla="*/ 2135 w 2906"/>
                <a:gd name="T31" fmla="*/ 1907 h 1980"/>
                <a:gd name="T32" fmla="*/ 2192 w 2906"/>
                <a:gd name="T33" fmla="*/ 1823 h 1980"/>
                <a:gd name="T34" fmla="*/ 2207 w 2906"/>
                <a:gd name="T35" fmla="*/ 1770 h 1980"/>
                <a:gd name="T36" fmla="*/ 2205 w 2906"/>
                <a:gd name="T37" fmla="*/ 1303 h 1980"/>
                <a:gd name="T38" fmla="*/ 2170 w 2906"/>
                <a:gd name="T39" fmla="*/ 1227 h 1980"/>
                <a:gd name="T40" fmla="*/ 2105 w 2906"/>
                <a:gd name="T41" fmla="*/ 1178 h 1980"/>
                <a:gd name="T42" fmla="*/ 2017 w 2906"/>
                <a:gd name="T43" fmla="*/ 1166 h 1980"/>
                <a:gd name="T44" fmla="*/ 1933 w 2906"/>
                <a:gd name="T45" fmla="*/ 1193 h 1980"/>
                <a:gd name="T46" fmla="*/ 1879 w 2906"/>
                <a:gd name="T47" fmla="*/ 1252 h 1980"/>
                <a:gd name="T48" fmla="*/ 1860 w 2906"/>
                <a:gd name="T49" fmla="*/ 1340 h 1980"/>
                <a:gd name="T50" fmla="*/ 548 w 2906"/>
                <a:gd name="T51" fmla="*/ 1628 h 1980"/>
                <a:gd name="T52" fmla="*/ 495 w 2906"/>
                <a:gd name="T53" fmla="*/ 1611 h 1980"/>
                <a:gd name="T54" fmla="*/ 405 w 2906"/>
                <a:gd name="T55" fmla="*/ 1541 h 1980"/>
                <a:gd name="T56" fmla="*/ 359 w 2906"/>
                <a:gd name="T57" fmla="*/ 1463 h 1980"/>
                <a:gd name="T58" fmla="*/ 349 w 2906"/>
                <a:gd name="T59" fmla="*/ 1409 h 1980"/>
                <a:gd name="T60" fmla="*/ 352 w 2906"/>
                <a:gd name="T61" fmla="*/ 550 h 1980"/>
                <a:gd name="T62" fmla="*/ 368 w 2906"/>
                <a:gd name="T63" fmla="*/ 497 h 1980"/>
                <a:gd name="T64" fmla="*/ 438 w 2906"/>
                <a:gd name="T65" fmla="*/ 407 h 1980"/>
                <a:gd name="T66" fmla="*/ 517 w 2906"/>
                <a:gd name="T67" fmla="*/ 361 h 1980"/>
                <a:gd name="T68" fmla="*/ 571 w 2906"/>
                <a:gd name="T69" fmla="*/ 350 h 1980"/>
                <a:gd name="T70" fmla="*/ 2357 w 2906"/>
                <a:gd name="T71" fmla="*/ 353 h 1980"/>
                <a:gd name="T72" fmla="*/ 2410 w 2906"/>
                <a:gd name="T73" fmla="*/ 370 h 1980"/>
                <a:gd name="T74" fmla="*/ 2500 w 2906"/>
                <a:gd name="T75" fmla="*/ 440 h 1980"/>
                <a:gd name="T76" fmla="*/ 2546 w 2906"/>
                <a:gd name="T77" fmla="*/ 518 h 1980"/>
                <a:gd name="T78" fmla="*/ 2556 w 2906"/>
                <a:gd name="T79" fmla="*/ 572 h 1980"/>
                <a:gd name="T80" fmla="*/ 2564 w 2906"/>
                <a:gd name="T81" fmla="*/ 1856 h 1980"/>
                <a:gd name="T82" fmla="*/ 2605 w 2906"/>
                <a:gd name="T83" fmla="*/ 1927 h 1980"/>
                <a:gd name="T84" fmla="*/ 2676 w 2906"/>
                <a:gd name="T85" fmla="*/ 1972 h 1980"/>
                <a:gd name="T86" fmla="*/ 2767 w 2906"/>
                <a:gd name="T87" fmla="*/ 1978 h 1980"/>
                <a:gd name="T88" fmla="*/ 2844 w 2906"/>
                <a:gd name="T89" fmla="*/ 1947 h 1980"/>
                <a:gd name="T90" fmla="*/ 2892 w 2906"/>
                <a:gd name="T91" fmla="*/ 1883 h 1980"/>
                <a:gd name="T92" fmla="*/ 2906 w 2906"/>
                <a:gd name="T93" fmla="*/ 583 h 1980"/>
                <a:gd name="T94" fmla="*/ 2889 w 2906"/>
                <a:gd name="T95" fmla="*/ 428 h 1980"/>
                <a:gd name="T96" fmla="*/ 2842 w 2906"/>
                <a:gd name="T97" fmla="*/ 293 h 1980"/>
                <a:gd name="T98" fmla="*/ 2764 w 2906"/>
                <a:gd name="T99" fmla="*/ 180 h 1980"/>
                <a:gd name="T100" fmla="*/ 2662 w 2906"/>
                <a:gd name="T101" fmla="*/ 92 h 1980"/>
                <a:gd name="T102" fmla="*/ 2535 w 2906"/>
                <a:gd name="T103" fmla="*/ 33 h 1980"/>
                <a:gd name="T104" fmla="*/ 2389 w 2906"/>
                <a:gd name="T105" fmla="*/ 2 h 1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906" h="1980">
                  <a:moveTo>
                    <a:pt x="2325" y="0"/>
                  </a:moveTo>
                  <a:lnTo>
                    <a:pt x="581" y="0"/>
                  </a:lnTo>
                  <a:lnTo>
                    <a:pt x="548" y="1"/>
                  </a:lnTo>
                  <a:lnTo>
                    <a:pt x="517" y="3"/>
                  </a:lnTo>
                  <a:lnTo>
                    <a:pt x="486" y="7"/>
                  </a:lnTo>
                  <a:lnTo>
                    <a:pt x="456" y="11"/>
                  </a:lnTo>
                  <a:lnTo>
                    <a:pt x="427" y="17"/>
                  </a:lnTo>
                  <a:lnTo>
                    <a:pt x="398" y="24"/>
                  </a:lnTo>
                  <a:lnTo>
                    <a:pt x="371" y="33"/>
                  </a:lnTo>
                  <a:lnTo>
                    <a:pt x="344" y="43"/>
                  </a:lnTo>
                  <a:lnTo>
                    <a:pt x="317" y="53"/>
                  </a:lnTo>
                  <a:lnTo>
                    <a:pt x="292" y="65"/>
                  </a:lnTo>
                  <a:lnTo>
                    <a:pt x="267" y="79"/>
                  </a:lnTo>
                  <a:lnTo>
                    <a:pt x="244" y="92"/>
                  </a:lnTo>
                  <a:lnTo>
                    <a:pt x="221" y="108"/>
                  </a:lnTo>
                  <a:lnTo>
                    <a:pt x="200" y="125"/>
                  </a:lnTo>
                  <a:lnTo>
                    <a:pt x="180" y="142"/>
                  </a:lnTo>
                  <a:lnTo>
                    <a:pt x="159" y="161"/>
                  </a:lnTo>
                  <a:lnTo>
                    <a:pt x="142" y="180"/>
                  </a:lnTo>
                  <a:lnTo>
                    <a:pt x="124" y="200"/>
                  </a:lnTo>
                  <a:lnTo>
                    <a:pt x="108" y="223"/>
                  </a:lnTo>
                  <a:lnTo>
                    <a:pt x="92" y="245"/>
                  </a:lnTo>
                  <a:lnTo>
                    <a:pt x="77" y="269"/>
                  </a:lnTo>
                  <a:lnTo>
                    <a:pt x="64" y="293"/>
                  </a:lnTo>
                  <a:lnTo>
                    <a:pt x="53" y="318"/>
                  </a:lnTo>
                  <a:lnTo>
                    <a:pt x="42" y="344"/>
                  </a:lnTo>
                  <a:lnTo>
                    <a:pt x="33" y="371"/>
                  </a:lnTo>
                  <a:lnTo>
                    <a:pt x="24" y="399"/>
                  </a:lnTo>
                  <a:lnTo>
                    <a:pt x="17" y="428"/>
                  </a:lnTo>
                  <a:lnTo>
                    <a:pt x="10" y="458"/>
                  </a:lnTo>
                  <a:lnTo>
                    <a:pt x="6" y="487"/>
                  </a:lnTo>
                  <a:lnTo>
                    <a:pt x="2" y="519"/>
                  </a:lnTo>
                  <a:lnTo>
                    <a:pt x="1" y="550"/>
                  </a:lnTo>
                  <a:lnTo>
                    <a:pt x="0" y="583"/>
                  </a:lnTo>
                  <a:lnTo>
                    <a:pt x="0" y="1398"/>
                  </a:lnTo>
                  <a:lnTo>
                    <a:pt x="1" y="1430"/>
                  </a:lnTo>
                  <a:lnTo>
                    <a:pt x="2" y="1463"/>
                  </a:lnTo>
                  <a:lnTo>
                    <a:pt x="6" y="1493"/>
                  </a:lnTo>
                  <a:lnTo>
                    <a:pt x="10" y="1523"/>
                  </a:lnTo>
                  <a:lnTo>
                    <a:pt x="17" y="1553"/>
                  </a:lnTo>
                  <a:lnTo>
                    <a:pt x="24" y="1582"/>
                  </a:lnTo>
                  <a:lnTo>
                    <a:pt x="33" y="1609"/>
                  </a:lnTo>
                  <a:lnTo>
                    <a:pt x="42" y="1637"/>
                  </a:lnTo>
                  <a:lnTo>
                    <a:pt x="53" y="1663"/>
                  </a:lnTo>
                  <a:lnTo>
                    <a:pt x="64" y="1688"/>
                  </a:lnTo>
                  <a:lnTo>
                    <a:pt x="77" y="1712"/>
                  </a:lnTo>
                  <a:lnTo>
                    <a:pt x="92" y="1736"/>
                  </a:lnTo>
                  <a:lnTo>
                    <a:pt x="108" y="1758"/>
                  </a:lnTo>
                  <a:lnTo>
                    <a:pt x="124" y="1780"/>
                  </a:lnTo>
                  <a:lnTo>
                    <a:pt x="142" y="1800"/>
                  </a:lnTo>
                  <a:lnTo>
                    <a:pt x="159" y="1820"/>
                  </a:lnTo>
                  <a:lnTo>
                    <a:pt x="180" y="1838"/>
                  </a:lnTo>
                  <a:lnTo>
                    <a:pt x="200" y="1856"/>
                  </a:lnTo>
                  <a:lnTo>
                    <a:pt x="221" y="1872"/>
                  </a:lnTo>
                  <a:lnTo>
                    <a:pt x="244" y="1888"/>
                  </a:lnTo>
                  <a:lnTo>
                    <a:pt x="267" y="1902"/>
                  </a:lnTo>
                  <a:lnTo>
                    <a:pt x="292" y="1915"/>
                  </a:lnTo>
                  <a:lnTo>
                    <a:pt x="317" y="1927"/>
                  </a:lnTo>
                  <a:lnTo>
                    <a:pt x="344" y="1938"/>
                  </a:lnTo>
                  <a:lnTo>
                    <a:pt x="371" y="1947"/>
                  </a:lnTo>
                  <a:lnTo>
                    <a:pt x="398" y="1956"/>
                  </a:lnTo>
                  <a:lnTo>
                    <a:pt x="427" y="1963"/>
                  </a:lnTo>
                  <a:lnTo>
                    <a:pt x="456" y="1969"/>
                  </a:lnTo>
                  <a:lnTo>
                    <a:pt x="486" y="1973"/>
                  </a:lnTo>
                  <a:lnTo>
                    <a:pt x="517" y="1977"/>
                  </a:lnTo>
                  <a:lnTo>
                    <a:pt x="548" y="1979"/>
                  </a:lnTo>
                  <a:lnTo>
                    <a:pt x="581" y="1980"/>
                  </a:lnTo>
                  <a:lnTo>
                    <a:pt x="1976" y="1980"/>
                  </a:lnTo>
                  <a:lnTo>
                    <a:pt x="1987" y="1979"/>
                  </a:lnTo>
                  <a:lnTo>
                    <a:pt x="1998" y="1979"/>
                  </a:lnTo>
                  <a:lnTo>
                    <a:pt x="2008" y="1977"/>
                  </a:lnTo>
                  <a:lnTo>
                    <a:pt x="2019" y="1974"/>
                  </a:lnTo>
                  <a:lnTo>
                    <a:pt x="2029" y="1972"/>
                  </a:lnTo>
                  <a:lnTo>
                    <a:pt x="2041" y="1969"/>
                  </a:lnTo>
                  <a:lnTo>
                    <a:pt x="2051" y="1964"/>
                  </a:lnTo>
                  <a:lnTo>
                    <a:pt x="2061" y="1960"/>
                  </a:lnTo>
                  <a:lnTo>
                    <a:pt x="2081" y="1950"/>
                  </a:lnTo>
                  <a:lnTo>
                    <a:pt x="2100" y="1937"/>
                  </a:lnTo>
                  <a:lnTo>
                    <a:pt x="2118" y="1923"/>
                  </a:lnTo>
                  <a:lnTo>
                    <a:pt x="2135" y="1907"/>
                  </a:lnTo>
                  <a:lnTo>
                    <a:pt x="2151" y="1890"/>
                  </a:lnTo>
                  <a:lnTo>
                    <a:pt x="2165" y="1872"/>
                  </a:lnTo>
                  <a:lnTo>
                    <a:pt x="2178" y="1853"/>
                  </a:lnTo>
                  <a:lnTo>
                    <a:pt x="2188" y="1833"/>
                  </a:lnTo>
                  <a:lnTo>
                    <a:pt x="2192" y="1823"/>
                  </a:lnTo>
                  <a:lnTo>
                    <a:pt x="2197" y="1812"/>
                  </a:lnTo>
                  <a:lnTo>
                    <a:pt x="2200" y="1801"/>
                  </a:lnTo>
                  <a:lnTo>
                    <a:pt x="2202" y="1791"/>
                  </a:lnTo>
                  <a:lnTo>
                    <a:pt x="2205" y="1780"/>
                  </a:lnTo>
                  <a:lnTo>
                    <a:pt x="2207" y="1770"/>
                  </a:lnTo>
                  <a:lnTo>
                    <a:pt x="2208" y="1758"/>
                  </a:lnTo>
                  <a:lnTo>
                    <a:pt x="2208" y="1747"/>
                  </a:lnTo>
                  <a:lnTo>
                    <a:pt x="2208" y="1340"/>
                  </a:lnTo>
                  <a:lnTo>
                    <a:pt x="2207" y="1321"/>
                  </a:lnTo>
                  <a:lnTo>
                    <a:pt x="2205" y="1303"/>
                  </a:lnTo>
                  <a:lnTo>
                    <a:pt x="2200" y="1286"/>
                  </a:lnTo>
                  <a:lnTo>
                    <a:pt x="2195" y="1270"/>
                  </a:lnTo>
                  <a:lnTo>
                    <a:pt x="2188" y="1254"/>
                  </a:lnTo>
                  <a:lnTo>
                    <a:pt x="2179" y="1240"/>
                  </a:lnTo>
                  <a:lnTo>
                    <a:pt x="2170" y="1227"/>
                  </a:lnTo>
                  <a:lnTo>
                    <a:pt x="2159" y="1215"/>
                  </a:lnTo>
                  <a:lnTo>
                    <a:pt x="2146" y="1204"/>
                  </a:lnTo>
                  <a:lnTo>
                    <a:pt x="2134" y="1194"/>
                  </a:lnTo>
                  <a:lnTo>
                    <a:pt x="2119" y="1186"/>
                  </a:lnTo>
                  <a:lnTo>
                    <a:pt x="2105" y="1178"/>
                  </a:lnTo>
                  <a:lnTo>
                    <a:pt x="2089" y="1172"/>
                  </a:lnTo>
                  <a:lnTo>
                    <a:pt x="2072" y="1169"/>
                  </a:lnTo>
                  <a:lnTo>
                    <a:pt x="2055" y="1166"/>
                  </a:lnTo>
                  <a:lnTo>
                    <a:pt x="2037" y="1166"/>
                  </a:lnTo>
                  <a:lnTo>
                    <a:pt x="2017" y="1166"/>
                  </a:lnTo>
                  <a:lnTo>
                    <a:pt x="1998" y="1169"/>
                  </a:lnTo>
                  <a:lnTo>
                    <a:pt x="1981" y="1172"/>
                  </a:lnTo>
                  <a:lnTo>
                    <a:pt x="1964" y="1178"/>
                  </a:lnTo>
                  <a:lnTo>
                    <a:pt x="1949" y="1185"/>
                  </a:lnTo>
                  <a:lnTo>
                    <a:pt x="1933" y="1193"/>
                  </a:lnTo>
                  <a:lnTo>
                    <a:pt x="1921" y="1202"/>
                  </a:lnTo>
                  <a:lnTo>
                    <a:pt x="1908" y="1213"/>
                  </a:lnTo>
                  <a:lnTo>
                    <a:pt x="1897" y="1225"/>
                  </a:lnTo>
                  <a:lnTo>
                    <a:pt x="1887" y="1238"/>
                  </a:lnTo>
                  <a:lnTo>
                    <a:pt x="1879" y="1252"/>
                  </a:lnTo>
                  <a:lnTo>
                    <a:pt x="1872" y="1268"/>
                  </a:lnTo>
                  <a:lnTo>
                    <a:pt x="1867" y="1285"/>
                  </a:lnTo>
                  <a:lnTo>
                    <a:pt x="1863" y="1302"/>
                  </a:lnTo>
                  <a:lnTo>
                    <a:pt x="1860" y="1321"/>
                  </a:lnTo>
                  <a:lnTo>
                    <a:pt x="1860" y="1340"/>
                  </a:lnTo>
                  <a:lnTo>
                    <a:pt x="1860" y="1631"/>
                  </a:lnTo>
                  <a:lnTo>
                    <a:pt x="581" y="1631"/>
                  </a:lnTo>
                  <a:lnTo>
                    <a:pt x="571" y="1630"/>
                  </a:lnTo>
                  <a:lnTo>
                    <a:pt x="559" y="1629"/>
                  </a:lnTo>
                  <a:lnTo>
                    <a:pt x="548" y="1628"/>
                  </a:lnTo>
                  <a:lnTo>
                    <a:pt x="538" y="1626"/>
                  </a:lnTo>
                  <a:lnTo>
                    <a:pt x="527" y="1622"/>
                  </a:lnTo>
                  <a:lnTo>
                    <a:pt x="517" y="1619"/>
                  </a:lnTo>
                  <a:lnTo>
                    <a:pt x="505" y="1616"/>
                  </a:lnTo>
                  <a:lnTo>
                    <a:pt x="495" y="1611"/>
                  </a:lnTo>
                  <a:lnTo>
                    <a:pt x="475" y="1600"/>
                  </a:lnTo>
                  <a:lnTo>
                    <a:pt x="456" y="1587"/>
                  </a:lnTo>
                  <a:lnTo>
                    <a:pt x="438" y="1574"/>
                  </a:lnTo>
                  <a:lnTo>
                    <a:pt x="421" y="1558"/>
                  </a:lnTo>
                  <a:lnTo>
                    <a:pt x="405" y="1541"/>
                  </a:lnTo>
                  <a:lnTo>
                    <a:pt x="391" y="1523"/>
                  </a:lnTo>
                  <a:lnTo>
                    <a:pt x="378" y="1503"/>
                  </a:lnTo>
                  <a:lnTo>
                    <a:pt x="368" y="1484"/>
                  </a:lnTo>
                  <a:lnTo>
                    <a:pt x="364" y="1473"/>
                  </a:lnTo>
                  <a:lnTo>
                    <a:pt x="359" y="1463"/>
                  </a:lnTo>
                  <a:lnTo>
                    <a:pt x="356" y="1452"/>
                  </a:lnTo>
                  <a:lnTo>
                    <a:pt x="354" y="1441"/>
                  </a:lnTo>
                  <a:lnTo>
                    <a:pt x="352" y="1431"/>
                  </a:lnTo>
                  <a:lnTo>
                    <a:pt x="349" y="1420"/>
                  </a:lnTo>
                  <a:lnTo>
                    <a:pt x="349" y="1409"/>
                  </a:lnTo>
                  <a:lnTo>
                    <a:pt x="348" y="1398"/>
                  </a:lnTo>
                  <a:lnTo>
                    <a:pt x="348" y="583"/>
                  </a:lnTo>
                  <a:lnTo>
                    <a:pt x="349" y="572"/>
                  </a:lnTo>
                  <a:lnTo>
                    <a:pt x="349" y="561"/>
                  </a:lnTo>
                  <a:lnTo>
                    <a:pt x="352" y="550"/>
                  </a:lnTo>
                  <a:lnTo>
                    <a:pt x="354" y="539"/>
                  </a:lnTo>
                  <a:lnTo>
                    <a:pt x="356" y="529"/>
                  </a:lnTo>
                  <a:lnTo>
                    <a:pt x="359" y="518"/>
                  </a:lnTo>
                  <a:lnTo>
                    <a:pt x="364" y="507"/>
                  </a:lnTo>
                  <a:lnTo>
                    <a:pt x="368" y="497"/>
                  </a:lnTo>
                  <a:lnTo>
                    <a:pt x="378" y="477"/>
                  </a:lnTo>
                  <a:lnTo>
                    <a:pt x="391" y="458"/>
                  </a:lnTo>
                  <a:lnTo>
                    <a:pt x="405" y="440"/>
                  </a:lnTo>
                  <a:lnTo>
                    <a:pt x="421" y="423"/>
                  </a:lnTo>
                  <a:lnTo>
                    <a:pt x="438" y="407"/>
                  </a:lnTo>
                  <a:lnTo>
                    <a:pt x="456" y="393"/>
                  </a:lnTo>
                  <a:lnTo>
                    <a:pt x="475" y="380"/>
                  </a:lnTo>
                  <a:lnTo>
                    <a:pt x="495" y="370"/>
                  </a:lnTo>
                  <a:lnTo>
                    <a:pt x="505" y="366"/>
                  </a:lnTo>
                  <a:lnTo>
                    <a:pt x="517" y="361"/>
                  </a:lnTo>
                  <a:lnTo>
                    <a:pt x="527" y="358"/>
                  </a:lnTo>
                  <a:lnTo>
                    <a:pt x="538" y="354"/>
                  </a:lnTo>
                  <a:lnTo>
                    <a:pt x="548" y="352"/>
                  </a:lnTo>
                  <a:lnTo>
                    <a:pt x="559" y="351"/>
                  </a:lnTo>
                  <a:lnTo>
                    <a:pt x="571" y="350"/>
                  </a:lnTo>
                  <a:lnTo>
                    <a:pt x="581" y="350"/>
                  </a:lnTo>
                  <a:lnTo>
                    <a:pt x="2325" y="350"/>
                  </a:lnTo>
                  <a:lnTo>
                    <a:pt x="2335" y="350"/>
                  </a:lnTo>
                  <a:lnTo>
                    <a:pt x="2346" y="351"/>
                  </a:lnTo>
                  <a:lnTo>
                    <a:pt x="2357" y="353"/>
                  </a:lnTo>
                  <a:lnTo>
                    <a:pt x="2368" y="356"/>
                  </a:lnTo>
                  <a:lnTo>
                    <a:pt x="2379" y="358"/>
                  </a:lnTo>
                  <a:lnTo>
                    <a:pt x="2389" y="361"/>
                  </a:lnTo>
                  <a:lnTo>
                    <a:pt x="2400" y="366"/>
                  </a:lnTo>
                  <a:lnTo>
                    <a:pt x="2410" y="370"/>
                  </a:lnTo>
                  <a:lnTo>
                    <a:pt x="2430" y="380"/>
                  </a:lnTo>
                  <a:lnTo>
                    <a:pt x="2450" y="393"/>
                  </a:lnTo>
                  <a:lnTo>
                    <a:pt x="2468" y="407"/>
                  </a:lnTo>
                  <a:lnTo>
                    <a:pt x="2484" y="423"/>
                  </a:lnTo>
                  <a:lnTo>
                    <a:pt x="2500" y="440"/>
                  </a:lnTo>
                  <a:lnTo>
                    <a:pt x="2515" y="458"/>
                  </a:lnTo>
                  <a:lnTo>
                    <a:pt x="2527" y="477"/>
                  </a:lnTo>
                  <a:lnTo>
                    <a:pt x="2537" y="497"/>
                  </a:lnTo>
                  <a:lnTo>
                    <a:pt x="2542" y="507"/>
                  </a:lnTo>
                  <a:lnTo>
                    <a:pt x="2546" y="518"/>
                  </a:lnTo>
                  <a:lnTo>
                    <a:pt x="2549" y="529"/>
                  </a:lnTo>
                  <a:lnTo>
                    <a:pt x="2552" y="539"/>
                  </a:lnTo>
                  <a:lnTo>
                    <a:pt x="2554" y="550"/>
                  </a:lnTo>
                  <a:lnTo>
                    <a:pt x="2556" y="561"/>
                  </a:lnTo>
                  <a:lnTo>
                    <a:pt x="2556" y="572"/>
                  </a:lnTo>
                  <a:lnTo>
                    <a:pt x="2557" y="583"/>
                  </a:lnTo>
                  <a:lnTo>
                    <a:pt x="2557" y="1806"/>
                  </a:lnTo>
                  <a:lnTo>
                    <a:pt x="2558" y="1823"/>
                  </a:lnTo>
                  <a:lnTo>
                    <a:pt x="2561" y="1839"/>
                  </a:lnTo>
                  <a:lnTo>
                    <a:pt x="2564" y="1856"/>
                  </a:lnTo>
                  <a:lnTo>
                    <a:pt x="2570" y="1872"/>
                  </a:lnTo>
                  <a:lnTo>
                    <a:pt x="2576" y="1887"/>
                  </a:lnTo>
                  <a:lnTo>
                    <a:pt x="2584" y="1901"/>
                  </a:lnTo>
                  <a:lnTo>
                    <a:pt x="2594" y="1915"/>
                  </a:lnTo>
                  <a:lnTo>
                    <a:pt x="2605" y="1927"/>
                  </a:lnTo>
                  <a:lnTo>
                    <a:pt x="2617" y="1938"/>
                  </a:lnTo>
                  <a:lnTo>
                    <a:pt x="2630" y="1949"/>
                  </a:lnTo>
                  <a:lnTo>
                    <a:pt x="2645" y="1958"/>
                  </a:lnTo>
                  <a:lnTo>
                    <a:pt x="2660" y="1965"/>
                  </a:lnTo>
                  <a:lnTo>
                    <a:pt x="2676" y="1972"/>
                  </a:lnTo>
                  <a:lnTo>
                    <a:pt x="2694" y="1977"/>
                  </a:lnTo>
                  <a:lnTo>
                    <a:pt x="2712" y="1979"/>
                  </a:lnTo>
                  <a:lnTo>
                    <a:pt x="2731" y="1980"/>
                  </a:lnTo>
                  <a:lnTo>
                    <a:pt x="2749" y="1979"/>
                  </a:lnTo>
                  <a:lnTo>
                    <a:pt x="2767" y="1978"/>
                  </a:lnTo>
                  <a:lnTo>
                    <a:pt x="2784" y="1974"/>
                  </a:lnTo>
                  <a:lnTo>
                    <a:pt x="2800" y="1970"/>
                  </a:lnTo>
                  <a:lnTo>
                    <a:pt x="2816" y="1963"/>
                  </a:lnTo>
                  <a:lnTo>
                    <a:pt x="2830" y="1956"/>
                  </a:lnTo>
                  <a:lnTo>
                    <a:pt x="2844" y="1947"/>
                  </a:lnTo>
                  <a:lnTo>
                    <a:pt x="2856" y="1937"/>
                  </a:lnTo>
                  <a:lnTo>
                    <a:pt x="2866" y="1926"/>
                  </a:lnTo>
                  <a:lnTo>
                    <a:pt x="2876" y="1913"/>
                  </a:lnTo>
                  <a:lnTo>
                    <a:pt x="2885" y="1899"/>
                  </a:lnTo>
                  <a:lnTo>
                    <a:pt x="2892" y="1883"/>
                  </a:lnTo>
                  <a:lnTo>
                    <a:pt x="2898" y="1866"/>
                  </a:lnTo>
                  <a:lnTo>
                    <a:pt x="2902" y="1847"/>
                  </a:lnTo>
                  <a:lnTo>
                    <a:pt x="2904" y="1827"/>
                  </a:lnTo>
                  <a:lnTo>
                    <a:pt x="2906" y="1806"/>
                  </a:lnTo>
                  <a:lnTo>
                    <a:pt x="2906" y="583"/>
                  </a:lnTo>
                  <a:lnTo>
                    <a:pt x="2904" y="550"/>
                  </a:lnTo>
                  <a:lnTo>
                    <a:pt x="2903" y="519"/>
                  </a:lnTo>
                  <a:lnTo>
                    <a:pt x="2900" y="487"/>
                  </a:lnTo>
                  <a:lnTo>
                    <a:pt x="2895" y="458"/>
                  </a:lnTo>
                  <a:lnTo>
                    <a:pt x="2889" y="428"/>
                  </a:lnTo>
                  <a:lnTo>
                    <a:pt x="2882" y="399"/>
                  </a:lnTo>
                  <a:lnTo>
                    <a:pt x="2873" y="371"/>
                  </a:lnTo>
                  <a:lnTo>
                    <a:pt x="2864" y="344"/>
                  </a:lnTo>
                  <a:lnTo>
                    <a:pt x="2853" y="318"/>
                  </a:lnTo>
                  <a:lnTo>
                    <a:pt x="2842" y="293"/>
                  </a:lnTo>
                  <a:lnTo>
                    <a:pt x="2828" y="269"/>
                  </a:lnTo>
                  <a:lnTo>
                    <a:pt x="2813" y="245"/>
                  </a:lnTo>
                  <a:lnTo>
                    <a:pt x="2799" y="223"/>
                  </a:lnTo>
                  <a:lnTo>
                    <a:pt x="2782" y="200"/>
                  </a:lnTo>
                  <a:lnTo>
                    <a:pt x="2764" y="180"/>
                  </a:lnTo>
                  <a:lnTo>
                    <a:pt x="2746" y="161"/>
                  </a:lnTo>
                  <a:lnTo>
                    <a:pt x="2726" y="142"/>
                  </a:lnTo>
                  <a:lnTo>
                    <a:pt x="2706" y="125"/>
                  </a:lnTo>
                  <a:lnTo>
                    <a:pt x="2684" y="108"/>
                  </a:lnTo>
                  <a:lnTo>
                    <a:pt x="2662" y="92"/>
                  </a:lnTo>
                  <a:lnTo>
                    <a:pt x="2638" y="78"/>
                  </a:lnTo>
                  <a:lnTo>
                    <a:pt x="2614" y="65"/>
                  </a:lnTo>
                  <a:lnTo>
                    <a:pt x="2589" y="53"/>
                  </a:lnTo>
                  <a:lnTo>
                    <a:pt x="2563" y="42"/>
                  </a:lnTo>
                  <a:lnTo>
                    <a:pt x="2535" y="33"/>
                  </a:lnTo>
                  <a:lnTo>
                    <a:pt x="2508" y="24"/>
                  </a:lnTo>
                  <a:lnTo>
                    <a:pt x="2479" y="17"/>
                  </a:lnTo>
                  <a:lnTo>
                    <a:pt x="2450" y="11"/>
                  </a:lnTo>
                  <a:lnTo>
                    <a:pt x="2419" y="6"/>
                  </a:lnTo>
                  <a:lnTo>
                    <a:pt x="2389" y="2"/>
                  </a:lnTo>
                  <a:lnTo>
                    <a:pt x="2356" y="1"/>
                  </a:lnTo>
                  <a:lnTo>
                    <a:pt x="23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pl-PL" sz="4267">
                <a:solidFill>
                  <a:schemeClr val="tx2"/>
                </a:solidFill>
              </a:endParaRPr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9F7D99EE-74C1-67BF-1A42-00C1280A3B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7863" y="3114675"/>
              <a:ext cx="922338" cy="628650"/>
            </a:xfrm>
            <a:custGeom>
              <a:avLst/>
              <a:gdLst>
                <a:gd name="T0" fmla="*/ 8 w 2905"/>
                <a:gd name="T1" fmla="*/ 1540 h 1980"/>
                <a:gd name="T2" fmla="*/ 41 w 2905"/>
                <a:gd name="T3" fmla="*/ 1688 h 1980"/>
                <a:gd name="T4" fmla="*/ 103 w 2905"/>
                <a:gd name="T5" fmla="*/ 1805 h 1980"/>
                <a:gd name="T6" fmla="*/ 194 w 2905"/>
                <a:gd name="T7" fmla="*/ 1890 h 1980"/>
                <a:gd name="T8" fmla="*/ 316 w 2905"/>
                <a:gd name="T9" fmla="*/ 1946 h 1980"/>
                <a:gd name="T10" fmla="*/ 471 w 2905"/>
                <a:gd name="T11" fmla="*/ 1976 h 1980"/>
                <a:gd name="T12" fmla="*/ 849 w 2905"/>
                <a:gd name="T13" fmla="*/ 1980 h 1980"/>
                <a:gd name="T14" fmla="*/ 1522 w 2905"/>
                <a:gd name="T15" fmla="*/ 1980 h 1980"/>
                <a:gd name="T16" fmla="*/ 2193 w 2905"/>
                <a:gd name="T17" fmla="*/ 1980 h 1980"/>
                <a:gd name="T18" fmla="*/ 2749 w 2905"/>
                <a:gd name="T19" fmla="*/ 1979 h 1980"/>
                <a:gd name="T20" fmla="*/ 2832 w 2905"/>
                <a:gd name="T21" fmla="*/ 1953 h 1980"/>
                <a:gd name="T22" fmla="*/ 2886 w 2905"/>
                <a:gd name="T23" fmla="*/ 1893 h 1980"/>
                <a:gd name="T24" fmla="*/ 2905 w 2905"/>
                <a:gd name="T25" fmla="*/ 1805 h 1980"/>
                <a:gd name="T26" fmla="*/ 2886 w 2905"/>
                <a:gd name="T27" fmla="*/ 1718 h 1980"/>
                <a:gd name="T28" fmla="*/ 2833 w 2905"/>
                <a:gd name="T29" fmla="*/ 1658 h 1980"/>
                <a:gd name="T30" fmla="*/ 2751 w 2905"/>
                <a:gd name="T31" fmla="*/ 1631 h 1980"/>
                <a:gd name="T32" fmla="*/ 494 w 2905"/>
                <a:gd name="T33" fmla="*/ 1623 h 1980"/>
                <a:gd name="T34" fmla="*/ 430 w 2905"/>
                <a:gd name="T35" fmla="*/ 1601 h 1980"/>
                <a:gd name="T36" fmla="*/ 392 w 2905"/>
                <a:gd name="T37" fmla="*/ 1571 h 1980"/>
                <a:gd name="T38" fmla="*/ 367 w 2905"/>
                <a:gd name="T39" fmla="*/ 1527 h 1980"/>
                <a:gd name="T40" fmla="*/ 349 w 2905"/>
                <a:gd name="T41" fmla="*/ 1429 h 1980"/>
                <a:gd name="T42" fmla="*/ 355 w 2905"/>
                <a:gd name="T43" fmla="*/ 496 h 1980"/>
                <a:gd name="T44" fmla="*/ 377 w 2905"/>
                <a:gd name="T45" fmla="*/ 432 h 1980"/>
                <a:gd name="T46" fmla="*/ 407 w 2905"/>
                <a:gd name="T47" fmla="*/ 395 h 1980"/>
                <a:gd name="T48" fmla="*/ 451 w 2905"/>
                <a:gd name="T49" fmla="*/ 369 h 1980"/>
                <a:gd name="T50" fmla="*/ 550 w 2905"/>
                <a:gd name="T51" fmla="*/ 351 h 1980"/>
                <a:gd name="T52" fmla="*/ 2407 w 2905"/>
                <a:gd name="T53" fmla="*/ 357 h 1980"/>
                <a:gd name="T54" fmla="*/ 2469 w 2905"/>
                <a:gd name="T55" fmla="*/ 378 h 1980"/>
                <a:gd name="T56" fmla="*/ 2509 w 2905"/>
                <a:gd name="T57" fmla="*/ 410 h 1980"/>
                <a:gd name="T58" fmla="*/ 2536 w 2905"/>
                <a:gd name="T59" fmla="*/ 452 h 1980"/>
                <a:gd name="T60" fmla="*/ 2555 w 2905"/>
                <a:gd name="T61" fmla="*/ 551 h 1980"/>
                <a:gd name="T62" fmla="*/ 2544 w 2905"/>
                <a:gd name="T63" fmla="*/ 693 h 1980"/>
                <a:gd name="T64" fmla="*/ 2522 w 2905"/>
                <a:gd name="T65" fmla="*/ 741 h 1980"/>
                <a:gd name="T66" fmla="*/ 2490 w 2905"/>
                <a:gd name="T67" fmla="*/ 777 h 1980"/>
                <a:gd name="T68" fmla="*/ 2444 w 2905"/>
                <a:gd name="T69" fmla="*/ 800 h 1980"/>
                <a:gd name="T70" fmla="*/ 2323 w 2905"/>
                <a:gd name="T71" fmla="*/ 816 h 1980"/>
                <a:gd name="T72" fmla="*/ 796 w 2905"/>
                <a:gd name="T73" fmla="*/ 827 h 1980"/>
                <a:gd name="T74" fmla="*/ 731 w 2905"/>
                <a:gd name="T75" fmla="*/ 871 h 1980"/>
                <a:gd name="T76" fmla="*/ 701 w 2905"/>
                <a:gd name="T77" fmla="*/ 950 h 1980"/>
                <a:gd name="T78" fmla="*/ 704 w 2905"/>
                <a:gd name="T79" fmla="*/ 1047 h 1980"/>
                <a:gd name="T80" fmla="*/ 742 w 2905"/>
                <a:gd name="T81" fmla="*/ 1119 h 1980"/>
                <a:gd name="T82" fmla="*/ 814 w 2905"/>
                <a:gd name="T83" fmla="*/ 1159 h 1980"/>
                <a:gd name="T84" fmla="*/ 2362 w 2905"/>
                <a:gd name="T85" fmla="*/ 1164 h 1980"/>
                <a:gd name="T86" fmla="*/ 2530 w 2905"/>
                <a:gd name="T87" fmla="*/ 1146 h 1980"/>
                <a:gd name="T88" fmla="*/ 2665 w 2905"/>
                <a:gd name="T89" fmla="*/ 1100 h 1980"/>
                <a:gd name="T90" fmla="*/ 2768 w 2905"/>
                <a:gd name="T91" fmla="*/ 1027 h 1980"/>
                <a:gd name="T92" fmla="*/ 2842 w 2905"/>
                <a:gd name="T93" fmla="*/ 923 h 1980"/>
                <a:gd name="T94" fmla="*/ 2886 w 2905"/>
                <a:gd name="T95" fmla="*/ 788 h 1980"/>
                <a:gd name="T96" fmla="*/ 2904 w 2905"/>
                <a:gd name="T97" fmla="*/ 620 h 1980"/>
                <a:gd name="T98" fmla="*/ 2896 w 2905"/>
                <a:gd name="T99" fmla="*/ 441 h 1980"/>
                <a:gd name="T100" fmla="*/ 2863 w 2905"/>
                <a:gd name="T101" fmla="*/ 293 h 1980"/>
                <a:gd name="T102" fmla="*/ 2800 w 2905"/>
                <a:gd name="T103" fmla="*/ 177 h 1980"/>
                <a:gd name="T104" fmla="*/ 2708 w 2905"/>
                <a:gd name="T105" fmla="*/ 91 h 1980"/>
                <a:gd name="T106" fmla="*/ 2586 w 2905"/>
                <a:gd name="T107" fmla="*/ 34 h 1980"/>
                <a:gd name="T108" fmla="*/ 2432 w 2905"/>
                <a:gd name="T109" fmla="*/ 5 h 1980"/>
                <a:gd name="T110" fmla="*/ 542 w 2905"/>
                <a:gd name="T111" fmla="*/ 1 h 1980"/>
                <a:gd name="T112" fmla="*/ 371 w 2905"/>
                <a:gd name="T113" fmla="*/ 19 h 1980"/>
                <a:gd name="T114" fmla="*/ 236 w 2905"/>
                <a:gd name="T115" fmla="*/ 64 h 1980"/>
                <a:gd name="T116" fmla="*/ 133 w 2905"/>
                <a:gd name="T117" fmla="*/ 138 h 1980"/>
                <a:gd name="T118" fmla="*/ 60 w 2905"/>
                <a:gd name="T119" fmla="*/ 243 h 1980"/>
                <a:gd name="T120" fmla="*/ 17 w 2905"/>
                <a:gd name="T121" fmla="*/ 378 h 1980"/>
                <a:gd name="T122" fmla="*/ 0 w 2905"/>
                <a:gd name="T123" fmla="*/ 546 h 1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905" h="1980">
                  <a:moveTo>
                    <a:pt x="0" y="1398"/>
                  </a:moveTo>
                  <a:lnTo>
                    <a:pt x="0" y="1436"/>
                  </a:lnTo>
                  <a:lnTo>
                    <a:pt x="1" y="1472"/>
                  </a:lnTo>
                  <a:lnTo>
                    <a:pt x="4" y="1506"/>
                  </a:lnTo>
                  <a:lnTo>
                    <a:pt x="8" y="1540"/>
                  </a:lnTo>
                  <a:lnTo>
                    <a:pt x="12" y="1572"/>
                  </a:lnTo>
                  <a:lnTo>
                    <a:pt x="18" y="1603"/>
                  </a:lnTo>
                  <a:lnTo>
                    <a:pt x="24" y="1632"/>
                  </a:lnTo>
                  <a:lnTo>
                    <a:pt x="32" y="1661"/>
                  </a:lnTo>
                  <a:lnTo>
                    <a:pt x="41" y="1688"/>
                  </a:lnTo>
                  <a:lnTo>
                    <a:pt x="51" y="1713"/>
                  </a:lnTo>
                  <a:lnTo>
                    <a:pt x="63" y="1738"/>
                  </a:lnTo>
                  <a:lnTo>
                    <a:pt x="75" y="1762"/>
                  </a:lnTo>
                  <a:lnTo>
                    <a:pt x="88" y="1783"/>
                  </a:lnTo>
                  <a:lnTo>
                    <a:pt x="103" y="1805"/>
                  </a:lnTo>
                  <a:lnTo>
                    <a:pt x="119" y="1824"/>
                  </a:lnTo>
                  <a:lnTo>
                    <a:pt x="136" y="1842"/>
                  </a:lnTo>
                  <a:lnTo>
                    <a:pt x="155" y="1859"/>
                  </a:lnTo>
                  <a:lnTo>
                    <a:pt x="174" y="1875"/>
                  </a:lnTo>
                  <a:lnTo>
                    <a:pt x="194" y="1890"/>
                  </a:lnTo>
                  <a:lnTo>
                    <a:pt x="216" y="1904"/>
                  </a:lnTo>
                  <a:lnTo>
                    <a:pt x="239" y="1916"/>
                  </a:lnTo>
                  <a:lnTo>
                    <a:pt x="264" y="1927"/>
                  </a:lnTo>
                  <a:lnTo>
                    <a:pt x="289" y="1937"/>
                  </a:lnTo>
                  <a:lnTo>
                    <a:pt x="316" y="1946"/>
                  </a:lnTo>
                  <a:lnTo>
                    <a:pt x="344" y="1954"/>
                  </a:lnTo>
                  <a:lnTo>
                    <a:pt x="375" y="1961"/>
                  </a:lnTo>
                  <a:lnTo>
                    <a:pt x="405" y="1967"/>
                  </a:lnTo>
                  <a:lnTo>
                    <a:pt x="438" y="1972"/>
                  </a:lnTo>
                  <a:lnTo>
                    <a:pt x="471" y="1976"/>
                  </a:lnTo>
                  <a:lnTo>
                    <a:pt x="506" y="1978"/>
                  </a:lnTo>
                  <a:lnTo>
                    <a:pt x="542" y="1980"/>
                  </a:lnTo>
                  <a:lnTo>
                    <a:pt x="580" y="1980"/>
                  </a:lnTo>
                  <a:lnTo>
                    <a:pt x="715" y="1980"/>
                  </a:lnTo>
                  <a:lnTo>
                    <a:pt x="849" y="1980"/>
                  </a:lnTo>
                  <a:lnTo>
                    <a:pt x="984" y="1980"/>
                  </a:lnTo>
                  <a:lnTo>
                    <a:pt x="1118" y="1980"/>
                  </a:lnTo>
                  <a:lnTo>
                    <a:pt x="1252" y="1980"/>
                  </a:lnTo>
                  <a:lnTo>
                    <a:pt x="1387" y="1980"/>
                  </a:lnTo>
                  <a:lnTo>
                    <a:pt x="1522" y="1980"/>
                  </a:lnTo>
                  <a:lnTo>
                    <a:pt x="1655" y="1980"/>
                  </a:lnTo>
                  <a:lnTo>
                    <a:pt x="1790" y="1980"/>
                  </a:lnTo>
                  <a:lnTo>
                    <a:pt x="1924" y="1980"/>
                  </a:lnTo>
                  <a:lnTo>
                    <a:pt x="2058" y="1980"/>
                  </a:lnTo>
                  <a:lnTo>
                    <a:pt x="2193" y="1980"/>
                  </a:lnTo>
                  <a:lnTo>
                    <a:pt x="2327" y="1980"/>
                  </a:lnTo>
                  <a:lnTo>
                    <a:pt x="2462" y="1980"/>
                  </a:lnTo>
                  <a:lnTo>
                    <a:pt x="2596" y="1980"/>
                  </a:lnTo>
                  <a:lnTo>
                    <a:pt x="2730" y="1980"/>
                  </a:lnTo>
                  <a:lnTo>
                    <a:pt x="2749" y="1979"/>
                  </a:lnTo>
                  <a:lnTo>
                    <a:pt x="2768" y="1977"/>
                  </a:lnTo>
                  <a:lnTo>
                    <a:pt x="2785" y="1973"/>
                  </a:lnTo>
                  <a:lnTo>
                    <a:pt x="2802" y="1968"/>
                  </a:lnTo>
                  <a:lnTo>
                    <a:pt x="2818" y="1961"/>
                  </a:lnTo>
                  <a:lnTo>
                    <a:pt x="2832" y="1953"/>
                  </a:lnTo>
                  <a:lnTo>
                    <a:pt x="2845" y="1943"/>
                  </a:lnTo>
                  <a:lnTo>
                    <a:pt x="2857" y="1933"/>
                  </a:lnTo>
                  <a:lnTo>
                    <a:pt x="2868" y="1920"/>
                  </a:lnTo>
                  <a:lnTo>
                    <a:pt x="2877" y="1907"/>
                  </a:lnTo>
                  <a:lnTo>
                    <a:pt x="2886" y="1893"/>
                  </a:lnTo>
                  <a:lnTo>
                    <a:pt x="2893" y="1878"/>
                  </a:lnTo>
                  <a:lnTo>
                    <a:pt x="2897" y="1861"/>
                  </a:lnTo>
                  <a:lnTo>
                    <a:pt x="2902" y="1843"/>
                  </a:lnTo>
                  <a:lnTo>
                    <a:pt x="2904" y="1824"/>
                  </a:lnTo>
                  <a:lnTo>
                    <a:pt x="2905" y="1805"/>
                  </a:lnTo>
                  <a:lnTo>
                    <a:pt x="2904" y="1785"/>
                  </a:lnTo>
                  <a:lnTo>
                    <a:pt x="2902" y="1767"/>
                  </a:lnTo>
                  <a:lnTo>
                    <a:pt x="2898" y="1749"/>
                  </a:lnTo>
                  <a:lnTo>
                    <a:pt x="2893" y="1734"/>
                  </a:lnTo>
                  <a:lnTo>
                    <a:pt x="2886" y="1718"/>
                  </a:lnTo>
                  <a:lnTo>
                    <a:pt x="2878" y="1703"/>
                  </a:lnTo>
                  <a:lnTo>
                    <a:pt x="2869" y="1691"/>
                  </a:lnTo>
                  <a:lnTo>
                    <a:pt x="2858" y="1679"/>
                  </a:lnTo>
                  <a:lnTo>
                    <a:pt x="2847" y="1667"/>
                  </a:lnTo>
                  <a:lnTo>
                    <a:pt x="2833" y="1658"/>
                  </a:lnTo>
                  <a:lnTo>
                    <a:pt x="2819" y="1650"/>
                  </a:lnTo>
                  <a:lnTo>
                    <a:pt x="2804" y="1644"/>
                  </a:lnTo>
                  <a:lnTo>
                    <a:pt x="2787" y="1638"/>
                  </a:lnTo>
                  <a:lnTo>
                    <a:pt x="2770" y="1634"/>
                  </a:lnTo>
                  <a:lnTo>
                    <a:pt x="2751" y="1631"/>
                  </a:lnTo>
                  <a:lnTo>
                    <a:pt x="2732" y="1631"/>
                  </a:lnTo>
                  <a:lnTo>
                    <a:pt x="580" y="1631"/>
                  </a:lnTo>
                  <a:lnTo>
                    <a:pt x="549" y="1630"/>
                  </a:lnTo>
                  <a:lnTo>
                    <a:pt x="521" y="1627"/>
                  </a:lnTo>
                  <a:lnTo>
                    <a:pt x="494" y="1623"/>
                  </a:lnTo>
                  <a:lnTo>
                    <a:pt x="470" y="1618"/>
                  </a:lnTo>
                  <a:lnTo>
                    <a:pt x="459" y="1613"/>
                  </a:lnTo>
                  <a:lnTo>
                    <a:pt x="449" y="1610"/>
                  </a:lnTo>
                  <a:lnTo>
                    <a:pt x="439" y="1605"/>
                  </a:lnTo>
                  <a:lnTo>
                    <a:pt x="430" y="1601"/>
                  </a:lnTo>
                  <a:lnTo>
                    <a:pt x="422" y="1595"/>
                  </a:lnTo>
                  <a:lnTo>
                    <a:pt x="413" y="1590"/>
                  </a:lnTo>
                  <a:lnTo>
                    <a:pt x="406" y="1584"/>
                  </a:lnTo>
                  <a:lnTo>
                    <a:pt x="398" y="1577"/>
                  </a:lnTo>
                  <a:lnTo>
                    <a:pt x="392" y="1571"/>
                  </a:lnTo>
                  <a:lnTo>
                    <a:pt x="386" y="1563"/>
                  </a:lnTo>
                  <a:lnTo>
                    <a:pt x="380" y="1555"/>
                  </a:lnTo>
                  <a:lnTo>
                    <a:pt x="375" y="1546"/>
                  </a:lnTo>
                  <a:lnTo>
                    <a:pt x="370" y="1537"/>
                  </a:lnTo>
                  <a:lnTo>
                    <a:pt x="367" y="1527"/>
                  </a:lnTo>
                  <a:lnTo>
                    <a:pt x="362" y="1517"/>
                  </a:lnTo>
                  <a:lnTo>
                    <a:pt x="359" y="1505"/>
                  </a:lnTo>
                  <a:lnTo>
                    <a:pt x="355" y="1483"/>
                  </a:lnTo>
                  <a:lnTo>
                    <a:pt x="350" y="1457"/>
                  </a:lnTo>
                  <a:lnTo>
                    <a:pt x="349" y="1429"/>
                  </a:lnTo>
                  <a:lnTo>
                    <a:pt x="348" y="1398"/>
                  </a:lnTo>
                  <a:lnTo>
                    <a:pt x="348" y="583"/>
                  </a:lnTo>
                  <a:lnTo>
                    <a:pt x="349" y="551"/>
                  </a:lnTo>
                  <a:lnTo>
                    <a:pt x="351" y="523"/>
                  </a:lnTo>
                  <a:lnTo>
                    <a:pt x="355" y="496"/>
                  </a:lnTo>
                  <a:lnTo>
                    <a:pt x="360" y="473"/>
                  </a:lnTo>
                  <a:lnTo>
                    <a:pt x="364" y="462"/>
                  </a:lnTo>
                  <a:lnTo>
                    <a:pt x="368" y="451"/>
                  </a:lnTo>
                  <a:lnTo>
                    <a:pt x="371" y="442"/>
                  </a:lnTo>
                  <a:lnTo>
                    <a:pt x="377" y="432"/>
                  </a:lnTo>
                  <a:lnTo>
                    <a:pt x="382" y="424"/>
                  </a:lnTo>
                  <a:lnTo>
                    <a:pt x="387" y="416"/>
                  </a:lnTo>
                  <a:lnTo>
                    <a:pt x="394" y="408"/>
                  </a:lnTo>
                  <a:lnTo>
                    <a:pt x="401" y="401"/>
                  </a:lnTo>
                  <a:lnTo>
                    <a:pt x="407" y="395"/>
                  </a:lnTo>
                  <a:lnTo>
                    <a:pt x="415" y="388"/>
                  </a:lnTo>
                  <a:lnTo>
                    <a:pt x="423" y="383"/>
                  </a:lnTo>
                  <a:lnTo>
                    <a:pt x="432" y="378"/>
                  </a:lnTo>
                  <a:lnTo>
                    <a:pt x="441" y="374"/>
                  </a:lnTo>
                  <a:lnTo>
                    <a:pt x="451" y="369"/>
                  </a:lnTo>
                  <a:lnTo>
                    <a:pt x="461" y="366"/>
                  </a:lnTo>
                  <a:lnTo>
                    <a:pt x="473" y="362"/>
                  </a:lnTo>
                  <a:lnTo>
                    <a:pt x="496" y="357"/>
                  </a:lnTo>
                  <a:lnTo>
                    <a:pt x="522" y="353"/>
                  </a:lnTo>
                  <a:lnTo>
                    <a:pt x="550" y="351"/>
                  </a:lnTo>
                  <a:lnTo>
                    <a:pt x="580" y="350"/>
                  </a:lnTo>
                  <a:lnTo>
                    <a:pt x="2323" y="350"/>
                  </a:lnTo>
                  <a:lnTo>
                    <a:pt x="2354" y="351"/>
                  </a:lnTo>
                  <a:lnTo>
                    <a:pt x="2381" y="353"/>
                  </a:lnTo>
                  <a:lnTo>
                    <a:pt x="2407" y="357"/>
                  </a:lnTo>
                  <a:lnTo>
                    <a:pt x="2429" y="362"/>
                  </a:lnTo>
                  <a:lnTo>
                    <a:pt x="2440" y="366"/>
                  </a:lnTo>
                  <a:lnTo>
                    <a:pt x="2450" y="369"/>
                  </a:lnTo>
                  <a:lnTo>
                    <a:pt x="2460" y="374"/>
                  </a:lnTo>
                  <a:lnTo>
                    <a:pt x="2469" y="378"/>
                  </a:lnTo>
                  <a:lnTo>
                    <a:pt x="2478" y="384"/>
                  </a:lnTo>
                  <a:lnTo>
                    <a:pt x="2486" y="389"/>
                  </a:lnTo>
                  <a:lnTo>
                    <a:pt x="2494" y="395"/>
                  </a:lnTo>
                  <a:lnTo>
                    <a:pt x="2502" y="402"/>
                  </a:lnTo>
                  <a:lnTo>
                    <a:pt x="2509" y="410"/>
                  </a:lnTo>
                  <a:lnTo>
                    <a:pt x="2514" y="416"/>
                  </a:lnTo>
                  <a:lnTo>
                    <a:pt x="2520" y="425"/>
                  </a:lnTo>
                  <a:lnTo>
                    <a:pt x="2526" y="433"/>
                  </a:lnTo>
                  <a:lnTo>
                    <a:pt x="2531" y="443"/>
                  </a:lnTo>
                  <a:lnTo>
                    <a:pt x="2536" y="452"/>
                  </a:lnTo>
                  <a:lnTo>
                    <a:pt x="2539" y="462"/>
                  </a:lnTo>
                  <a:lnTo>
                    <a:pt x="2542" y="474"/>
                  </a:lnTo>
                  <a:lnTo>
                    <a:pt x="2549" y="497"/>
                  </a:lnTo>
                  <a:lnTo>
                    <a:pt x="2553" y="523"/>
                  </a:lnTo>
                  <a:lnTo>
                    <a:pt x="2555" y="551"/>
                  </a:lnTo>
                  <a:lnTo>
                    <a:pt x="2556" y="583"/>
                  </a:lnTo>
                  <a:lnTo>
                    <a:pt x="2556" y="614"/>
                  </a:lnTo>
                  <a:lnTo>
                    <a:pt x="2554" y="642"/>
                  </a:lnTo>
                  <a:lnTo>
                    <a:pt x="2549" y="669"/>
                  </a:lnTo>
                  <a:lnTo>
                    <a:pt x="2544" y="693"/>
                  </a:lnTo>
                  <a:lnTo>
                    <a:pt x="2540" y="703"/>
                  </a:lnTo>
                  <a:lnTo>
                    <a:pt x="2537" y="714"/>
                  </a:lnTo>
                  <a:lnTo>
                    <a:pt x="2532" y="723"/>
                  </a:lnTo>
                  <a:lnTo>
                    <a:pt x="2528" y="734"/>
                  </a:lnTo>
                  <a:lnTo>
                    <a:pt x="2522" y="741"/>
                  </a:lnTo>
                  <a:lnTo>
                    <a:pt x="2517" y="750"/>
                  </a:lnTo>
                  <a:lnTo>
                    <a:pt x="2511" y="757"/>
                  </a:lnTo>
                  <a:lnTo>
                    <a:pt x="2504" y="765"/>
                  </a:lnTo>
                  <a:lnTo>
                    <a:pt x="2498" y="771"/>
                  </a:lnTo>
                  <a:lnTo>
                    <a:pt x="2490" y="777"/>
                  </a:lnTo>
                  <a:lnTo>
                    <a:pt x="2482" y="783"/>
                  </a:lnTo>
                  <a:lnTo>
                    <a:pt x="2473" y="788"/>
                  </a:lnTo>
                  <a:lnTo>
                    <a:pt x="2464" y="792"/>
                  </a:lnTo>
                  <a:lnTo>
                    <a:pt x="2454" y="797"/>
                  </a:lnTo>
                  <a:lnTo>
                    <a:pt x="2444" y="800"/>
                  </a:lnTo>
                  <a:lnTo>
                    <a:pt x="2432" y="803"/>
                  </a:lnTo>
                  <a:lnTo>
                    <a:pt x="2409" y="809"/>
                  </a:lnTo>
                  <a:lnTo>
                    <a:pt x="2383" y="812"/>
                  </a:lnTo>
                  <a:lnTo>
                    <a:pt x="2355" y="815"/>
                  </a:lnTo>
                  <a:lnTo>
                    <a:pt x="2323" y="816"/>
                  </a:lnTo>
                  <a:lnTo>
                    <a:pt x="872" y="816"/>
                  </a:lnTo>
                  <a:lnTo>
                    <a:pt x="851" y="816"/>
                  </a:lnTo>
                  <a:lnTo>
                    <a:pt x="831" y="818"/>
                  </a:lnTo>
                  <a:lnTo>
                    <a:pt x="813" y="821"/>
                  </a:lnTo>
                  <a:lnTo>
                    <a:pt x="796" y="827"/>
                  </a:lnTo>
                  <a:lnTo>
                    <a:pt x="780" y="833"/>
                  </a:lnTo>
                  <a:lnTo>
                    <a:pt x="766" y="840"/>
                  </a:lnTo>
                  <a:lnTo>
                    <a:pt x="752" y="849"/>
                  </a:lnTo>
                  <a:lnTo>
                    <a:pt x="741" y="860"/>
                  </a:lnTo>
                  <a:lnTo>
                    <a:pt x="731" y="871"/>
                  </a:lnTo>
                  <a:lnTo>
                    <a:pt x="722" y="884"/>
                  </a:lnTo>
                  <a:lnTo>
                    <a:pt x="715" y="899"/>
                  </a:lnTo>
                  <a:lnTo>
                    <a:pt x="708" y="914"/>
                  </a:lnTo>
                  <a:lnTo>
                    <a:pt x="704" y="932"/>
                  </a:lnTo>
                  <a:lnTo>
                    <a:pt x="701" y="950"/>
                  </a:lnTo>
                  <a:lnTo>
                    <a:pt x="698" y="969"/>
                  </a:lnTo>
                  <a:lnTo>
                    <a:pt x="698" y="990"/>
                  </a:lnTo>
                  <a:lnTo>
                    <a:pt x="698" y="1010"/>
                  </a:lnTo>
                  <a:lnTo>
                    <a:pt x="701" y="1029"/>
                  </a:lnTo>
                  <a:lnTo>
                    <a:pt x="704" y="1047"/>
                  </a:lnTo>
                  <a:lnTo>
                    <a:pt x="708" y="1064"/>
                  </a:lnTo>
                  <a:lnTo>
                    <a:pt x="715" y="1080"/>
                  </a:lnTo>
                  <a:lnTo>
                    <a:pt x="723" y="1095"/>
                  </a:lnTo>
                  <a:lnTo>
                    <a:pt x="732" y="1108"/>
                  </a:lnTo>
                  <a:lnTo>
                    <a:pt x="742" y="1119"/>
                  </a:lnTo>
                  <a:lnTo>
                    <a:pt x="753" y="1131"/>
                  </a:lnTo>
                  <a:lnTo>
                    <a:pt x="767" y="1140"/>
                  </a:lnTo>
                  <a:lnTo>
                    <a:pt x="780" y="1148"/>
                  </a:lnTo>
                  <a:lnTo>
                    <a:pt x="796" y="1153"/>
                  </a:lnTo>
                  <a:lnTo>
                    <a:pt x="814" y="1159"/>
                  </a:lnTo>
                  <a:lnTo>
                    <a:pt x="832" y="1162"/>
                  </a:lnTo>
                  <a:lnTo>
                    <a:pt x="851" y="1164"/>
                  </a:lnTo>
                  <a:lnTo>
                    <a:pt x="872" y="1166"/>
                  </a:lnTo>
                  <a:lnTo>
                    <a:pt x="2323" y="1166"/>
                  </a:lnTo>
                  <a:lnTo>
                    <a:pt x="2362" y="1164"/>
                  </a:lnTo>
                  <a:lnTo>
                    <a:pt x="2399" y="1163"/>
                  </a:lnTo>
                  <a:lnTo>
                    <a:pt x="2434" y="1161"/>
                  </a:lnTo>
                  <a:lnTo>
                    <a:pt x="2467" y="1157"/>
                  </a:lnTo>
                  <a:lnTo>
                    <a:pt x="2500" y="1152"/>
                  </a:lnTo>
                  <a:lnTo>
                    <a:pt x="2530" y="1146"/>
                  </a:lnTo>
                  <a:lnTo>
                    <a:pt x="2560" y="1140"/>
                  </a:lnTo>
                  <a:lnTo>
                    <a:pt x="2588" y="1132"/>
                  </a:lnTo>
                  <a:lnTo>
                    <a:pt x="2615" y="1123"/>
                  </a:lnTo>
                  <a:lnTo>
                    <a:pt x="2641" y="1113"/>
                  </a:lnTo>
                  <a:lnTo>
                    <a:pt x="2665" y="1100"/>
                  </a:lnTo>
                  <a:lnTo>
                    <a:pt x="2688" y="1088"/>
                  </a:lnTo>
                  <a:lnTo>
                    <a:pt x="2711" y="1074"/>
                  </a:lnTo>
                  <a:lnTo>
                    <a:pt x="2731" y="1060"/>
                  </a:lnTo>
                  <a:lnTo>
                    <a:pt x="2750" y="1044"/>
                  </a:lnTo>
                  <a:lnTo>
                    <a:pt x="2768" y="1027"/>
                  </a:lnTo>
                  <a:lnTo>
                    <a:pt x="2786" y="1008"/>
                  </a:lnTo>
                  <a:lnTo>
                    <a:pt x="2802" y="989"/>
                  </a:lnTo>
                  <a:lnTo>
                    <a:pt x="2816" y="969"/>
                  </a:lnTo>
                  <a:lnTo>
                    <a:pt x="2830" y="946"/>
                  </a:lnTo>
                  <a:lnTo>
                    <a:pt x="2842" y="923"/>
                  </a:lnTo>
                  <a:lnTo>
                    <a:pt x="2854" y="899"/>
                  </a:lnTo>
                  <a:lnTo>
                    <a:pt x="2863" y="873"/>
                  </a:lnTo>
                  <a:lnTo>
                    <a:pt x="2872" y="846"/>
                  </a:lnTo>
                  <a:lnTo>
                    <a:pt x="2879" y="818"/>
                  </a:lnTo>
                  <a:lnTo>
                    <a:pt x="2886" y="788"/>
                  </a:lnTo>
                  <a:lnTo>
                    <a:pt x="2892" y="757"/>
                  </a:lnTo>
                  <a:lnTo>
                    <a:pt x="2897" y="725"/>
                  </a:lnTo>
                  <a:lnTo>
                    <a:pt x="2901" y="691"/>
                  </a:lnTo>
                  <a:lnTo>
                    <a:pt x="2903" y="656"/>
                  </a:lnTo>
                  <a:lnTo>
                    <a:pt x="2904" y="620"/>
                  </a:lnTo>
                  <a:lnTo>
                    <a:pt x="2905" y="583"/>
                  </a:lnTo>
                  <a:lnTo>
                    <a:pt x="2904" y="546"/>
                  </a:lnTo>
                  <a:lnTo>
                    <a:pt x="2903" y="509"/>
                  </a:lnTo>
                  <a:lnTo>
                    <a:pt x="2901" y="474"/>
                  </a:lnTo>
                  <a:lnTo>
                    <a:pt x="2896" y="441"/>
                  </a:lnTo>
                  <a:lnTo>
                    <a:pt x="2892" y="408"/>
                  </a:lnTo>
                  <a:lnTo>
                    <a:pt x="2886" y="378"/>
                  </a:lnTo>
                  <a:lnTo>
                    <a:pt x="2879" y="348"/>
                  </a:lnTo>
                  <a:lnTo>
                    <a:pt x="2872" y="320"/>
                  </a:lnTo>
                  <a:lnTo>
                    <a:pt x="2863" y="293"/>
                  </a:lnTo>
                  <a:lnTo>
                    <a:pt x="2852" y="267"/>
                  </a:lnTo>
                  <a:lnTo>
                    <a:pt x="2840" y="243"/>
                  </a:lnTo>
                  <a:lnTo>
                    <a:pt x="2828" y="219"/>
                  </a:lnTo>
                  <a:lnTo>
                    <a:pt x="2814" y="197"/>
                  </a:lnTo>
                  <a:lnTo>
                    <a:pt x="2800" y="177"/>
                  </a:lnTo>
                  <a:lnTo>
                    <a:pt x="2784" y="158"/>
                  </a:lnTo>
                  <a:lnTo>
                    <a:pt x="2767" y="138"/>
                  </a:lnTo>
                  <a:lnTo>
                    <a:pt x="2748" y="122"/>
                  </a:lnTo>
                  <a:lnTo>
                    <a:pt x="2729" y="106"/>
                  </a:lnTo>
                  <a:lnTo>
                    <a:pt x="2708" y="91"/>
                  </a:lnTo>
                  <a:lnTo>
                    <a:pt x="2686" y="78"/>
                  </a:lnTo>
                  <a:lnTo>
                    <a:pt x="2663" y="65"/>
                  </a:lnTo>
                  <a:lnTo>
                    <a:pt x="2639" y="53"/>
                  </a:lnTo>
                  <a:lnTo>
                    <a:pt x="2613" y="43"/>
                  </a:lnTo>
                  <a:lnTo>
                    <a:pt x="2586" y="34"/>
                  </a:lnTo>
                  <a:lnTo>
                    <a:pt x="2558" y="26"/>
                  </a:lnTo>
                  <a:lnTo>
                    <a:pt x="2528" y="19"/>
                  </a:lnTo>
                  <a:lnTo>
                    <a:pt x="2498" y="14"/>
                  </a:lnTo>
                  <a:lnTo>
                    <a:pt x="2465" y="9"/>
                  </a:lnTo>
                  <a:lnTo>
                    <a:pt x="2432" y="5"/>
                  </a:lnTo>
                  <a:lnTo>
                    <a:pt x="2398" y="2"/>
                  </a:lnTo>
                  <a:lnTo>
                    <a:pt x="2362" y="1"/>
                  </a:lnTo>
                  <a:lnTo>
                    <a:pt x="2323" y="0"/>
                  </a:lnTo>
                  <a:lnTo>
                    <a:pt x="580" y="0"/>
                  </a:lnTo>
                  <a:lnTo>
                    <a:pt x="542" y="1"/>
                  </a:lnTo>
                  <a:lnTo>
                    <a:pt x="505" y="2"/>
                  </a:lnTo>
                  <a:lnTo>
                    <a:pt x="469" y="5"/>
                  </a:lnTo>
                  <a:lnTo>
                    <a:pt x="435" y="9"/>
                  </a:lnTo>
                  <a:lnTo>
                    <a:pt x="403" y="14"/>
                  </a:lnTo>
                  <a:lnTo>
                    <a:pt x="371" y="19"/>
                  </a:lnTo>
                  <a:lnTo>
                    <a:pt x="342" y="26"/>
                  </a:lnTo>
                  <a:lnTo>
                    <a:pt x="313" y="34"/>
                  </a:lnTo>
                  <a:lnTo>
                    <a:pt x="286" y="43"/>
                  </a:lnTo>
                  <a:lnTo>
                    <a:pt x="260" y="53"/>
                  </a:lnTo>
                  <a:lnTo>
                    <a:pt x="236" y="64"/>
                  </a:lnTo>
                  <a:lnTo>
                    <a:pt x="213" y="78"/>
                  </a:lnTo>
                  <a:lnTo>
                    <a:pt x="191" y="91"/>
                  </a:lnTo>
                  <a:lnTo>
                    <a:pt x="170" y="106"/>
                  </a:lnTo>
                  <a:lnTo>
                    <a:pt x="151" y="122"/>
                  </a:lnTo>
                  <a:lnTo>
                    <a:pt x="133" y="138"/>
                  </a:lnTo>
                  <a:lnTo>
                    <a:pt x="117" y="158"/>
                  </a:lnTo>
                  <a:lnTo>
                    <a:pt x="101" y="177"/>
                  </a:lnTo>
                  <a:lnTo>
                    <a:pt x="86" y="197"/>
                  </a:lnTo>
                  <a:lnTo>
                    <a:pt x="73" y="219"/>
                  </a:lnTo>
                  <a:lnTo>
                    <a:pt x="60" y="243"/>
                  </a:lnTo>
                  <a:lnTo>
                    <a:pt x="50" y="267"/>
                  </a:lnTo>
                  <a:lnTo>
                    <a:pt x="40" y="293"/>
                  </a:lnTo>
                  <a:lnTo>
                    <a:pt x="31" y="320"/>
                  </a:lnTo>
                  <a:lnTo>
                    <a:pt x="23" y="348"/>
                  </a:lnTo>
                  <a:lnTo>
                    <a:pt x="17" y="378"/>
                  </a:lnTo>
                  <a:lnTo>
                    <a:pt x="12" y="408"/>
                  </a:lnTo>
                  <a:lnTo>
                    <a:pt x="8" y="441"/>
                  </a:lnTo>
                  <a:lnTo>
                    <a:pt x="4" y="474"/>
                  </a:lnTo>
                  <a:lnTo>
                    <a:pt x="1" y="509"/>
                  </a:lnTo>
                  <a:lnTo>
                    <a:pt x="0" y="546"/>
                  </a:lnTo>
                  <a:lnTo>
                    <a:pt x="0" y="583"/>
                  </a:lnTo>
                  <a:lnTo>
                    <a:pt x="0" y="13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pl-PL" sz="4267">
                <a:solidFill>
                  <a:schemeClr val="tx2"/>
                </a:solidFill>
              </a:endParaRPr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C6998DC6-CF05-266B-129B-9A4D9D88B0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519738" y="3114675"/>
              <a:ext cx="860425" cy="628650"/>
            </a:xfrm>
            <a:custGeom>
              <a:avLst/>
              <a:gdLst>
                <a:gd name="T0" fmla="*/ 5 w 2709"/>
                <a:gd name="T1" fmla="*/ 1506 h 1980"/>
                <a:gd name="T2" fmla="*/ 26 w 2709"/>
                <a:gd name="T3" fmla="*/ 1632 h 1980"/>
                <a:gd name="T4" fmla="*/ 64 w 2709"/>
                <a:gd name="T5" fmla="*/ 1738 h 1980"/>
                <a:gd name="T6" fmla="*/ 121 w 2709"/>
                <a:gd name="T7" fmla="*/ 1824 h 1980"/>
                <a:gd name="T8" fmla="*/ 196 w 2709"/>
                <a:gd name="T9" fmla="*/ 1890 h 1980"/>
                <a:gd name="T10" fmla="*/ 291 w 2709"/>
                <a:gd name="T11" fmla="*/ 1937 h 1980"/>
                <a:gd name="T12" fmla="*/ 407 w 2709"/>
                <a:gd name="T13" fmla="*/ 1967 h 1980"/>
                <a:gd name="T14" fmla="*/ 544 w 2709"/>
                <a:gd name="T15" fmla="*/ 1980 h 1980"/>
                <a:gd name="T16" fmla="*/ 966 w 2709"/>
                <a:gd name="T17" fmla="*/ 1980 h 1980"/>
                <a:gd name="T18" fmla="*/ 1442 w 2709"/>
                <a:gd name="T19" fmla="*/ 1980 h 1980"/>
                <a:gd name="T20" fmla="*/ 1909 w 2709"/>
                <a:gd name="T21" fmla="*/ 1980 h 1980"/>
                <a:gd name="T22" fmla="*/ 2403 w 2709"/>
                <a:gd name="T23" fmla="*/ 1980 h 1980"/>
                <a:gd name="T24" fmla="*/ 2590 w 2709"/>
                <a:gd name="T25" fmla="*/ 1973 h 1980"/>
                <a:gd name="T26" fmla="*/ 2650 w 2709"/>
                <a:gd name="T27" fmla="*/ 1943 h 1980"/>
                <a:gd name="T28" fmla="*/ 2690 w 2709"/>
                <a:gd name="T29" fmla="*/ 1893 h 1980"/>
                <a:gd name="T30" fmla="*/ 2708 w 2709"/>
                <a:gd name="T31" fmla="*/ 1824 h 1980"/>
                <a:gd name="T32" fmla="*/ 2704 w 2709"/>
                <a:gd name="T33" fmla="*/ 1749 h 1980"/>
                <a:gd name="T34" fmla="*/ 2676 w 2709"/>
                <a:gd name="T35" fmla="*/ 1691 h 1980"/>
                <a:gd name="T36" fmla="*/ 2626 w 2709"/>
                <a:gd name="T37" fmla="*/ 1650 h 1980"/>
                <a:gd name="T38" fmla="*/ 2558 w 2709"/>
                <a:gd name="T39" fmla="*/ 1631 h 1980"/>
                <a:gd name="T40" fmla="*/ 522 w 2709"/>
                <a:gd name="T41" fmla="*/ 1627 h 1980"/>
                <a:gd name="T42" fmla="*/ 451 w 2709"/>
                <a:gd name="T43" fmla="*/ 1610 h 1980"/>
                <a:gd name="T44" fmla="*/ 415 w 2709"/>
                <a:gd name="T45" fmla="*/ 1590 h 1980"/>
                <a:gd name="T46" fmla="*/ 388 w 2709"/>
                <a:gd name="T47" fmla="*/ 1563 h 1980"/>
                <a:gd name="T48" fmla="*/ 368 w 2709"/>
                <a:gd name="T49" fmla="*/ 1527 h 1980"/>
                <a:gd name="T50" fmla="*/ 352 w 2709"/>
                <a:gd name="T51" fmla="*/ 1457 h 1980"/>
                <a:gd name="T52" fmla="*/ 349 w 2709"/>
                <a:gd name="T53" fmla="*/ 1296 h 1980"/>
                <a:gd name="T54" fmla="*/ 349 w 2709"/>
                <a:gd name="T55" fmla="*/ 1092 h 1980"/>
                <a:gd name="T56" fmla="*/ 349 w 2709"/>
                <a:gd name="T57" fmla="*/ 889 h 1980"/>
                <a:gd name="T58" fmla="*/ 349 w 2709"/>
                <a:gd name="T59" fmla="*/ 685 h 1980"/>
                <a:gd name="T60" fmla="*/ 352 w 2709"/>
                <a:gd name="T61" fmla="*/ 524 h 1980"/>
                <a:gd name="T62" fmla="*/ 368 w 2709"/>
                <a:gd name="T63" fmla="*/ 453 h 1980"/>
                <a:gd name="T64" fmla="*/ 388 w 2709"/>
                <a:gd name="T65" fmla="*/ 419 h 1980"/>
                <a:gd name="T66" fmla="*/ 415 w 2709"/>
                <a:gd name="T67" fmla="*/ 390 h 1980"/>
                <a:gd name="T68" fmla="*/ 451 w 2709"/>
                <a:gd name="T69" fmla="*/ 371 h 1980"/>
                <a:gd name="T70" fmla="*/ 522 w 2709"/>
                <a:gd name="T71" fmla="*/ 353 h 1980"/>
                <a:gd name="T72" fmla="*/ 842 w 2709"/>
                <a:gd name="T73" fmla="*/ 350 h 1980"/>
                <a:gd name="T74" fmla="*/ 1325 w 2709"/>
                <a:gd name="T75" fmla="*/ 350 h 1980"/>
                <a:gd name="T76" fmla="*/ 1790 w 2709"/>
                <a:gd name="T77" fmla="*/ 350 h 1980"/>
                <a:gd name="T78" fmla="*/ 2272 w 2709"/>
                <a:gd name="T79" fmla="*/ 350 h 1980"/>
                <a:gd name="T80" fmla="*/ 2570 w 2709"/>
                <a:gd name="T81" fmla="*/ 347 h 1980"/>
                <a:gd name="T82" fmla="*/ 2634 w 2709"/>
                <a:gd name="T83" fmla="*/ 323 h 1980"/>
                <a:gd name="T84" fmla="*/ 2680 w 2709"/>
                <a:gd name="T85" fmla="*/ 278 h 1980"/>
                <a:gd name="T86" fmla="*/ 2704 w 2709"/>
                <a:gd name="T87" fmla="*/ 214 h 1980"/>
                <a:gd name="T88" fmla="*/ 2704 w 2709"/>
                <a:gd name="T89" fmla="*/ 137 h 1980"/>
                <a:gd name="T90" fmla="*/ 2680 w 2709"/>
                <a:gd name="T91" fmla="*/ 74 h 1980"/>
                <a:gd name="T92" fmla="*/ 2635 w 2709"/>
                <a:gd name="T93" fmla="*/ 28 h 1980"/>
                <a:gd name="T94" fmla="*/ 2572 w 2709"/>
                <a:gd name="T95" fmla="*/ 3 h 1980"/>
                <a:gd name="T96" fmla="*/ 544 w 2709"/>
                <a:gd name="T97" fmla="*/ 1 h 1980"/>
                <a:gd name="T98" fmla="*/ 407 w 2709"/>
                <a:gd name="T99" fmla="*/ 14 h 1980"/>
                <a:gd name="T100" fmla="*/ 291 w 2709"/>
                <a:gd name="T101" fmla="*/ 43 h 1980"/>
                <a:gd name="T102" fmla="*/ 196 w 2709"/>
                <a:gd name="T103" fmla="*/ 91 h 1980"/>
                <a:gd name="T104" fmla="*/ 121 w 2709"/>
                <a:gd name="T105" fmla="*/ 156 h 1980"/>
                <a:gd name="T106" fmla="*/ 64 w 2709"/>
                <a:gd name="T107" fmla="*/ 242 h 1980"/>
                <a:gd name="T108" fmla="*/ 26 w 2709"/>
                <a:gd name="T109" fmla="*/ 348 h 1980"/>
                <a:gd name="T110" fmla="*/ 5 w 2709"/>
                <a:gd name="T111" fmla="*/ 474 h 1980"/>
                <a:gd name="T112" fmla="*/ 0 w 2709"/>
                <a:gd name="T113" fmla="*/ 1398 h 1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709" h="1980">
                  <a:moveTo>
                    <a:pt x="0" y="1398"/>
                  </a:moveTo>
                  <a:lnTo>
                    <a:pt x="2" y="1436"/>
                  </a:lnTo>
                  <a:lnTo>
                    <a:pt x="3" y="1472"/>
                  </a:lnTo>
                  <a:lnTo>
                    <a:pt x="5" y="1506"/>
                  </a:lnTo>
                  <a:lnTo>
                    <a:pt x="8" y="1540"/>
                  </a:lnTo>
                  <a:lnTo>
                    <a:pt x="14" y="1572"/>
                  </a:lnTo>
                  <a:lnTo>
                    <a:pt x="19" y="1603"/>
                  </a:lnTo>
                  <a:lnTo>
                    <a:pt x="26" y="1632"/>
                  </a:lnTo>
                  <a:lnTo>
                    <a:pt x="34" y="1661"/>
                  </a:lnTo>
                  <a:lnTo>
                    <a:pt x="43" y="1688"/>
                  </a:lnTo>
                  <a:lnTo>
                    <a:pt x="53" y="1713"/>
                  </a:lnTo>
                  <a:lnTo>
                    <a:pt x="64" y="1738"/>
                  </a:lnTo>
                  <a:lnTo>
                    <a:pt x="77" y="1762"/>
                  </a:lnTo>
                  <a:lnTo>
                    <a:pt x="90" y="1783"/>
                  </a:lnTo>
                  <a:lnTo>
                    <a:pt x="105" y="1805"/>
                  </a:lnTo>
                  <a:lnTo>
                    <a:pt x="121" y="1824"/>
                  </a:lnTo>
                  <a:lnTo>
                    <a:pt x="137" y="1842"/>
                  </a:lnTo>
                  <a:lnTo>
                    <a:pt x="155" y="1859"/>
                  </a:lnTo>
                  <a:lnTo>
                    <a:pt x="174" y="1875"/>
                  </a:lnTo>
                  <a:lnTo>
                    <a:pt x="196" y="1890"/>
                  </a:lnTo>
                  <a:lnTo>
                    <a:pt x="217" y="1904"/>
                  </a:lnTo>
                  <a:lnTo>
                    <a:pt x="241" y="1916"/>
                  </a:lnTo>
                  <a:lnTo>
                    <a:pt x="265" y="1927"/>
                  </a:lnTo>
                  <a:lnTo>
                    <a:pt x="291" y="1937"/>
                  </a:lnTo>
                  <a:lnTo>
                    <a:pt x="318" y="1946"/>
                  </a:lnTo>
                  <a:lnTo>
                    <a:pt x="346" y="1954"/>
                  </a:lnTo>
                  <a:lnTo>
                    <a:pt x="376" y="1961"/>
                  </a:lnTo>
                  <a:lnTo>
                    <a:pt x="407" y="1967"/>
                  </a:lnTo>
                  <a:lnTo>
                    <a:pt x="440" y="1972"/>
                  </a:lnTo>
                  <a:lnTo>
                    <a:pt x="472" y="1976"/>
                  </a:lnTo>
                  <a:lnTo>
                    <a:pt x="508" y="1978"/>
                  </a:lnTo>
                  <a:lnTo>
                    <a:pt x="544" y="1980"/>
                  </a:lnTo>
                  <a:lnTo>
                    <a:pt x="582" y="1980"/>
                  </a:lnTo>
                  <a:lnTo>
                    <a:pt x="714" y="1980"/>
                  </a:lnTo>
                  <a:lnTo>
                    <a:pt x="842" y="1980"/>
                  </a:lnTo>
                  <a:lnTo>
                    <a:pt x="966" y="1980"/>
                  </a:lnTo>
                  <a:lnTo>
                    <a:pt x="1089" y="1980"/>
                  </a:lnTo>
                  <a:lnTo>
                    <a:pt x="1208" y="1980"/>
                  </a:lnTo>
                  <a:lnTo>
                    <a:pt x="1326" y="1980"/>
                  </a:lnTo>
                  <a:lnTo>
                    <a:pt x="1442" y="1980"/>
                  </a:lnTo>
                  <a:lnTo>
                    <a:pt x="1558" y="1980"/>
                  </a:lnTo>
                  <a:lnTo>
                    <a:pt x="1674" y="1980"/>
                  </a:lnTo>
                  <a:lnTo>
                    <a:pt x="1791" y="1980"/>
                  </a:lnTo>
                  <a:lnTo>
                    <a:pt x="1909" y="1980"/>
                  </a:lnTo>
                  <a:lnTo>
                    <a:pt x="2028" y="1980"/>
                  </a:lnTo>
                  <a:lnTo>
                    <a:pt x="2150" y="1980"/>
                  </a:lnTo>
                  <a:lnTo>
                    <a:pt x="2275" y="1980"/>
                  </a:lnTo>
                  <a:lnTo>
                    <a:pt x="2403" y="1980"/>
                  </a:lnTo>
                  <a:lnTo>
                    <a:pt x="2535" y="1980"/>
                  </a:lnTo>
                  <a:lnTo>
                    <a:pt x="2554" y="1979"/>
                  </a:lnTo>
                  <a:lnTo>
                    <a:pt x="2572" y="1977"/>
                  </a:lnTo>
                  <a:lnTo>
                    <a:pt x="2590" y="1973"/>
                  </a:lnTo>
                  <a:lnTo>
                    <a:pt x="2607" y="1968"/>
                  </a:lnTo>
                  <a:lnTo>
                    <a:pt x="2622" y="1961"/>
                  </a:lnTo>
                  <a:lnTo>
                    <a:pt x="2636" y="1953"/>
                  </a:lnTo>
                  <a:lnTo>
                    <a:pt x="2650" y="1943"/>
                  </a:lnTo>
                  <a:lnTo>
                    <a:pt x="2662" y="1933"/>
                  </a:lnTo>
                  <a:lnTo>
                    <a:pt x="2672" y="1920"/>
                  </a:lnTo>
                  <a:lnTo>
                    <a:pt x="2682" y="1907"/>
                  </a:lnTo>
                  <a:lnTo>
                    <a:pt x="2690" y="1893"/>
                  </a:lnTo>
                  <a:lnTo>
                    <a:pt x="2697" y="1878"/>
                  </a:lnTo>
                  <a:lnTo>
                    <a:pt x="2703" y="1861"/>
                  </a:lnTo>
                  <a:lnTo>
                    <a:pt x="2706" y="1843"/>
                  </a:lnTo>
                  <a:lnTo>
                    <a:pt x="2708" y="1824"/>
                  </a:lnTo>
                  <a:lnTo>
                    <a:pt x="2709" y="1805"/>
                  </a:lnTo>
                  <a:lnTo>
                    <a:pt x="2709" y="1785"/>
                  </a:lnTo>
                  <a:lnTo>
                    <a:pt x="2707" y="1767"/>
                  </a:lnTo>
                  <a:lnTo>
                    <a:pt x="2704" y="1749"/>
                  </a:lnTo>
                  <a:lnTo>
                    <a:pt x="2698" y="1734"/>
                  </a:lnTo>
                  <a:lnTo>
                    <a:pt x="2693" y="1718"/>
                  </a:lnTo>
                  <a:lnTo>
                    <a:pt x="2685" y="1703"/>
                  </a:lnTo>
                  <a:lnTo>
                    <a:pt x="2676" y="1691"/>
                  </a:lnTo>
                  <a:lnTo>
                    <a:pt x="2666" y="1679"/>
                  </a:lnTo>
                  <a:lnTo>
                    <a:pt x="2653" y="1667"/>
                  </a:lnTo>
                  <a:lnTo>
                    <a:pt x="2641" y="1658"/>
                  </a:lnTo>
                  <a:lnTo>
                    <a:pt x="2626" y="1650"/>
                  </a:lnTo>
                  <a:lnTo>
                    <a:pt x="2612" y="1644"/>
                  </a:lnTo>
                  <a:lnTo>
                    <a:pt x="2595" y="1638"/>
                  </a:lnTo>
                  <a:lnTo>
                    <a:pt x="2577" y="1634"/>
                  </a:lnTo>
                  <a:lnTo>
                    <a:pt x="2558" y="1631"/>
                  </a:lnTo>
                  <a:lnTo>
                    <a:pt x="2538" y="1631"/>
                  </a:lnTo>
                  <a:lnTo>
                    <a:pt x="582" y="1631"/>
                  </a:lnTo>
                  <a:lnTo>
                    <a:pt x="551" y="1630"/>
                  </a:lnTo>
                  <a:lnTo>
                    <a:pt x="522" y="1627"/>
                  </a:lnTo>
                  <a:lnTo>
                    <a:pt x="496" y="1623"/>
                  </a:lnTo>
                  <a:lnTo>
                    <a:pt x="472" y="1618"/>
                  </a:lnTo>
                  <a:lnTo>
                    <a:pt x="461" y="1613"/>
                  </a:lnTo>
                  <a:lnTo>
                    <a:pt x="451" y="1610"/>
                  </a:lnTo>
                  <a:lnTo>
                    <a:pt x="441" y="1605"/>
                  </a:lnTo>
                  <a:lnTo>
                    <a:pt x="432" y="1601"/>
                  </a:lnTo>
                  <a:lnTo>
                    <a:pt x="423" y="1595"/>
                  </a:lnTo>
                  <a:lnTo>
                    <a:pt x="415" y="1590"/>
                  </a:lnTo>
                  <a:lnTo>
                    <a:pt x="407" y="1584"/>
                  </a:lnTo>
                  <a:lnTo>
                    <a:pt x="400" y="1577"/>
                  </a:lnTo>
                  <a:lnTo>
                    <a:pt x="393" y="1571"/>
                  </a:lnTo>
                  <a:lnTo>
                    <a:pt x="388" y="1563"/>
                  </a:lnTo>
                  <a:lnTo>
                    <a:pt x="382" y="1555"/>
                  </a:lnTo>
                  <a:lnTo>
                    <a:pt x="377" y="1546"/>
                  </a:lnTo>
                  <a:lnTo>
                    <a:pt x="372" y="1537"/>
                  </a:lnTo>
                  <a:lnTo>
                    <a:pt x="368" y="1527"/>
                  </a:lnTo>
                  <a:lnTo>
                    <a:pt x="364" y="1517"/>
                  </a:lnTo>
                  <a:lnTo>
                    <a:pt x="361" y="1505"/>
                  </a:lnTo>
                  <a:lnTo>
                    <a:pt x="355" y="1483"/>
                  </a:lnTo>
                  <a:lnTo>
                    <a:pt x="352" y="1457"/>
                  </a:lnTo>
                  <a:lnTo>
                    <a:pt x="350" y="1429"/>
                  </a:lnTo>
                  <a:lnTo>
                    <a:pt x="349" y="1398"/>
                  </a:lnTo>
                  <a:lnTo>
                    <a:pt x="349" y="1347"/>
                  </a:lnTo>
                  <a:lnTo>
                    <a:pt x="349" y="1296"/>
                  </a:lnTo>
                  <a:lnTo>
                    <a:pt x="349" y="1245"/>
                  </a:lnTo>
                  <a:lnTo>
                    <a:pt x="349" y="1194"/>
                  </a:lnTo>
                  <a:lnTo>
                    <a:pt x="349" y="1143"/>
                  </a:lnTo>
                  <a:lnTo>
                    <a:pt x="349" y="1092"/>
                  </a:lnTo>
                  <a:lnTo>
                    <a:pt x="349" y="1042"/>
                  </a:lnTo>
                  <a:lnTo>
                    <a:pt x="349" y="990"/>
                  </a:lnTo>
                  <a:lnTo>
                    <a:pt x="349" y="939"/>
                  </a:lnTo>
                  <a:lnTo>
                    <a:pt x="349" y="889"/>
                  </a:lnTo>
                  <a:lnTo>
                    <a:pt x="349" y="837"/>
                  </a:lnTo>
                  <a:lnTo>
                    <a:pt x="349" y="786"/>
                  </a:lnTo>
                  <a:lnTo>
                    <a:pt x="349" y="736"/>
                  </a:lnTo>
                  <a:lnTo>
                    <a:pt x="349" y="685"/>
                  </a:lnTo>
                  <a:lnTo>
                    <a:pt x="349" y="633"/>
                  </a:lnTo>
                  <a:lnTo>
                    <a:pt x="349" y="583"/>
                  </a:lnTo>
                  <a:lnTo>
                    <a:pt x="350" y="552"/>
                  </a:lnTo>
                  <a:lnTo>
                    <a:pt x="352" y="524"/>
                  </a:lnTo>
                  <a:lnTo>
                    <a:pt x="355" y="498"/>
                  </a:lnTo>
                  <a:lnTo>
                    <a:pt x="361" y="475"/>
                  </a:lnTo>
                  <a:lnTo>
                    <a:pt x="364" y="464"/>
                  </a:lnTo>
                  <a:lnTo>
                    <a:pt x="368" y="453"/>
                  </a:lnTo>
                  <a:lnTo>
                    <a:pt x="372" y="444"/>
                  </a:lnTo>
                  <a:lnTo>
                    <a:pt x="377" y="435"/>
                  </a:lnTo>
                  <a:lnTo>
                    <a:pt x="382" y="426"/>
                  </a:lnTo>
                  <a:lnTo>
                    <a:pt x="388" y="419"/>
                  </a:lnTo>
                  <a:lnTo>
                    <a:pt x="393" y="411"/>
                  </a:lnTo>
                  <a:lnTo>
                    <a:pt x="400" y="404"/>
                  </a:lnTo>
                  <a:lnTo>
                    <a:pt x="407" y="397"/>
                  </a:lnTo>
                  <a:lnTo>
                    <a:pt x="415" y="390"/>
                  </a:lnTo>
                  <a:lnTo>
                    <a:pt x="423" y="385"/>
                  </a:lnTo>
                  <a:lnTo>
                    <a:pt x="432" y="380"/>
                  </a:lnTo>
                  <a:lnTo>
                    <a:pt x="441" y="375"/>
                  </a:lnTo>
                  <a:lnTo>
                    <a:pt x="451" y="371"/>
                  </a:lnTo>
                  <a:lnTo>
                    <a:pt x="461" y="367"/>
                  </a:lnTo>
                  <a:lnTo>
                    <a:pt x="472" y="363"/>
                  </a:lnTo>
                  <a:lnTo>
                    <a:pt x="496" y="358"/>
                  </a:lnTo>
                  <a:lnTo>
                    <a:pt x="522" y="353"/>
                  </a:lnTo>
                  <a:lnTo>
                    <a:pt x="551" y="351"/>
                  </a:lnTo>
                  <a:lnTo>
                    <a:pt x="582" y="350"/>
                  </a:lnTo>
                  <a:lnTo>
                    <a:pt x="714" y="350"/>
                  </a:lnTo>
                  <a:lnTo>
                    <a:pt x="842" y="350"/>
                  </a:lnTo>
                  <a:lnTo>
                    <a:pt x="966" y="350"/>
                  </a:lnTo>
                  <a:lnTo>
                    <a:pt x="1088" y="350"/>
                  </a:lnTo>
                  <a:lnTo>
                    <a:pt x="1208" y="350"/>
                  </a:lnTo>
                  <a:lnTo>
                    <a:pt x="1325" y="350"/>
                  </a:lnTo>
                  <a:lnTo>
                    <a:pt x="1441" y="350"/>
                  </a:lnTo>
                  <a:lnTo>
                    <a:pt x="1557" y="350"/>
                  </a:lnTo>
                  <a:lnTo>
                    <a:pt x="1673" y="350"/>
                  </a:lnTo>
                  <a:lnTo>
                    <a:pt x="1790" y="350"/>
                  </a:lnTo>
                  <a:lnTo>
                    <a:pt x="1906" y="350"/>
                  </a:lnTo>
                  <a:lnTo>
                    <a:pt x="2027" y="350"/>
                  </a:lnTo>
                  <a:lnTo>
                    <a:pt x="2148" y="350"/>
                  </a:lnTo>
                  <a:lnTo>
                    <a:pt x="2272" y="350"/>
                  </a:lnTo>
                  <a:lnTo>
                    <a:pt x="2401" y="350"/>
                  </a:lnTo>
                  <a:lnTo>
                    <a:pt x="2533" y="350"/>
                  </a:lnTo>
                  <a:lnTo>
                    <a:pt x="2552" y="349"/>
                  </a:lnTo>
                  <a:lnTo>
                    <a:pt x="2570" y="347"/>
                  </a:lnTo>
                  <a:lnTo>
                    <a:pt x="2588" y="343"/>
                  </a:lnTo>
                  <a:lnTo>
                    <a:pt x="2604" y="338"/>
                  </a:lnTo>
                  <a:lnTo>
                    <a:pt x="2620" y="331"/>
                  </a:lnTo>
                  <a:lnTo>
                    <a:pt x="2634" y="323"/>
                  </a:lnTo>
                  <a:lnTo>
                    <a:pt x="2648" y="314"/>
                  </a:lnTo>
                  <a:lnTo>
                    <a:pt x="2660" y="303"/>
                  </a:lnTo>
                  <a:lnTo>
                    <a:pt x="2670" y="291"/>
                  </a:lnTo>
                  <a:lnTo>
                    <a:pt x="2680" y="278"/>
                  </a:lnTo>
                  <a:lnTo>
                    <a:pt x="2688" y="263"/>
                  </a:lnTo>
                  <a:lnTo>
                    <a:pt x="2695" y="248"/>
                  </a:lnTo>
                  <a:lnTo>
                    <a:pt x="2700" y="232"/>
                  </a:lnTo>
                  <a:lnTo>
                    <a:pt x="2704" y="214"/>
                  </a:lnTo>
                  <a:lnTo>
                    <a:pt x="2706" y="195"/>
                  </a:lnTo>
                  <a:lnTo>
                    <a:pt x="2707" y="176"/>
                  </a:lnTo>
                  <a:lnTo>
                    <a:pt x="2706" y="156"/>
                  </a:lnTo>
                  <a:lnTo>
                    <a:pt x="2704" y="137"/>
                  </a:lnTo>
                  <a:lnTo>
                    <a:pt x="2700" y="120"/>
                  </a:lnTo>
                  <a:lnTo>
                    <a:pt x="2695" y="104"/>
                  </a:lnTo>
                  <a:lnTo>
                    <a:pt x="2688" y="88"/>
                  </a:lnTo>
                  <a:lnTo>
                    <a:pt x="2680" y="74"/>
                  </a:lnTo>
                  <a:lnTo>
                    <a:pt x="2671" y="61"/>
                  </a:lnTo>
                  <a:lnTo>
                    <a:pt x="2661" y="48"/>
                  </a:lnTo>
                  <a:lnTo>
                    <a:pt x="2649" y="37"/>
                  </a:lnTo>
                  <a:lnTo>
                    <a:pt x="2635" y="28"/>
                  </a:lnTo>
                  <a:lnTo>
                    <a:pt x="2622" y="20"/>
                  </a:lnTo>
                  <a:lnTo>
                    <a:pt x="2606" y="14"/>
                  </a:lnTo>
                  <a:lnTo>
                    <a:pt x="2590" y="8"/>
                  </a:lnTo>
                  <a:lnTo>
                    <a:pt x="2572" y="3"/>
                  </a:lnTo>
                  <a:lnTo>
                    <a:pt x="2554" y="1"/>
                  </a:lnTo>
                  <a:lnTo>
                    <a:pt x="2535" y="0"/>
                  </a:lnTo>
                  <a:lnTo>
                    <a:pt x="582" y="0"/>
                  </a:lnTo>
                  <a:lnTo>
                    <a:pt x="544" y="1"/>
                  </a:lnTo>
                  <a:lnTo>
                    <a:pt x="508" y="2"/>
                  </a:lnTo>
                  <a:lnTo>
                    <a:pt x="472" y="5"/>
                  </a:lnTo>
                  <a:lnTo>
                    <a:pt x="440" y="9"/>
                  </a:lnTo>
                  <a:lnTo>
                    <a:pt x="407" y="14"/>
                  </a:lnTo>
                  <a:lnTo>
                    <a:pt x="376" y="19"/>
                  </a:lnTo>
                  <a:lnTo>
                    <a:pt x="346" y="26"/>
                  </a:lnTo>
                  <a:lnTo>
                    <a:pt x="318" y="34"/>
                  </a:lnTo>
                  <a:lnTo>
                    <a:pt x="291" y="43"/>
                  </a:lnTo>
                  <a:lnTo>
                    <a:pt x="265" y="53"/>
                  </a:lnTo>
                  <a:lnTo>
                    <a:pt x="241" y="64"/>
                  </a:lnTo>
                  <a:lnTo>
                    <a:pt x="217" y="78"/>
                  </a:lnTo>
                  <a:lnTo>
                    <a:pt x="196" y="91"/>
                  </a:lnTo>
                  <a:lnTo>
                    <a:pt x="174" y="106"/>
                  </a:lnTo>
                  <a:lnTo>
                    <a:pt x="155" y="122"/>
                  </a:lnTo>
                  <a:lnTo>
                    <a:pt x="137" y="138"/>
                  </a:lnTo>
                  <a:lnTo>
                    <a:pt x="121" y="156"/>
                  </a:lnTo>
                  <a:lnTo>
                    <a:pt x="105" y="177"/>
                  </a:lnTo>
                  <a:lnTo>
                    <a:pt x="90" y="197"/>
                  </a:lnTo>
                  <a:lnTo>
                    <a:pt x="77" y="219"/>
                  </a:lnTo>
                  <a:lnTo>
                    <a:pt x="64" y="242"/>
                  </a:lnTo>
                  <a:lnTo>
                    <a:pt x="53" y="267"/>
                  </a:lnTo>
                  <a:lnTo>
                    <a:pt x="43" y="293"/>
                  </a:lnTo>
                  <a:lnTo>
                    <a:pt x="34" y="320"/>
                  </a:lnTo>
                  <a:lnTo>
                    <a:pt x="26" y="348"/>
                  </a:lnTo>
                  <a:lnTo>
                    <a:pt x="19" y="378"/>
                  </a:lnTo>
                  <a:lnTo>
                    <a:pt x="14" y="408"/>
                  </a:lnTo>
                  <a:lnTo>
                    <a:pt x="8" y="441"/>
                  </a:lnTo>
                  <a:lnTo>
                    <a:pt x="5" y="474"/>
                  </a:lnTo>
                  <a:lnTo>
                    <a:pt x="3" y="509"/>
                  </a:lnTo>
                  <a:lnTo>
                    <a:pt x="2" y="546"/>
                  </a:lnTo>
                  <a:lnTo>
                    <a:pt x="0" y="583"/>
                  </a:lnTo>
                  <a:lnTo>
                    <a:pt x="0" y="13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pl-PL" sz="4267">
                <a:solidFill>
                  <a:schemeClr val="tx2"/>
                </a:solidFill>
              </a:endParaRPr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79B3CCD9-B644-CA05-B1B9-3BE2768D29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02401" y="3114675"/>
              <a:ext cx="922338" cy="628650"/>
            </a:xfrm>
            <a:custGeom>
              <a:avLst/>
              <a:gdLst>
                <a:gd name="T0" fmla="*/ 496 w 2906"/>
                <a:gd name="T1" fmla="*/ 1622 h 1980"/>
                <a:gd name="T2" fmla="*/ 441 w 2906"/>
                <a:gd name="T3" fmla="*/ 1604 h 1980"/>
                <a:gd name="T4" fmla="*/ 407 w 2906"/>
                <a:gd name="T5" fmla="*/ 1582 h 1980"/>
                <a:gd name="T6" fmla="*/ 382 w 2906"/>
                <a:gd name="T7" fmla="*/ 1553 h 1980"/>
                <a:gd name="T8" fmla="*/ 364 w 2906"/>
                <a:gd name="T9" fmla="*/ 1514 h 1980"/>
                <a:gd name="T10" fmla="*/ 350 w 2906"/>
                <a:gd name="T11" fmla="*/ 1425 h 1980"/>
                <a:gd name="T12" fmla="*/ 352 w 2906"/>
                <a:gd name="T13" fmla="*/ 521 h 1980"/>
                <a:gd name="T14" fmla="*/ 368 w 2906"/>
                <a:gd name="T15" fmla="*/ 451 h 1980"/>
                <a:gd name="T16" fmla="*/ 387 w 2906"/>
                <a:gd name="T17" fmla="*/ 416 h 1980"/>
                <a:gd name="T18" fmla="*/ 415 w 2906"/>
                <a:gd name="T19" fmla="*/ 389 h 1980"/>
                <a:gd name="T20" fmla="*/ 451 w 2906"/>
                <a:gd name="T21" fmla="*/ 370 h 1980"/>
                <a:gd name="T22" fmla="*/ 522 w 2906"/>
                <a:gd name="T23" fmla="*/ 353 h 1980"/>
                <a:gd name="T24" fmla="*/ 2356 w 2906"/>
                <a:gd name="T25" fmla="*/ 351 h 1980"/>
                <a:gd name="T26" fmla="*/ 2446 w 2906"/>
                <a:gd name="T27" fmla="*/ 367 h 1980"/>
                <a:gd name="T28" fmla="*/ 2484 w 2906"/>
                <a:gd name="T29" fmla="*/ 385 h 1980"/>
                <a:gd name="T30" fmla="*/ 2513 w 2906"/>
                <a:gd name="T31" fmla="*/ 411 h 1980"/>
                <a:gd name="T32" fmla="*/ 2534 w 2906"/>
                <a:gd name="T33" fmla="*/ 444 h 1980"/>
                <a:gd name="T34" fmla="*/ 2551 w 2906"/>
                <a:gd name="T35" fmla="*/ 498 h 1980"/>
                <a:gd name="T36" fmla="*/ 2558 w 2906"/>
                <a:gd name="T37" fmla="*/ 633 h 1980"/>
                <a:gd name="T38" fmla="*/ 2558 w 2906"/>
                <a:gd name="T39" fmla="*/ 837 h 1980"/>
                <a:gd name="T40" fmla="*/ 2558 w 2906"/>
                <a:gd name="T41" fmla="*/ 1040 h 1980"/>
                <a:gd name="T42" fmla="*/ 2558 w 2906"/>
                <a:gd name="T43" fmla="*/ 1242 h 1980"/>
                <a:gd name="T44" fmla="*/ 2557 w 2906"/>
                <a:gd name="T45" fmla="*/ 1425 h 1980"/>
                <a:gd name="T46" fmla="*/ 2542 w 2906"/>
                <a:gd name="T47" fmla="*/ 1514 h 1980"/>
                <a:gd name="T48" fmla="*/ 2525 w 2906"/>
                <a:gd name="T49" fmla="*/ 1553 h 1980"/>
                <a:gd name="T50" fmla="*/ 2499 w 2906"/>
                <a:gd name="T51" fmla="*/ 1582 h 1980"/>
                <a:gd name="T52" fmla="*/ 2466 w 2906"/>
                <a:gd name="T53" fmla="*/ 1604 h 1980"/>
                <a:gd name="T54" fmla="*/ 2411 w 2906"/>
                <a:gd name="T55" fmla="*/ 1622 h 1980"/>
                <a:gd name="T56" fmla="*/ 581 w 2906"/>
                <a:gd name="T57" fmla="*/ 1630 h 1980"/>
                <a:gd name="T58" fmla="*/ 5 w 2906"/>
                <a:gd name="T59" fmla="*/ 1504 h 1980"/>
                <a:gd name="T60" fmla="*/ 26 w 2906"/>
                <a:gd name="T61" fmla="*/ 1630 h 1980"/>
                <a:gd name="T62" fmla="*/ 64 w 2906"/>
                <a:gd name="T63" fmla="*/ 1736 h 1980"/>
                <a:gd name="T64" fmla="*/ 121 w 2906"/>
                <a:gd name="T65" fmla="*/ 1823 h 1980"/>
                <a:gd name="T66" fmla="*/ 196 w 2906"/>
                <a:gd name="T67" fmla="*/ 1889 h 1980"/>
                <a:gd name="T68" fmla="*/ 291 w 2906"/>
                <a:gd name="T69" fmla="*/ 1937 h 1980"/>
                <a:gd name="T70" fmla="*/ 407 w 2906"/>
                <a:gd name="T71" fmla="*/ 1967 h 1980"/>
                <a:gd name="T72" fmla="*/ 544 w 2906"/>
                <a:gd name="T73" fmla="*/ 1980 h 1980"/>
                <a:gd name="T74" fmla="*/ 2399 w 2906"/>
                <a:gd name="T75" fmla="*/ 1978 h 1980"/>
                <a:gd name="T76" fmla="*/ 2531 w 2906"/>
                <a:gd name="T77" fmla="*/ 1961 h 1980"/>
                <a:gd name="T78" fmla="*/ 2641 w 2906"/>
                <a:gd name="T79" fmla="*/ 1926 h 1980"/>
                <a:gd name="T80" fmla="*/ 2732 w 2906"/>
                <a:gd name="T81" fmla="*/ 1874 h 1980"/>
                <a:gd name="T82" fmla="*/ 2803 w 2906"/>
                <a:gd name="T83" fmla="*/ 1802 h 1980"/>
                <a:gd name="T84" fmla="*/ 2854 w 2906"/>
                <a:gd name="T85" fmla="*/ 1711 h 1980"/>
                <a:gd name="T86" fmla="*/ 2888 w 2906"/>
                <a:gd name="T87" fmla="*/ 1601 h 1980"/>
                <a:gd name="T88" fmla="*/ 2904 w 2906"/>
                <a:gd name="T89" fmla="*/ 1468 h 1980"/>
                <a:gd name="T90" fmla="*/ 2906 w 2906"/>
                <a:gd name="T91" fmla="*/ 542 h 1980"/>
                <a:gd name="T92" fmla="*/ 2894 w 2906"/>
                <a:gd name="T93" fmla="*/ 406 h 1980"/>
                <a:gd name="T94" fmla="*/ 2864 w 2906"/>
                <a:gd name="T95" fmla="*/ 290 h 1980"/>
                <a:gd name="T96" fmla="*/ 2817 w 2906"/>
                <a:gd name="T97" fmla="*/ 196 h 1980"/>
                <a:gd name="T98" fmla="*/ 2751 w 2906"/>
                <a:gd name="T99" fmla="*/ 120 h 1980"/>
                <a:gd name="T100" fmla="*/ 2666 w 2906"/>
                <a:gd name="T101" fmla="*/ 64 h 1980"/>
                <a:gd name="T102" fmla="*/ 2560 w 2906"/>
                <a:gd name="T103" fmla="*/ 26 h 1980"/>
                <a:gd name="T104" fmla="*/ 2434 w 2906"/>
                <a:gd name="T105" fmla="*/ 5 h 1980"/>
                <a:gd name="T106" fmla="*/ 581 w 2906"/>
                <a:gd name="T107" fmla="*/ 0 h 1980"/>
                <a:gd name="T108" fmla="*/ 438 w 2906"/>
                <a:gd name="T109" fmla="*/ 9 h 1980"/>
                <a:gd name="T110" fmla="*/ 318 w 2906"/>
                <a:gd name="T111" fmla="*/ 34 h 1980"/>
                <a:gd name="T112" fmla="*/ 217 w 2906"/>
                <a:gd name="T113" fmla="*/ 77 h 1980"/>
                <a:gd name="T114" fmla="*/ 137 w 2906"/>
                <a:gd name="T115" fmla="*/ 137 h 1980"/>
                <a:gd name="T116" fmla="*/ 77 w 2906"/>
                <a:gd name="T117" fmla="*/ 217 h 1980"/>
                <a:gd name="T118" fmla="*/ 34 w 2906"/>
                <a:gd name="T119" fmla="*/ 317 h 1980"/>
                <a:gd name="T120" fmla="*/ 8 w 2906"/>
                <a:gd name="T121" fmla="*/ 438 h 1980"/>
                <a:gd name="T122" fmla="*/ 0 w 2906"/>
                <a:gd name="T123" fmla="*/ 579 h 1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906" h="1980">
                  <a:moveTo>
                    <a:pt x="581" y="1630"/>
                  </a:moveTo>
                  <a:lnTo>
                    <a:pt x="550" y="1629"/>
                  </a:lnTo>
                  <a:lnTo>
                    <a:pt x="522" y="1627"/>
                  </a:lnTo>
                  <a:lnTo>
                    <a:pt x="496" y="1622"/>
                  </a:lnTo>
                  <a:lnTo>
                    <a:pt x="472" y="1617"/>
                  </a:lnTo>
                  <a:lnTo>
                    <a:pt x="461" y="1613"/>
                  </a:lnTo>
                  <a:lnTo>
                    <a:pt x="451" y="1609"/>
                  </a:lnTo>
                  <a:lnTo>
                    <a:pt x="441" y="1604"/>
                  </a:lnTo>
                  <a:lnTo>
                    <a:pt x="432" y="1600"/>
                  </a:lnTo>
                  <a:lnTo>
                    <a:pt x="423" y="1594"/>
                  </a:lnTo>
                  <a:lnTo>
                    <a:pt x="415" y="1589"/>
                  </a:lnTo>
                  <a:lnTo>
                    <a:pt x="407" y="1582"/>
                  </a:lnTo>
                  <a:lnTo>
                    <a:pt x="400" y="1575"/>
                  </a:lnTo>
                  <a:lnTo>
                    <a:pt x="394" y="1568"/>
                  </a:lnTo>
                  <a:lnTo>
                    <a:pt x="387" y="1560"/>
                  </a:lnTo>
                  <a:lnTo>
                    <a:pt x="382" y="1553"/>
                  </a:lnTo>
                  <a:lnTo>
                    <a:pt x="377" y="1544"/>
                  </a:lnTo>
                  <a:lnTo>
                    <a:pt x="372" y="1535"/>
                  </a:lnTo>
                  <a:lnTo>
                    <a:pt x="368" y="1524"/>
                  </a:lnTo>
                  <a:lnTo>
                    <a:pt x="364" y="1514"/>
                  </a:lnTo>
                  <a:lnTo>
                    <a:pt x="361" y="1503"/>
                  </a:lnTo>
                  <a:lnTo>
                    <a:pt x="355" y="1479"/>
                  </a:lnTo>
                  <a:lnTo>
                    <a:pt x="352" y="1454"/>
                  </a:lnTo>
                  <a:lnTo>
                    <a:pt x="350" y="1425"/>
                  </a:lnTo>
                  <a:lnTo>
                    <a:pt x="349" y="1395"/>
                  </a:lnTo>
                  <a:lnTo>
                    <a:pt x="349" y="579"/>
                  </a:lnTo>
                  <a:lnTo>
                    <a:pt x="350" y="549"/>
                  </a:lnTo>
                  <a:lnTo>
                    <a:pt x="352" y="521"/>
                  </a:lnTo>
                  <a:lnTo>
                    <a:pt x="355" y="496"/>
                  </a:lnTo>
                  <a:lnTo>
                    <a:pt x="361" y="473"/>
                  </a:lnTo>
                  <a:lnTo>
                    <a:pt x="364" y="461"/>
                  </a:lnTo>
                  <a:lnTo>
                    <a:pt x="368" y="451"/>
                  </a:lnTo>
                  <a:lnTo>
                    <a:pt x="372" y="442"/>
                  </a:lnTo>
                  <a:lnTo>
                    <a:pt x="377" y="433"/>
                  </a:lnTo>
                  <a:lnTo>
                    <a:pt x="382" y="424"/>
                  </a:lnTo>
                  <a:lnTo>
                    <a:pt x="387" y="416"/>
                  </a:lnTo>
                  <a:lnTo>
                    <a:pt x="394" y="410"/>
                  </a:lnTo>
                  <a:lnTo>
                    <a:pt x="400" y="402"/>
                  </a:lnTo>
                  <a:lnTo>
                    <a:pt x="407" y="396"/>
                  </a:lnTo>
                  <a:lnTo>
                    <a:pt x="415" y="389"/>
                  </a:lnTo>
                  <a:lnTo>
                    <a:pt x="423" y="384"/>
                  </a:lnTo>
                  <a:lnTo>
                    <a:pt x="432" y="379"/>
                  </a:lnTo>
                  <a:lnTo>
                    <a:pt x="441" y="375"/>
                  </a:lnTo>
                  <a:lnTo>
                    <a:pt x="451" y="370"/>
                  </a:lnTo>
                  <a:lnTo>
                    <a:pt x="461" y="367"/>
                  </a:lnTo>
                  <a:lnTo>
                    <a:pt x="472" y="363"/>
                  </a:lnTo>
                  <a:lnTo>
                    <a:pt x="496" y="358"/>
                  </a:lnTo>
                  <a:lnTo>
                    <a:pt x="522" y="353"/>
                  </a:lnTo>
                  <a:lnTo>
                    <a:pt x="550" y="351"/>
                  </a:lnTo>
                  <a:lnTo>
                    <a:pt x="581" y="350"/>
                  </a:lnTo>
                  <a:lnTo>
                    <a:pt x="2325" y="350"/>
                  </a:lnTo>
                  <a:lnTo>
                    <a:pt x="2356" y="351"/>
                  </a:lnTo>
                  <a:lnTo>
                    <a:pt x="2385" y="353"/>
                  </a:lnTo>
                  <a:lnTo>
                    <a:pt x="2411" y="358"/>
                  </a:lnTo>
                  <a:lnTo>
                    <a:pt x="2434" y="363"/>
                  </a:lnTo>
                  <a:lnTo>
                    <a:pt x="2446" y="367"/>
                  </a:lnTo>
                  <a:lnTo>
                    <a:pt x="2456" y="371"/>
                  </a:lnTo>
                  <a:lnTo>
                    <a:pt x="2466" y="375"/>
                  </a:lnTo>
                  <a:lnTo>
                    <a:pt x="2475" y="380"/>
                  </a:lnTo>
                  <a:lnTo>
                    <a:pt x="2484" y="385"/>
                  </a:lnTo>
                  <a:lnTo>
                    <a:pt x="2492" y="390"/>
                  </a:lnTo>
                  <a:lnTo>
                    <a:pt x="2499" y="397"/>
                  </a:lnTo>
                  <a:lnTo>
                    <a:pt x="2506" y="404"/>
                  </a:lnTo>
                  <a:lnTo>
                    <a:pt x="2513" y="411"/>
                  </a:lnTo>
                  <a:lnTo>
                    <a:pt x="2520" y="419"/>
                  </a:lnTo>
                  <a:lnTo>
                    <a:pt x="2525" y="426"/>
                  </a:lnTo>
                  <a:lnTo>
                    <a:pt x="2530" y="435"/>
                  </a:lnTo>
                  <a:lnTo>
                    <a:pt x="2534" y="444"/>
                  </a:lnTo>
                  <a:lnTo>
                    <a:pt x="2539" y="453"/>
                  </a:lnTo>
                  <a:lnTo>
                    <a:pt x="2542" y="464"/>
                  </a:lnTo>
                  <a:lnTo>
                    <a:pt x="2545" y="475"/>
                  </a:lnTo>
                  <a:lnTo>
                    <a:pt x="2551" y="498"/>
                  </a:lnTo>
                  <a:lnTo>
                    <a:pt x="2554" y="524"/>
                  </a:lnTo>
                  <a:lnTo>
                    <a:pt x="2557" y="552"/>
                  </a:lnTo>
                  <a:lnTo>
                    <a:pt x="2558" y="583"/>
                  </a:lnTo>
                  <a:lnTo>
                    <a:pt x="2558" y="633"/>
                  </a:lnTo>
                  <a:lnTo>
                    <a:pt x="2558" y="684"/>
                  </a:lnTo>
                  <a:lnTo>
                    <a:pt x="2558" y="736"/>
                  </a:lnTo>
                  <a:lnTo>
                    <a:pt x="2558" y="786"/>
                  </a:lnTo>
                  <a:lnTo>
                    <a:pt x="2558" y="837"/>
                  </a:lnTo>
                  <a:lnTo>
                    <a:pt x="2558" y="888"/>
                  </a:lnTo>
                  <a:lnTo>
                    <a:pt x="2558" y="938"/>
                  </a:lnTo>
                  <a:lnTo>
                    <a:pt x="2558" y="989"/>
                  </a:lnTo>
                  <a:lnTo>
                    <a:pt x="2558" y="1040"/>
                  </a:lnTo>
                  <a:lnTo>
                    <a:pt x="2558" y="1090"/>
                  </a:lnTo>
                  <a:lnTo>
                    <a:pt x="2558" y="1141"/>
                  </a:lnTo>
                  <a:lnTo>
                    <a:pt x="2558" y="1191"/>
                  </a:lnTo>
                  <a:lnTo>
                    <a:pt x="2558" y="1242"/>
                  </a:lnTo>
                  <a:lnTo>
                    <a:pt x="2558" y="1294"/>
                  </a:lnTo>
                  <a:lnTo>
                    <a:pt x="2558" y="1344"/>
                  </a:lnTo>
                  <a:lnTo>
                    <a:pt x="2558" y="1395"/>
                  </a:lnTo>
                  <a:lnTo>
                    <a:pt x="2557" y="1425"/>
                  </a:lnTo>
                  <a:lnTo>
                    <a:pt x="2554" y="1454"/>
                  </a:lnTo>
                  <a:lnTo>
                    <a:pt x="2551" y="1479"/>
                  </a:lnTo>
                  <a:lnTo>
                    <a:pt x="2545" y="1503"/>
                  </a:lnTo>
                  <a:lnTo>
                    <a:pt x="2542" y="1514"/>
                  </a:lnTo>
                  <a:lnTo>
                    <a:pt x="2539" y="1524"/>
                  </a:lnTo>
                  <a:lnTo>
                    <a:pt x="2534" y="1535"/>
                  </a:lnTo>
                  <a:lnTo>
                    <a:pt x="2530" y="1544"/>
                  </a:lnTo>
                  <a:lnTo>
                    <a:pt x="2525" y="1553"/>
                  </a:lnTo>
                  <a:lnTo>
                    <a:pt x="2520" y="1560"/>
                  </a:lnTo>
                  <a:lnTo>
                    <a:pt x="2513" y="1568"/>
                  </a:lnTo>
                  <a:lnTo>
                    <a:pt x="2506" y="1575"/>
                  </a:lnTo>
                  <a:lnTo>
                    <a:pt x="2499" y="1582"/>
                  </a:lnTo>
                  <a:lnTo>
                    <a:pt x="2492" y="1589"/>
                  </a:lnTo>
                  <a:lnTo>
                    <a:pt x="2484" y="1594"/>
                  </a:lnTo>
                  <a:lnTo>
                    <a:pt x="2475" y="1600"/>
                  </a:lnTo>
                  <a:lnTo>
                    <a:pt x="2466" y="1604"/>
                  </a:lnTo>
                  <a:lnTo>
                    <a:pt x="2456" y="1609"/>
                  </a:lnTo>
                  <a:lnTo>
                    <a:pt x="2446" y="1613"/>
                  </a:lnTo>
                  <a:lnTo>
                    <a:pt x="2434" y="1617"/>
                  </a:lnTo>
                  <a:lnTo>
                    <a:pt x="2411" y="1622"/>
                  </a:lnTo>
                  <a:lnTo>
                    <a:pt x="2385" y="1627"/>
                  </a:lnTo>
                  <a:lnTo>
                    <a:pt x="2356" y="1630"/>
                  </a:lnTo>
                  <a:lnTo>
                    <a:pt x="2325" y="1631"/>
                  </a:lnTo>
                  <a:lnTo>
                    <a:pt x="581" y="1630"/>
                  </a:lnTo>
                  <a:close/>
                  <a:moveTo>
                    <a:pt x="0" y="1395"/>
                  </a:moveTo>
                  <a:lnTo>
                    <a:pt x="2" y="1432"/>
                  </a:lnTo>
                  <a:lnTo>
                    <a:pt x="3" y="1468"/>
                  </a:lnTo>
                  <a:lnTo>
                    <a:pt x="5" y="1504"/>
                  </a:lnTo>
                  <a:lnTo>
                    <a:pt x="8" y="1537"/>
                  </a:lnTo>
                  <a:lnTo>
                    <a:pt x="13" y="1569"/>
                  </a:lnTo>
                  <a:lnTo>
                    <a:pt x="20" y="1601"/>
                  </a:lnTo>
                  <a:lnTo>
                    <a:pt x="26" y="1630"/>
                  </a:lnTo>
                  <a:lnTo>
                    <a:pt x="34" y="1658"/>
                  </a:lnTo>
                  <a:lnTo>
                    <a:pt x="43" y="1685"/>
                  </a:lnTo>
                  <a:lnTo>
                    <a:pt x="53" y="1711"/>
                  </a:lnTo>
                  <a:lnTo>
                    <a:pt x="64" y="1736"/>
                  </a:lnTo>
                  <a:lnTo>
                    <a:pt x="77" y="1760"/>
                  </a:lnTo>
                  <a:lnTo>
                    <a:pt x="90" y="1781"/>
                  </a:lnTo>
                  <a:lnTo>
                    <a:pt x="105" y="1802"/>
                  </a:lnTo>
                  <a:lnTo>
                    <a:pt x="121" y="1823"/>
                  </a:lnTo>
                  <a:lnTo>
                    <a:pt x="137" y="1841"/>
                  </a:lnTo>
                  <a:lnTo>
                    <a:pt x="155" y="1857"/>
                  </a:lnTo>
                  <a:lnTo>
                    <a:pt x="175" y="1874"/>
                  </a:lnTo>
                  <a:lnTo>
                    <a:pt x="196" y="1889"/>
                  </a:lnTo>
                  <a:lnTo>
                    <a:pt x="217" y="1902"/>
                  </a:lnTo>
                  <a:lnTo>
                    <a:pt x="241" y="1915"/>
                  </a:lnTo>
                  <a:lnTo>
                    <a:pt x="266" y="1926"/>
                  </a:lnTo>
                  <a:lnTo>
                    <a:pt x="291" y="1937"/>
                  </a:lnTo>
                  <a:lnTo>
                    <a:pt x="318" y="1946"/>
                  </a:lnTo>
                  <a:lnTo>
                    <a:pt x="346" y="1954"/>
                  </a:lnTo>
                  <a:lnTo>
                    <a:pt x="376" y="1961"/>
                  </a:lnTo>
                  <a:lnTo>
                    <a:pt x="407" y="1967"/>
                  </a:lnTo>
                  <a:lnTo>
                    <a:pt x="438" y="1972"/>
                  </a:lnTo>
                  <a:lnTo>
                    <a:pt x="472" y="1976"/>
                  </a:lnTo>
                  <a:lnTo>
                    <a:pt x="507" y="1978"/>
                  </a:lnTo>
                  <a:lnTo>
                    <a:pt x="544" y="1980"/>
                  </a:lnTo>
                  <a:lnTo>
                    <a:pt x="581" y="1980"/>
                  </a:lnTo>
                  <a:lnTo>
                    <a:pt x="2325" y="1980"/>
                  </a:lnTo>
                  <a:lnTo>
                    <a:pt x="2362" y="1980"/>
                  </a:lnTo>
                  <a:lnTo>
                    <a:pt x="2399" y="1978"/>
                  </a:lnTo>
                  <a:lnTo>
                    <a:pt x="2434" y="1976"/>
                  </a:lnTo>
                  <a:lnTo>
                    <a:pt x="2468" y="1972"/>
                  </a:lnTo>
                  <a:lnTo>
                    <a:pt x="2499" y="1967"/>
                  </a:lnTo>
                  <a:lnTo>
                    <a:pt x="2531" y="1961"/>
                  </a:lnTo>
                  <a:lnTo>
                    <a:pt x="2560" y="1954"/>
                  </a:lnTo>
                  <a:lnTo>
                    <a:pt x="2589" y="1946"/>
                  </a:lnTo>
                  <a:lnTo>
                    <a:pt x="2616" y="1937"/>
                  </a:lnTo>
                  <a:lnTo>
                    <a:pt x="2641" y="1926"/>
                  </a:lnTo>
                  <a:lnTo>
                    <a:pt x="2666" y="1915"/>
                  </a:lnTo>
                  <a:lnTo>
                    <a:pt x="2689" y="1902"/>
                  </a:lnTo>
                  <a:lnTo>
                    <a:pt x="2711" y="1889"/>
                  </a:lnTo>
                  <a:lnTo>
                    <a:pt x="2732" y="1874"/>
                  </a:lnTo>
                  <a:lnTo>
                    <a:pt x="2751" y="1857"/>
                  </a:lnTo>
                  <a:lnTo>
                    <a:pt x="2769" y="1841"/>
                  </a:lnTo>
                  <a:lnTo>
                    <a:pt x="2786" y="1823"/>
                  </a:lnTo>
                  <a:lnTo>
                    <a:pt x="2803" y="1802"/>
                  </a:lnTo>
                  <a:lnTo>
                    <a:pt x="2817" y="1781"/>
                  </a:lnTo>
                  <a:lnTo>
                    <a:pt x="2831" y="1760"/>
                  </a:lnTo>
                  <a:lnTo>
                    <a:pt x="2843" y="1736"/>
                  </a:lnTo>
                  <a:lnTo>
                    <a:pt x="2854" y="1711"/>
                  </a:lnTo>
                  <a:lnTo>
                    <a:pt x="2864" y="1685"/>
                  </a:lnTo>
                  <a:lnTo>
                    <a:pt x="2873" y="1658"/>
                  </a:lnTo>
                  <a:lnTo>
                    <a:pt x="2881" y="1630"/>
                  </a:lnTo>
                  <a:lnTo>
                    <a:pt x="2888" y="1601"/>
                  </a:lnTo>
                  <a:lnTo>
                    <a:pt x="2894" y="1569"/>
                  </a:lnTo>
                  <a:lnTo>
                    <a:pt x="2898" y="1537"/>
                  </a:lnTo>
                  <a:lnTo>
                    <a:pt x="2902" y="1504"/>
                  </a:lnTo>
                  <a:lnTo>
                    <a:pt x="2904" y="1468"/>
                  </a:lnTo>
                  <a:lnTo>
                    <a:pt x="2906" y="1432"/>
                  </a:lnTo>
                  <a:lnTo>
                    <a:pt x="2906" y="1395"/>
                  </a:lnTo>
                  <a:lnTo>
                    <a:pt x="2906" y="579"/>
                  </a:lnTo>
                  <a:lnTo>
                    <a:pt x="2906" y="542"/>
                  </a:lnTo>
                  <a:lnTo>
                    <a:pt x="2904" y="506"/>
                  </a:lnTo>
                  <a:lnTo>
                    <a:pt x="2902" y="471"/>
                  </a:lnTo>
                  <a:lnTo>
                    <a:pt x="2898" y="438"/>
                  </a:lnTo>
                  <a:lnTo>
                    <a:pt x="2894" y="406"/>
                  </a:lnTo>
                  <a:lnTo>
                    <a:pt x="2888" y="375"/>
                  </a:lnTo>
                  <a:lnTo>
                    <a:pt x="2881" y="345"/>
                  </a:lnTo>
                  <a:lnTo>
                    <a:pt x="2873" y="317"/>
                  </a:lnTo>
                  <a:lnTo>
                    <a:pt x="2864" y="290"/>
                  </a:lnTo>
                  <a:lnTo>
                    <a:pt x="2854" y="264"/>
                  </a:lnTo>
                  <a:lnTo>
                    <a:pt x="2843" y="241"/>
                  </a:lnTo>
                  <a:lnTo>
                    <a:pt x="2831" y="217"/>
                  </a:lnTo>
                  <a:lnTo>
                    <a:pt x="2817" y="196"/>
                  </a:lnTo>
                  <a:lnTo>
                    <a:pt x="2803" y="174"/>
                  </a:lnTo>
                  <a:lnTo>
                    <a:pt x="2786" y="155"/>
                  </a:lnTo>
                  <a:lnTo>
                    <a:pt x="2769" y="137"/>
                  </a:lnTo>
                  <a:lnTo>
                    <a:pt x="2751" y="120"/>
                  </a:lnTo>
                  <a:lnTo>
                    <a:pt x="2732" y="105"/>
                  </a:lnTo>
                  <a:lnTo>
                    <a:pt x="2711" y="90"/>
                  </a:lnTo>
                  <a:lnTo>
                    <a:pt x="2689" y="77"/>
                  </a:lnTo>
                  <a:lnTo>
                    <a:pt x="2666" y="64"/>
                  </a:lnTo>
                  <a:lnTo>
                    <a:pt x="2641" y="53"/>
                  </a:lnTo>
                  <a:lnTo>
                    <a:pt x="2616" y="43"/>
                  </a:lnTo>
                  <a:lnTo>
                    <a:pt x="2589" y="34"/>
                  </a:lnTo>
                  <a:lnTo>
                    <a:pt x="2560" y="26"/>
                  </a:lnTo>
                  <a:lnTo>
                    <a:pt x="2531" y="19"/>
                  </a:lnTo>
                  <a:lnTo>
                    <a:pt x="2499" y="14"/>
                  </a:lnTo>
                  <a:lnTo>
                    <a:pt x="2468" y="9"/>
                  </a:lnTo>
                  <a:lnTo>
                    <a:pt x="2434" y="5"/>
                  </a:lnTo>
                  <a:lnTo>
                    <a:pt x="2399" y="2"/>
                  </a:lnTo>
                  <a:lnTo>
                    <a:pt x="2362" y="1"/>
                  </a:lnTo>
                  <a:lnTo>
                    <a:pt x="2325" y="0"/>
                  </a:lnTo>
                  <a:lnTo>
                    <a:pt x="581" y="0"/>
                  </a:lnTo>
                  <a:lnTo>
                    <a:pt x="544" y="1"/>
                  </a:lnTo>
                  <a:lnTo>
                    <a:pt x="507" y="2"/>
                  </a:lnTo>
                  <a:lnTo>
                    <a:pt x="472" y="5"/>
                  </a:lnTo>
                  <a:lnTo>
                    <a:pt x="438" y="9"/>
                  </a:lnTo>
                  <a:lnTo>
                    <a:pt x="407" y="14"/>
                  </a:lnTo>
                  <a:lnTo>
                    <a:pt x="376" y="19"/>
                  </a:lnTo>
                  <a:lnTo>
                    <a:pt x="346" y="26"/>
                  </a:lnTo>
                  <a:lnTo>
                    <a:pt x="318" y="34"/>
                  </a:lnTo>
                  <a:lnTo>
                    <a:pt x="291" y="43"/>
                  </a:lnTo>
                  <a:lnTo>
                    <a:pt x="266" y="53"/>
                  </a:lnTo>
                  <a:lnTo>
                    <a:pt x="241" y="64"/>
                  </a:lnTo>
                  <a:lnTo>
                    <a:pt x="217" y="77"/>
                  </a:lnTo>
                  <a:lnTo>
                    <a:pt x="196" y="90"/>
                  </a:lnTo>
                  <a:lnTo>
                    <a:pt x="175" y="105"/>
                  </a:lnTo>
                  <a:lnTo>
                    <a:pt x="155" y="120"/>
                  </a:lnTo>
                  <a:lnTo>
                    <a:pt x="137" y="137"/>
                  </a:lnTo>
                  <a:lnTo>
                    <a:pt x="121" y="155"/>
                  </a:lnTo>
                  <a:lnTo>
                    <a:pt x="105" y="174"/>
                  </a:lnTo>
                  <a:lnTo>
                    <a:pt x="90" y="196"/>
                  </a:lnTo>
                  <a:lnTo>
                    <a:pt x="77" y="217"/>
                  </a:lnTo>
                  <a:lnTo>
                    <a:pt x="64" y="241"/>
                  </a:lnTo>
                  <a:lnTo>
                    <a:pt x="53" y="264"/>
                  </a:lnTo>
                  <a:lnTo>
                    <a:pt x="43" y="290"/>
                  </a:lnTo>
                  <a:lnTo>
                    <a:pt x="34" y="317"/>
                  </a:lnTo>
                  <a:lnTo>
                    <a:pt x="26" y="345"/>
                  </a:lnTo>
                  <a:lnTo>
                    <a:pt x="20" y="375"/>
                  </a:lnTo>
                  <a:lnTo>
                    <a:pt x="13" y="406"/>
                  </a:lnTo>
                  <a:lnTo>
                    <a:pt x="8" y="438"/>
                  </a:lnTo>
                  <a:lnTo>
                    <a:pt x="5" y="471"/>
                  </a:lnTo>
                  <a:lnTo>
                    <a:pt x="3" y="506"/>
                  </a:lnTo>
                  <a:lnTo>
                    <a:pt x="2" y="542"/>
                  </a:lnTo>
                  <a:lnTo>
                    <a:pt x="0" y="579"/>
                  </a:lnTo>
                  <a:lnTo>
                    <a:pt x="0" y="139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pl-PL" sz="4267">
                <a:solidFill>
                  <a:schemeClr val="tx2"/>
                </a:solidFill>
              </a:endParaRPr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302DA696-DFDE-20D9-2A7D-8045CE7A72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52726" y="3114675"/>
              <a:ext cx="922338" cy="628650"/>
            </a:xfrm>
            <a:custGeom>
              <a:avLst/>
              <a:gdLst>
                <a:gd name="T0" fmla="*/ 2903 w 2906"/>
                <a:gd name="T1" fmla="*/ 136 h 1980"/>
                <a:gd name="T2" fmla="*/ 2888 w 2906"/>
                <a:gd name="T3" fmla="*/ 87 h 1980"/>
                <a:gd name="T4" fmla="*/ 2860 w 2906"/>
                <a:gd name="T5" fmla="*/ 47 h 1980"/>
                <a:gd name="T6" fmla="*/ 2822 w 2906"/>
                <a:gd name="T7" fmla="*/ 19 h 1980"/>
                <a:gd name="T8" fmla="*/ 2772 w 2906"/>
                <a:gd name="T9" fmla="*/ 3 h 1980"/>
                <a:gd name="T10" fmla="*/ 1975 w 2906"/>
                <a:gd name="T11" fmla="*/ 0 h 1980"/>
                <a:gd name="T12" fmla="*/ 1867 w 2906"/>
                <a:gd name="T13" fmla="*/ 5 h 1980"/>
                <a:gd name="T14" fmla="*/ 1771 w 2906"/>
                <a:gd name="T15" fmla="*/ 19 h 1980"/>
                <a:gd name="T16" fmla="*/ 1687 w 2906"/>
                <a:gd name="T17" fmla="*/ 43 h 1980"/>
                <a:gd name="T18" fmla="*/ 1614 w 2906"/>
                <a:gd name="T19" fmla="*/ 77 h 1980"/>
                <a:gd name="T20" fmla="*/ 1551 w 2906"/>
                <a:gd name="T21" fmla="*/ 122 h 1980"/>
                <a:gd name="T22" fmla="*/ 1499 w 2906"/>
                <a:gd name="T23" fmla="*/ 177 h 1980"/>
                <a:gd name="T24" fmla="*/ 1459 w 2906"/>
                <a:gd name="T25" fmla="*/ 242 h 1980"/>
                <a:gd name="T26" fmla="*/ 1428 w 2906"/>
                <a:gd name="T27" fmla="*/ 320 h 1980"/>
                <a:gd name="T28" fmla="*/ 1407 w 2906"/>
                <a:gd name="T29" fmla="*/ 408 h 1980"/>
                <a:gd name="T30" fmla="*/ 1397 w 2906"/>
                <a:gd name="T31" fmla="*/ 509 h 1980"/>
                <a:gd name="T32" fmla="*/ 1395 w 2906"/>
                <a:gd name="T33" fmla="*/ 1398 h 1980"/>
                <a:gd name="T34" fmla="*/ 1387 w 2906"/>
                <a:gd name="T35" fmla="*/ 1479 h 1980"/>
                <a:gd name="T36" fmla="*/ 1372 w 2906"/>
                <a:gd name="T37" fmla="*/ 1523 h 1980"/>
                <a:gd name="T38" fmla="*/ 1358 w 2906"/>
                <a:gd name="T39" fmla="*/ 1551 h 1980"/>
                <a:gd name="T40" fmla="*/ 1337 w 2906"/>
                <a:gd name="T41" fmla="*/ 1575 h 1980"/>
                <a:gd name="T42" fmla="*/ 1314 w 2906"/>
                <a:gd name="T43" fmla="*/ 1594 h 1980"/>
                <a:gd name="T44" fmla="*/ 1286 w 2906"/>
                <a:gd name="T45" fmla="*/ 1609 h 1980"/>
                <a:gd name="T46" fmla="*/ 1241 w 2906"/>
                <a:gd name="T47" fmla="*/ 1623 h 1980"/>
                <a:gd name="T48" fmla="*/ 1158 w 2906"/>
                <a:gd name="T49" fmla="*/ 1631 h 1980"/>
                <a:gd name="T50" fmla="*/ 130 w 2906"/>
                <a:gd name="T51" fmla="*/ 1634 h 1980"/>
                <a:gd name="T52" fmla="*/ 82 w 2906"/>
                <a:gd name="T53" fmla="*/ 1650 h 1980"/>
                <a:gd name="T54" fmla="*/ 45 w 2906"/>
                <a:gd name="T55" fmla="*/ 1679 h 1980"/>
                <a:gd name="T56" fmla="*/ 18 w 2906"/>
                <a:gd name="T57" fmla="*/ 1718 h 1980"/>
                <a:gd name="T58" fmla="*/ 3 w 2906"/>
                <a:gd name="T59" fmla="*/ 1769 h 1980"/>
                <a:gd name="T60" fmla="*/ 1 w 2906"/>
                <a:gd name="T61" fmla="*/ 1826 h 1980"/>
                <a:gd name="T62" fmla="*/ 11 w 2906"/>
                <a:gd name="T63" fmla="*/ 1878 h 1980"/>
                <a:gd name="T64" fmla="*/ 35 w 2906"/>
                <a:gd name="T65" fmla="*/ 1920 h 1980"/>
                <a:gd name="T66" fmla="*/ 68 w 2906"/>
                <a:gd name="T67" fmla="*/ 1953 h 1980"/>
                <a:gd name="T68" fmla="*/ 113 w 2906"/>
                <a:gd name="T69" fmla="*/ 1973 h 1980"/>
                <a:gd name="T70" fmla="*/ 167 w 2906"/>
                <a:gd name="T71" fmla="*/ 1980 h 1980"/>
                <a:gd name="T72" fmla="*/ 1231 w 2906"/>
                <a:gd name="T73" fmla="*/ 1978 h 1980"/>
                <a:gd name="T74" fmla="*/ 1331 w 2906"/>
                <a:gd name="T75" fmla="*/ 1967 h 1980"/>
                <a:gd name="T76" fmla="*/ 1419 w 2906"/>
                <a:gd name="T77" fmla="*/ 1946 h 1980"/>
                <a:gd name="T78" fmla="*/ 1497 w 2906"/>
                <a:gd name="T79" fmla="*/ 1916 h 1980"/>
                <a:gd name="T80" fmla="*/ 1563 w 2906"/>
                <a:gd name="T81" fmla="*/ 1875 h 1980"/>
                <a:gd name="T82" fmla="*/ 1619 w 2906"/>
                <a:gd name="T83" fmla="*/ 1824 h 1980"/>
                <a:gd name="T84" fmla="*/ 1664 w 2906"/>
                <a:gd name="T85" fmla="*/ 1762 h 1980"/>
                <a:gd name="T86" fmla="*/ 1699 w 2906"/>
                <a:gd name="T87" fmla="*/ 1688 h 1980"/>
                <a:gd name="T88" fmla="*/ 1724 w 2906"/>
                <a:gd name="T89" fmla="*/ 1603 h 1980"/>
                <a:gd name="T90" fmla="*/ 1738 w 2906"/>
                <a:gd name="T91" fmla="*/ 1506 h 1980"/>
                <a:gd name="T92" fmla="*/ 1743 w 2906"/>
                <a:gd name="T93" fmla="*/ 1398 h 1980"/>
                <a:gd name="T94" fmla="*/ 1746 w 2906"/>
                <a:gd name="T95" fmla="*/ 523 h 1980"/>
                <a:gd name="T96" fmla="*/ 1759 w 2906"/>
                <a:gd name="T97" fmla="*/ 462 h 1980"/>
                <a:gd name="T98" fmla="*/ 1772 w 2906"/>
                <a:gd name="T99" fmla="*/ 433 h 1980"/>
                <a:gd name="T100" fmla="*/ 1789 w 2906"/>
                <a:gd name="T101" fmla="*/ 408 h 1980"/>
                <a:gd name="T102" fmla="*/ 1810 w 2906"/>
                <a:gd name="T103" fmla="*/ 388 h 1980"/>
                <a:gd name="T104" fmla="*/ 1837 w 2906"/>
                <a:gd name="T105" fmla="*/ 374 h 1980"/>
                <a:gd name="T106" fmla="*/ 1867 w 2906"/>
                <a:gd name="T107" fmla="*/ 362 h 1980"/>
                <a:gd name="T108" fmla="*/ 1945 w 2906"/>
                <a:gd name="T109" fmla="*/ 351 h 1980"/>
                <a:gd name="T110" fmla="*/ 2751 w 2906"/>
                <a:gd name="T111" fmla="*/ 349 h 1980"/>
                <a:gd name="T112" fmla="*/ 2806 w 2906"/>
                <a:gd name="T113" fmla="*/ 338 h 1980"/>
                <a:gd name="T114" fmla="*/ 2849 w 2906"/>
                <a:gd name="T115" fmla="*/ 313 h 1980"/>
                <a:gd name="T116" fmla="*/ 2881 w 2906"/>
                <a:gd name="T117" fmla="*/ 277 h 1980"/>
                <a:gd name="T118" fmla="*/ 2900 w 2906"/>
                <a:gd name="T119" fmla="*/ 231 h 1980"/>
                <a:gd name="T120" fmla="*/ 2906 w 2906"/>
                <a:gd name="T121" fmla="*/ 174 h 1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06" h="1980">
                  <a:moveTo>
                    <a:pt x="2906" y="174"/>
                  </a:moveTo>
                  <a:lnTo>
                    <a:pt x="2905" y="155"/>
                  </a:lnTo>
                  <a:lnTo>
                    <a:pt x="2903" y="136"/>
                  </a:lnTo>
                  <a:lnTo>
                    <a:pt x="2900" y="119"/>
                  </a:lnTo>
                  <a:lnTo>
                    <a:pt x="2894" y="102"/>
                  </a:lnTo>
                  <a:lnTo>
                    <a:pt x="2888" y="87"/>
                  </a:lnTo>
                  <a:lnTo>
                    <a:pt x="2881" y="72"/>
                  </a:lnTo>
                  <a:lnTo>
                    <a:pt x="2872" y="60"/>
                  </a:lnTo>
                  <a:lnTo>
                    <a:pt x="2860" y="47"/>
                  </a:lnTo>
                  <a:lnTo>
                    <a:pt x="2849" y="36"/>
                  </a:lnTo>
                  <a:lnTo>
                    <a:pt x="2836" y="27"/>
                  </a:lnTo>
                  <a:lnTo>
                    <a:pt x="2822" y="19"/>
                  </a:lnTo>
                  <a:lnTo>
                    <a:pt x="2806" y="12"/>
                  </a:lnTo>
                  <a:lnTo>
                    <a:pt x="2790" y="7"/>
                  </a:lnTo>
                  <a:lnTo>
                    <a:pt x="2772" y="3"/>
                  </a:lnTo>
                  <a:lnTo>
                    <a:pt x="2751" y="1"/>
                  </a:lnTo>
                  <a:lnTo>
                    <a:pt x="2731" y="0"/>
                  </a:lnTo>
                  <a:lnTo>
                    <a:pt x="1975" y="0"/>
                  </a:lnTo>
                  <a:lnTo>
                    <a:pt x="1938" y="1"/>
                  </a:lnTo>
                  <a:lnTo>
                    <a:pt x="1902" y="2"/>
                  </a:lnTo>
                  <a:lnTo>
                    <a:pt x="1867" y="5"/>
                  </a:lnTo>
                  <a:lnTo>
                    <a:pt x="1834" y="9"/>
                  </a:lnTo>
                  <a:lnTo>
                    <a:pt x="1802" y="14"/>
                  </a:lnTo>
                  <a:lnTo>
                    <a:pt x="1771" y="19"/>
                  </a:lnTo>
                  <a:lnTo>
                    <a:pt x="1742" y="26"/>
                  </a:lnTo>
                  <a:lnTo>
                    <a:pt x="1714" y="34"/>
                  </a:lnTo>
                  <a:lnTo>
                    <a:pt x="1687" y="43"/>
                  </a:lnTo>
                  <a:lnTo>
                    <a:pt x="1661" y="53"/>
                  </a:lnTo>
                  <a:lnTo>
                    <a:pt x="1636" y="64"/>
                  </a:lnTo>
                  <a:lnTo>
                    <a:pt x="1614" y="77"/>
                  </a:lnTo>
                  <a:lnTo>
                    <a:pt x="1591" y="91"/>
                  </a:lnTo>
                  <a:lnTo>
                    <a:pt x="1571" y="106"/>
                  </a:lnTo>
                  <a:lnTo>
                    <a:pt x="1551" y="122"/>
                  </a:lnTo>
                  <a:lnTo>
                    <a:pt x="1533" y="138"/>
                  </a:lnTo>
                  <a:lnTo>
                    <a:pt x="1516" y="156"/>
                  </a:lnTo>
                  <a:lnTo>
                    <a:pt x="1499" y="177"/>
                  </a:lnTo>
                  <a:lnTo>
                    <a:pt x="1484" y="197"/>
                  </a:lnTo>
                  <a:lnTo>
                    <a:pt x="1471" y="219"/>
                  </a:lnTo>
                  <a:lnTo>
                    <a:pt x="1459" y="242"/>
                  </a:lnTo>
                  <a:lnTo>
                    <a:pt x="1447" y="267"/>
                  </a:lnTo>
                  <a:lnTo>
                    <a:pt x="1437" y="293"/>
                  </a:lnTo>
                  <a:lnTo>
                    <a:pt x="1428" y="320"/>
                  </a:lnTo>
                  <a:lnTo>
                    <a:pt x="1420" y="348"/>
                  </a:lnTo>
                  <a:lnTo>
                    <a:pt x="1414" y="377"/>
                  </a:lnTo>
                  <a:lnTo>
                    <a:pt x="1407" y="408"/>
                  </a:lnTo>
                  <a:lnTo>
                    <a:pt x="1402" y="441"/>
                  </a:lnTo>
                  <a:lnTo>
                    <a:pt x="1399" y="474"/>
                  </a:lnTo>
                  <a:lnTo>
                    <a:pt x="1397" y="509"/>
                  </a:lnTo>
                  <a:lnTo>
                    <a:pt x="1395" y="546"/>
                  </a:lnTo>
                  <a:lnTo>
                    <a:pt x="1395" y="583"/>
                  </a:lnTo>
                  <a:lnTo>
                    <a:pt x="1395" y="1398"/>
                  </a:lnTo>
                  <a:lnTo>
                    <a:pt x="1393" y="1427"/>
                  </a:lnTo>
                  <a:lnTo>
                    <a:pt x="1391" y="1455"/>
                  </a:lnTo>
                  <a:lnTo>
                    <a:pt x="1387" y="1479"/>
                  </a:lnTo>
                  <a:lnTo>
                    <a:pt x="1380" y="1502"/>
                  </a:lnTo>
                  <a:lnTo>
                    <a:pt x="1377" y="1513"/>
                  </a:lnTo>
                  <a:lnTo>
                    <a:pt x="1372" y="1523"/>
                  </a:lnTo>
                  <a:lnTo>
                    <a:pt x="1368" y="1533"/>
                  </a:lnTo>
                  <a:lnTo>
                    <a:pt x="1363" y="1542"/>
                  </a:lnTo>
                  <a:lnTo>
                    <a:pt x="1358" y="1551"/>
                  </a:lnTo>
                  <a:lnTo>
                    <a:pt x="1351" y="1559"/>
                  </a:lnTo>
                  <a:lnTo>
                    <a:pt x="1345" y="1567"/>
                  </a:lnTo>
                  <a:lnTo>
                    <a:pt x="1337" y="1575"/>
                  </a:lnTo>
                  <a:lnTo>
                    <a:pt x="1331" y="1582"/>
                  </a:lnTo>
                  <a:lnTo>
                    <a:pt x="1323" y="1589"/>
                  </a:lnTo>
                  <a:lnTo>
                    <a:pt x="1314" y="1594"/>
                  </a:lnTo>
                  <a:lnTo>
                    <a:pt x="1305" y="1600"/>
                  </a:lnTo>
                  <a:lnTo>
                    <a:pt x="1296" y="1604"/>
                  </a:lnTo>
                  <a:lnTo>
                    <a:pt x="1286" y="1609"/>
                  </a:lnTo>
                  <a:lnTo>
                    <a:pt x="1276" y="1613"/>
                  </a:lnTo>
                  <a:lnTo>
                    <a:pt x="1264" y="1617"/>
                  </a:lnTo>
                  <a:lnTo>
                    <a:pt x="1241" y="1623"/>
                  </a:lnTo>
                  <a:lnTo>
                    <a:pt x="1215" y="1628"/>
                  </a:lnTo>
                  <a:lnTo>
                    <a:pt x="1187" y="1630"/>
                  </a:lnTo>
                  <a:lnTo>
                    <a:pt x="1158" y="1631"/>
                  </a:lnTo>
                  <a:lnTo>
                    <a:pt x="167" y="1631"/>
                  </a:lnTo>
                  <a:lnTo>
                    <a:pt x="148" y="1631"/>
                  </a:lnTo>
                  <a:lnTo>
                    <a:pt x="130" y="1634"/>
                  </a:lnTo>
                  <a:lnTo>
                    <a:pt x="113" y="1638"/>
                  </a:lnTo>
                  <a:lnTo>
                    <a:pt x="97" y="1644"/>
                  </a:lnTo>
                  <a:lnTo>
                    <a:pt x="82" y="1650"/>
                  </a:lnTo>
                  <a:lnTo>
                    <a:pt x="68" y="1658"/>
                  </a:lnTo>
                  <a:lnTo>
                    <a:pt x="56" y="1667"/>
                  </a:lnTo>
                  <a:lnTo>
                    <a:pt x="45" y="1679"/>
                  </a:lnTo>
                  <a:lnTo>
                    <a:pt x="35" y="1690"/>
                  </a:lnTo>
                  <a:lnTo>
                    <a:pt x="26" y="1703"/>
                  </a:lnTo>
                  <a:lnTo>
                    <a:pt x="18" y="1718"/>
                  </a:lnTo>
                  <a:lnTo>
                    <a:pt x="11" y="1734"/>
                  </a:lnTo>
                  <a:lnTo>
                    <a:pt x="6" y="1751"/>
                  </a:lnTo>
                  <a:lnTo>
                    <a:pt x="3" y="1769"/>
                  </a:lnTo>
                  <a:lnTo>
                    <a:pt x="1" y="1787"/>
                  </a:lnTo>
                  <a:lnTo>
                    <a:pt x="0" y="1807"/>
                  </a:lnTo>
                  <a:lnTo>
                    <a:pt x="1" y="1826"/>
                  </a:lnTo>
                  <a:lnTo>
                    <a:pt x="3" y="1844"/>
                  </a:lnTo>
                  <a:lnTo>
                    <a:pt x="6" y="1862"/>
                  </a:lnTo>
                  <a:lnTo>
                    <a:pt x="11" y="1878"/>
                  </a:lnTo>
                  <a:lnTo>
                    <a:pt x="18" y="1893"/>
                  </a:lnTo>
                  <a:lnTo>
                    <a:pt x="26" y="1907"/>
                  </a:lnTo>
                  <a:lnTo>
                    <a:pt x="35" y="1920"/>
                  </a:lnTo>
                  <a:lnTo>
                    <a:pt x="45" y="1933"/>
                  </a:lnTo>
                  <a:lnTo>
                    <a:pt x="56" y="1943"/>
                  </a:lnTo>
                  <a:lnTo>
                    <a:pt x="68" y="1953"/>
                  </a:lnTo>
                  <a:lnTo>
                    <a:pt x="82" y="1961"/>
                  </a:lnTo>
                  <a:lnTo>
                    <a:pt x="97" y="1968"/>
                  </a:lnTo>
                  <a:lnTo>
                    <a:pt x="113" y="1973"/>
                  </a:lnTo>
                  <a:lnTo>
                    <a:pt x="130" y="1977"/>
                  </a:lnTo>
                  <a:lnTo>
                    <a:pt x="148" y="1979"/>
                  </a:lnTo>
                  <a:lnTo>
                    <a:pt x="167" y="1980"/>
                  </a:lnTo>
                  <a:lnTo>
                    <a:pt x="1158" y="1980"/>
                  </a:lnTo>
                  <a:lnTo>
                    <a:pt x="1195" y="1980"/>
                  </a:lnTo>
                  <a:lnTo>
                    <a:pt x="1231" y="1978"/>
                  </a:lnTo>
                  <a:lnTo>
                    <a:pt x="1265" y="1976"/>
                  </a:lnTo>
                  <a:lnTo>
                    <a:pt x="1299" y="1972"/>
                  </a:lnTo>
                  <a:lnTo>
                    <a:pt x="1331" y="1967"/>
                  </a:lnTo>
                  <a:lnTo>
                    <a:pt x="1362" y="1961"/>
                  </a:lnTo>
                  <a:lnTo>
                    <a:pt x="1391" y="1954"/>
                  </a:lnTo>
                  <a:lnTo>
                    <a:pt x="1419" y="1946"/>
                  </a:lnTo>
                  <a:lnTo>
                    <a:pt x="1446" y="1937"/>
                  </a:lnTo>
                  <a:lnTo>
                    <a:pt x="1472" y="1927"/>
                  </a:lnTo>
                  <a:lnTo>
                    <a:pt x="1497" y="1916"/>
                  </a:lnTo>
                  <a:lnTo>
                    <a:pt x="1520" y="1904"/>
                  </a:lnTo>
                  <a:lnTo>
                    <a:pt x="1543" y="1890"/>
                  </a:lnTo>
                  <a:lnTo>
                    <a:pt x="1563" y="1875"/>
                  </a:lnTo>
                  <a:lnTo>
                    <a:pt x="1583" y="1859"/>
                  </a:lnTo>
                  <a:lnTo>
                    <a:pt x="1602" y="1842"/>
                  </a:lnTo>
                  <a:lnTo>
                    <a:pt x="1619" y="1824"/>
                  </a:lnTo>
                  <a:lnTo>
                    <a:pt x="1635" y="1805"/>
                  </a:lnTo>
                  <a:lnTo>
                    <a:pt x="1651" y="1783"/>
                  </a:lnTo>
                  <a:lnTo>
                    <a:pt x="1664" y="1762"/>
                  </a:lnTo>
                  <a:lnTo>
                    <a:pt x="1678" y="1738"/>
                  </a:lnTo>
                  <a:lnTo>
                    <a:pt x="1689" y="1713"/>
                  </a:lnTo>
                  <a:lnTo>
                    <a:pt x="1699" y="1688"/>
                  </a:lnTo>
                  <a:lnTo>
                    <a:pt x="1708" y="1661"/>
                  </a:lnTo>
                  <a:lnTo>
                    <a:pt x="1717" y="1632"/>
                  </a:lnTo>
                  <a:lnTo>
                    <a:pt x="1724" y="1603"/>
                  </a:lnTo>
                  <a:lnTo>
                    <a:pt x="1729" y="1572"/>
                  </a:lnTo>
                  <a:lnTo>
                    <a:pt x="1735" y="1540"/>
                  </a:lnTo>
                  <a:lnTo>
                    <a:pt x="1738" y="1506"/>
                  </a:lnTo>
                  <a:lnTo>
                    <a:pt x="1741" y="1472"/>
                  </a:lnTo>
                  <a:lnTo>
                    <a:pt x="1743" y="1436"/>
                  </a:lnTo>
                  <a:lnTo>
                    <a:pt x="1743" y="1398"/>
                  </a:lnTo>
                  <a:lnTo>
                    <a:pt x="1743" y="583"/>
                  </a:lnTo>
                  <a:lnTo>
                    <a:pt x="1744" y="551"/>
                  </a:lnTo>
                  <a:lnTo>
                    <a:pt x="1746" y="523"/>
                  </a:lnTo>
                  <a:lnTo>
                    <a:pt x="1751" y="497"/>
                  </a:lnTo>
                  <a:lnTo>
                    <a:pt x="1755" y="474"/>
                  </a:lnTo>
                  <a:lnTo>
                    <a:pt x="1759" y="462"/>
                  </a:lnTo>
                  <a:lnTo>
                    <a:pt x="1763" y="452"/>
                  </a:lnTo>
                  <a:lnTo>
                    <a:pt x="1767" y="442"/>
                  </a:lnTo>
                  <a:lnTo>
                    <a:pt x="1772" y="433"/>
                  </a:lnTo>
                  <a:lnTo>
                    <a:pt x="1778" y="424"/>
                  </a:lnTo>
                  <a:lnTo>
                    <a:pt x="1783" y="416"/>
                  </a:lnTo>
                  <a:lnTo>
                    <a:pt x="1789" y="408"/>
                  </a:lnTo>
                  <a:lnTo>
                    <a:pt x="1796" y="402"/>
                  </a:lnTo>
                  <a:lnTo>
                    <a:pt x="1803" y="395"/>
                  </a:lnTo>
                  <a:lnTo>
                    <a:pt x="1810" y="388"/>
                  </a:lnTo>
                  <a:lnTo>
                    <a:pt x="1819" y="383"/>
                  </a:lnTo>
                  <a:lnTo>
                    <a:pt x="1827" y="378"/>
                  </a:lnTo>
                  <a:lnTo>
                    <a:pt x="1837" y="374"/>
                  </a:lnTo>
                  <a:lnTo>
                    <a:pt x="1846" y="369"/>
                  </a:lnTo>
                  <a:lnTo>
                    <a:pt x="1857" y="366"/>
                  </a:lnTo>
                  <a:lnTo>
                    <a:pt x="1867" y="362"/>
                  </a:lnTo>
                  <a:lnTo>
                    <a:pt x="1891" y="357"/>
                  </a:lnTo>
                  <a:lnTo>
                    <a:pt x="1917" y="353"/>
                  </a:lnTo>
                  <a:lnTo>
                    <a:pt x="1945" y="351"/>
                  </a:lnTo>
                  <a:lnTo>
                    <a:pt x="1975" y="350"/>
                  </a:lnTo>
                  <a:lnTo>
                    <a:pt x="2731" y="350"/>
                  </a:lnTo>
                  <a:lnTo>
                    <a:pt x="2751" y="349"/>
                  </a:lnTo>
                  <a:lnTo>
                    <a:pt x="2772" y="347"/>
                  </a:lnTo>
                  <a:lnTo>
                    <a:pt x="2790" y="343"/>
                  </a:lnTo>
                  <a:lnTo>
                    <a:pt x="2806" y="338"/>
                  </a:lnTo>
                  <a:lnTo>
                    <a:pt x="2822" y="331"/>
                  </a:lnTo>
                  <a:lnTo>
                    <a:pt x="2837" y="323"/>
                  </a:lnTo>
                  <a:lnTo>
                    <a:pt x="2849" y="313"/>
                  </a:lnTo>
                  <a:lnTo>
                    <a:pt x="2861" y="303"/>
                  </a:lnTo>
                  <a:lnTo>
                    <a:pt x="2872" y="290"/>
                  </a:lnTo>
                  <a:lnTo>
                    <a:pt x="2881" y="277"/>
                  </a:lnTo>
                  <a:lnTo>
                    <a:pt x="2888" y="263"/>
                  </a:lnTo>
                  <a:lnTo>
                    <a:pt x="2894" y="248"/>
                  </a:lnTo>
                  <a:lnTo>
                    <a:pt x="2900" y="231"/>
                  </a:lnTo>
                  <a:lnTo>
                    <a:pt x="2903" y="213"/>
                  </a:lnTo>
                  <a:lnTo>
                    <a:pt x="2905" y="195"/>
                  </a:lnTo>
                  <a:lnTo>
                    <a:pt x="2906" y="17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pl-PL" sz="4267">
                <a:solidFill>
                  <a:schemeClr val="tx2"/>
                </a:solidFill>
              </a:endParaRP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43840"/>
            <a:ext cx="110947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kern="0" spc="400">
                <a:solidFill>
                  <a:srgbClr val="5B9BD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ARCHITEKTURA  ·  DVĚ LINIE DAT</a:t>
            </a:r>
            <a:endParaRPr lang="en-US" sz="1067"/>
          </a:p>
        </p:txBody>
      </p:sp>
      <p:sp>
        <p:nvSpPr>
          <p:cNvPr id="3" name="Text 1"/>
          <p:cNvSpPr/>
          <p:nvPr/>
        </p:nvSpPr>
        <p:spPr>
          <a:xfrm>
            <a:off x="548640" y="633984"/>
            <a:ext cx="1109472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Jedna platforma, </a:t>
            </a:r>
            <a:r>
              <a:rPr lang="en-US" sz="4000" b="1">
                <a:solidFill>
                  <a:srgbClr val="ED7D3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dva zdroje dat</a:t>
            </a:r>
            <a:endParaRPr lang="en-US" sz="4000"/>
          </a:p>
        </p:txBody>
      </p:sp>
      <p:sp>
        <p:nvSpPr>
          <p:cNvPr id="4" name="Shape 2"/>
          <p:cNvSpPr/>
          <p:nvPr/>
        </p:nvSpPr>
        <p:spPr>
          <a:xfrm>
            <a:off x="548640" y="1889760"/>
            <a:ext cx="5242560" cy="4328160"/>
          </a:xfrm>
          <a:prstGeom prst="rect">
            <a:avLst/>
          </a:prstGeom>
          <a:solidFill>
            <a:srgbClr val="0B70D8">
              <a:alpha val="18000"/>
            </a:srgbClr>
          </a:solidFill>
          <a:ln w="6350">
            <a:solidFill>
              <a:srgbClr val="3B9EFF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5" name="Shape 3"/>
          <p:cNvSpPr/>
          <p:nvPr/>
        </p:nvSpPr>
        <p:spPr>
          <a:xfrm>
            <a:off x="548640" y="1889760"/>
            <a:ext cx="60960" cy="432816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6" name="Text 4"/>
          <p:cNvSpPr/>
          <p:nvPr/>
        </p:nvSpPr>
        <p:spPr>
          <a:xfrm>
            <a:off x="792480" y="2097024"/>
            <a:ext cx="487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ED7D3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Katalog služeb VS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792480" y="2706624"/>
            <a:ext cx="4754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FFCC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Navigační rámec — automatická integrace přes AIS-K API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792480" y="3291840"/>
            <a:ext cx="4754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FFBB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  Portál veřejné správy (PVS)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792480" y="3755136"/>
            <a:ext cx="4754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FFBB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  Chatbot pro navigaci v katalogu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792480" y="4218432"/>
            <a:ext cx="4754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FFBB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  JSON export — plně automatický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792480" y="4681728"/>
            <a:ext cx="4754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FFBB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  Aktualizace bez manuálního zásahu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792480" y="5145024"/>
            <a:ext cx="4754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FFBB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  Dostupný v češtině i angličtině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6217920" y="1889760"/>
            <a:ext cx="5364480" cy="4328160"/>
          </a:xfrm>
          <a:prstGeom prst="rect">
            <a:avLst/>
          </a:prstGeom>
          <a:solidFill>
            <a:srgbClr val="0B70D8">
              <a:alpha val="18000"/>
            </a:srgbClr>
          </a:solidFill>
          <a:ln w="6350">
            <a:solidFill>
              <a:srgbClr val="3B9EFF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14" name="Shape 12"/>
          <p:cNvSpPr/>
          <p:nvPr/>
        </p:nvSpPr>
        <p:spPr>
          <a:xfrm>
            <a:off x="6217920" y="1889760"/>
            <a:ext cx="60960" cy="432816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15" name="Text 13"/>
          <p:cNvSpPr/>
          <p:nvPr/>
        </p:nvSpPr>
        <p:spPr>
          <a:xfrm>
            <a:off x="6461760" y="2097024"/>
            <a:ext cx="487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5B9BD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Znalostní báze agend</a:t>
            </a:r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6461760" y="2706624"/>
            <a:ext cx="4754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AACC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Redakčně spravovaný obsah — věcní garanti DIA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6461760" y="3179541"/>
            <a:ext cx="47548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88BBD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  Identita občana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6461760" y="3606261"/>
            <a:ext cx="47548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88BBD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  eDoklady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6461760" y="4032981"/>
            <a:ext cx="47548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88BBD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  CzechPoint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6461760" y="4459701"/>
            <a:ext cx="47548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88BBD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  Portál občana</a:t>
            </a:r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6461760" y="4886421"/>
            <a:ext cx="47548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88BBD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  Registr smluv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6461760" y="5313141"/>
            <a:ext cx="47548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88BBD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  REZA, RAZR, PPDF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6461760" y="5739861"/>
            <a:ext cx="47548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88BBD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  Agenda přístupnosti</a:t>
            </a:r>
            <a:endParaRPr lang="en-US" sz="1600"/>
          </a:p>
        </p:txBody>
      </p:sp>
      <p:sp>
        <p:nvSpPr>
          <p:cNvPr id="24" name="Shape 22"/>
          <p:cNvSpPr/>
          <p:nvPr/>
        </p:nvSpPr>
        <p:spPr>
          <a:xfrm>
            <a:off x="548640" y="6522720"/>
            <a:ext cx="11094720" cy="36576"/>
          </a:xfrm>
          <a:prstGeom prst="rect">
            <a:avLst/>
          </a:prstGeom>
          <a:solidFill>
            <a:srgbClr val="0B70D8">
              <a:alpha val="55000"/>
            </a:srgbClr>
          </a:solidFill>
          <a:ln w="12700">
            <a:solidFill>
              <a:srgbClr val="0B70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grpSp>
        <p:nvGrpSpPr>
          <p:cNvPr id="32" name="Grupa 11">
            <a:extLst>
              <a:ext uri="{FF2B5EF4-FFF2-40B4-BE49-F238E27FC236}">
                <a16:creationId xmlns:a16="http://schemas.microsoft.com/office/drawing/2014/main" id="{C623001D-E19D-5635-E4F7-8CD78FC3F87A}"/>
              </a:ext>
            </a:extLst>
          </p:cNvPr>
          <p:cNvGrpSpPr>
            <a:grpSpLocks noChangeAspect="1"/>
          </p:cNvGrpSpPr>
          <p:nvPr/>
        </p:nvGrpSpPr>
        <p:grpSpPr>
          <a:xfrm>
            <a:off x="9799467" y="483062"/>
            <a:ext cx="1891759" cy="208441"/>
            <a:chOff x="1719263" y="3114675"/>
            <a:chExt cx="5705476" cy="628650"/>
          </a:xfrm>
          <a:solidFill>
            <a:schemeClr val="bg1"/>
          </a:solidFill>
        </p:grpSpPr>
        <p:sp>
          <p:nvSpPr>
            <p:cNvPr id="33" name="Freeform 5">
              <a:extLst>
                <a:ext uri="{FF2B5EF4-FFF2-40B4-BE49-F238E27FC236}">
                  <a16:creationId xmlns:a16="http://schemas.microsoft.com/office/drawing/2014/main" id="{80D9E385-301B-6582-435D-7EBE42B543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4401" y="3114675"/>
              <a:ext cx="922338" cy="628650"/>
            </a:xfrm>
            <a:custGeom>
              <a:avLst/>
              <a:gdLst>
                <a:gd name="T0" fmla="*/ 2903 w 2905"/>
                <a:gd name="T1" fmla="*/ 136 h 1980"/>
                <a:gd name="T2" fmla="*/ 2887 w 2905"/>
                <a:gd name="T3" fmla="*/ 87 h 1980"/>
                <a:gd name="T4" fmla="*/ 2860 w 2905"/>
                <a:gd name="T5" fmla="*/ 47 h 1980"/>
                <a:gd name="T6" fmla="*/ 2821 w 2905"/>
                <a:gd name="T7" fmla="*/ 19 h 1980"/>
                <a:gd name="T8" fmla="*/ 2771 w 2905"/>
                <a:gd name="T9" fmla="*/ 3 h 1980"/>
                <a:gd name="T10" fmla="*/ 1975 w 2905"/>
                <a:gd name="T11" fmla="*/ 0 h 1980"/>
                <a:gd name="T12" fmla="*/ 1868 w 2905"/>
                <a:gd name="T13" fmla="*/ 5 h 1980"/>
                <a:gd name="T14" fmla="*/ 1771 w 2905"/>
                <a:gd name="T15" fmla="*/ 19 h 1980"/>
                <a:gd name="T16" fmla="*/ 1687 w 2905"/>
                <a:gd name="T17" fmla="*/ 43 h 1980"/>
                <a:gd name="T18" fmla="*/ 1614 w 2905"/>
                <a:gd name="T19" fmla="*/ 77 h 1980"/>
                <a:gd name="T20" fmla="*/ 1551 w 2905"/>
                <a:gd name="T21" fmla="*/ 122 h 1980"/>
                <a:gd name="T22" fmla="*/ 1499 w 2905"/>
                <a:gd name="T23" fmla="*/ 177 h 1980"/>
                <a:gd name="T24" fmla="*/ 1459 w 2905"/>
                <a:gd name="T25" fmla="*/ 242 h 1980"/>
                <a:gd name="T26" fmla="*/ 1428 w 2905"/>
                <a:gd name="T27" fmla="*/ 320 h 1980"/>
                <a:gd name="T28" fmla="*/ 1407 w 2905"/>
                <a:gd name="T29" fmla="*/ 408 h 1980"/>
                <a:gd name="T30" fmla="*/ 1396 w 2905"/>
                <a:gd name="T31" fmla="*/ 509 h 1980"/>
                <a:gd name="T32" fmla="*/ 1395 w 2905"/>
                <a:gd name="T33" fmla="*/ 1398 h 1980"/>
                <a:gd name="T34" fmla="*/ 1387 w 2905"/>
                <a:gd name="T35" fmla="*/ 1479 h 1980"/>
                <a:gd name="T36" fmla="*/ 1372 w 2905"/>
                <a:gd name="T37" fmla="*/ 1523 h 1980"/>
                <a:gd name="T38" fmla="*/ 1358 w 2905"/>
                <a:gd name="T39" fmla="*/ 1551 h 1980"/>
                <a:gd name="T40" fmla="*/ 1338 w 2905"/>
                <a:gd name="T41" fmla="*/ 1575 h 1980"/>
                <a:gd name="T42" fmla="*/ 1314 w 2905"/>
                <a:gd name="T43" fmla="*/ 1594 h 1980"/>
                <a:gd name="T44" fmla="*/ 1286 w 2905"/>
                <a:gd name="T45" fmla="*/ 1609 h 1980"/>
                <a:gd name="T46" fmla="*/ 1241 w 2905"/>
                <a:gd name="T47" fmla="*/ 1623 h 1980"/>
                <a:gd name="T48" fmla="*/ 1158 w 2905"/>
                <a:gd name="T49" fmla="*/ 1631 h 1980"/>
                <a:gd name="T50" fmla="*/ 137 w 2905"/>
                <a:gd name="T51" fmla="*/ 1634 h 1980"/>
                <a:gd name="T52" fmla="*/ 87 w 2905"/>
                <a:gd name="T53" fmla="*/ 1650 h 1980"/>
                <a:gd name="T54" fmla="*/ 47 w 2905"/>
                <a:gd name="T55" fmla="*/ 1679 h 1980"/>
                <a:gd name="T56" fmla="*/ 19 w 2905"/>
                <a:gd name="T57" fmla="*/ 1718 h 1980"/>
                <a:gd name="T58" fmla="*/ 3 w 2905"/>
                <a:gd name="T59" fmla="*/ 1769 h 1980"/>
                <a:gd name="T60" fmla="*/ 1 w 2905"/>
                <a:gd name="T61" fmla="*/ 1826 h 1980"/>
                <a:gd name="T62" fmla="*/ 12 w 2905"/>
                <a:gd name="T63" fmla="*/ 1878 h 1980"/>
                <a:gd name="T64" fmla="*/ 36 w 2905"/>
                <a:gd name="T65" fmla="*/ 1920 h 1980"/>
                <a:gd name="T66" fmla="*/ 71 w 2905"/>
                <a:gd name="T67" fmla="*/ 1953 h 1980"/>
                <a:gd name="T68" fmla="*/ 117 w 2905"/>
                <a:gd name="T69" fmla="*/ 1973 h 1980"/>
                <a:gd name="T70" fmla="*/ 172 w 2905"/>
                <a:gd name="T71" fmla="*/ 1980 h 1980"/>
                <a:gd name="T72" fmla="*/ 1231 w 2905"/>
                <a:gd name="T73" fmla="*/ 1978 h 1980"/>
                <a:gd name="T74" fmla="*/ 1331 w 2905"/>
                <a:gd name="T75" fmla="*/ 1967 h 1980"/>
                <a:gd name="T76" fmla="*/ 1420 w 2905"/>
                <a:gd name="T77" fmla="*/ 1946 h 1980"/>
                <a:gd name="T78" fmla="*/ 1497 w 2905"/>
                <a:gd name="T79" fmla="*/ 1916 h 1980"/>
                <a:gd name="T80" fmla="*/ 1563 w 2905"/>
                <a:gd name="T81" fmla="*/ 1875 h 1980"/>
                <a:gd name="T82" fmla="*/ 1619 w 2905"/>
                <a:gd name="T83" fmla="*/ 1824 h 1980"/>
                <a:gd name="T84" fmla="*/ 1664 w 2905"/>
                <a:gd name="T85" fmla="*/ 1762 h 1980"/>
                <a:gd name="T86" fmla="*/ 1699 w 2905"/>
                <a:gd name="T87" fmla="*/ 1688 h 1980"/>
                <a:gd name="T88" fmla="*/ 1724 w 2905"/>
                <a:gd name="T89" fmla="*/ 1603 h 1980"/>
                <a:gd name="T90" fmla="*/ 1738 w 2905"/>
                <a:gd name="T91" fmla="*/ 1506 h 1980"/>
                <a:gd name="T92" fmla="*/ 1743 w 2905"/>
                <a:gd name="T93" fmla="*/ 1398 h 1980"/>
                <a:gd name="T94" fmla="*/ 1746 w 2905"/>
                <a:gd name="T95" fmla="*/ 523 h 1980"/>
                <a:gd name="T96" fmla="*/ 1759 w 2905"/>
                <a:gd name="T97" fmla="*/ 462 h 1980"/>
                <a:gd name="T98" fmla="*/ 1772 w 2905"/>
                <a:gd name="T99" fmla="*/ 433 h 1980"/>
                <a:gd name="T100" fmla="*/ 1789 w 2905"/>
                <a:gd name="T101" fmla="*/ 408 h 1980"/>
                <a:gd name="T102" fmla="*/ 1810 w 2905"/>
                <a:gd name="T103" fmla="*/ 388 h 1980"/>
                <a:gd name="T104" fmla="*/ 1836 w 2905"/>
                <a:gd name="T105" fmla="*/ 374 h 1980"/>
                <a:gd name="T106" fmla="*/ 1868 w 2905"/>
                <a:gd name="T107" fmla="*/ 362 h 1980"/>
                <a:gd name="T108" fmla="*/ 1945 w 2905"/>
                <a:gd name="T109" fmla="*/ 351 h 1980"/>
                <a:gd name="T110" fmla="*/ 2752 w 2905"/>
                <a:gd name="T111" fmla="*/ 349 h 1980"/>
                <a:gd name="T112" fmla="*/ 2807 w 2905"/>
                <a:gd name="T113" fmla="*/ 338 h 1980"/>
                <a:gd name="T114" fmla="*/ 2849 w 2905"/>
                <a:gd name="T115" fmla="*/ 313 h 1980"/>
                <a:gd name="T116" fmla="*/ 2880 w 2905"/>
                <a:gd name="T117" fmla="*/ 277 h 1980"/>
                <a:gd name="T118" fmla="*/ 2899 w 2905"/>
                <a:gd name="T119" fmla="*/ 231 h 1980"/>
                <a:gd name="T120" fmla="*/ 2905 w 2905"/>
                <a:gd name="T121" fmla="*/ 174 h 1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05" h="1980">
                  <a:moveTo>
                    <a:pt x="2905" y="174"/>
                  </a:moveTo>
                  <a:lnTo>
                    <a:pt x="2905" y="155"/>
                  </a:lnTo>
                  <a:lnTo>
                    <a:pt x="2903" y="136"/>
                  </a:lnTo>
                  <a:lnTo>
                    <a:pt x="2899" y="119"/>
                  </a:lnTo>
                  <a:lnTo>
                    <a:pt x="2894" y="102"/>
                  </a:lnTo>
                  <a:lnTo>
                    <a:pt x="2887" y="87"/>
                  </a:lnTo>
                  <a:lnTo>
                    <a:pt x="2880" y="72"/>
                  </a:lnTo>
                  <a:lnTo>
                    <a:pt x="2871" y="60"/>
                  </a:lnTo>
                  <a:lnTo>
                    <a:pt x="2860" y="47"/>
                  </a:lnTo>
                  <a:lnTo>
                    <a:pt x="2849" y="36"/>
                  </a:lnTo>
                  <a:lnTo>
                    <a:pt x="2836" y="27"/>
                  </a:lnTo>
                  <a:lnTo>
                    <a:pt x="2821" y="19"/>
                  </a:lnTo>
                  <a:lnTo>
                    <a:pt x="2805" y="12"/>
                  </a:lnTo>
                  <a:lnTo>
                    <a:pt x="2789" y="7"/>
                  </a:lnTo>
                  <a:lnTo>
                    <a:pt x="2771" y="3"/>
                  </a:lnTo>
                  <a:lnTo>
                    <a:pt x="2752" y="1"/>
                  </a:lnTo>
                  <a:lnTo>
                    <a:pt x="2731" y="0"/>
                  </a:lnTo>
                  <a:lnTo>
                    <a:pt x="1975" y="0"/>
                  </a:lnTo>
                  <a:lnTo>
                    <a:pt x="1938" y="1"/>
                  </a:lnTo>
                  <a:lnTo>
                    <a:pt x="1902" y="2"/>
                  </a:lnTo>
                  <a:lnTo>
                    <a:pt x="1868" y="5"/>
                  </a:lnTo>
                  <a:lnTo>
                    <a:pt x="1834" y="9"/>
                  </a:lnTo>
                  <a:lnTo>
                    <a:pt x="1802" y="14"/>
                  </a:lnTo>
                  <a:lnTo>
                    <a:pt x="1771" y="19"/>
                  </a:lnTo>
                  <a:lnTo>
                    <a:pt x="1742" y="26"/>
                  </a:lnTo>
                  <a:lnTo>
                    <a:pt x="1714" y="34"/>
                  </a:lnTo>
                  <a:lnTo>
                    <a:pt x="1687" y="43"/>
                  </a:lnTo>
                  <a:lnTo>
                    <a:pt x="1661" y="53"/>
                  </a:lnTo>
                  <a:lnTo>
                    <a:pt x="1636" y="64"/>
                  </a:lnTo>
                  <a:lnTo>
                    <a:pt x="1614" y="77"/>
                  </a:lnTo>
                  <a:lnTo>
                    <a:pt x="1591" y="91"/>
                  </a:lnTo>
                  <a:lnTo>
                    <a:pt x="1571" y="106"/>
                  </a:lnTo>
                  <a:lnTo>
                    <a:pt x="1551" y="122"/>
                  </a:lnTo>
                  <a:lnTo>
                    <a:pt x="1533" y="138"/>
                  </a:lnTo>
                  <a:lnTo>
                    <a:pt x="1516" y="156"/>
                  </a:lnTo>
                  <a:lnTo>
                    <a:pt x="1499" y="177"/>
                  </a:lnTo>
                  <a:lnTo>
                    <a:pt x="1485" y="197"/>
                  </a:lnTo>
                  <a:lnTo>
                    <a:pt x="1471" y="219"/>
                  </a:lnTo>
                  <a:lnTo>
                    <a:pt x="1459" y="242"/>
                  </a:lnTo>
                  <a:lnTo>
                    <a:pt x="1448" y="267"/>
                  </a:lnTo>
                  <a:lnTo>
                    <a:pt x="1437" y="293"/>
                  </a:lnTo>
                  <a:lnTo>
                    <a:pt x="1428" y="320"/>
                  </a:lnTo>
                  <a:lnTo>
                    <a:pt x="1420" y="348"/>
                  </a:lnTo>
                  <a:lnTo>
                    <a:pt x="1413" y="377"/>
                  </a:lnTo>
                  <a:lnTo>
                    <a:pt x="1407" y="408"/>
                  </a:lnTo>
                  <a:lnTo>
                    <a:pt x="1403" y="441"/>
                  </a:lnTo>
                  <a:lnTo>
                    <a:pt x="1399" y="474"/>
                  </a:lnTo>
                  <a:lnTo>
                    <a:pt x="1396" y="509"/>
                  </a:lnTo>
                  <a:lnTo>
                    <a:pt x="1395" y="546"/>
                  </a:lnTo>
                  <a:lnTo>
                    <a:pt x="1395" y="583"/>
                  </a:lnTo>
                  <a:lnTo>
                    <a:pt x="1395" y="1398"/>
                  </a:lnTo>
                  <a:lnTo>
                    <a:pt x="1394" y="1427"/>
                  </a:lnTo>
                  <a:lnTo>
                    <a:pt x="1391" y="1455"/>
                  </a:lnTo>
                  <a:lnTo>
                    <a:pt x="1387" y="1479"/>
                  </a:lnTo>
                  <a:lnTo>
                    <a:pt x="1380" y="1502"/>
                  </a:lnTo>
                  <a:lnTo>
                    <a:pt x="1377" y="1513"/>
                  </a:lnTo>
                  <a:lnTo>
                    <a:pt x="1372" y="1523"/>
                  </a:lnTo>
                  <a:lnTo>
                    <a:pt x="1368" y="1533"/>
                  </a:lnTo>
                  <a:lnTo>
                    <a:pt x="1363" y="1542"/>
                  </a:lnTo>
                  <a:lnTo>
                    <a:pt x="1358" y="1551"/>
                  </a:lnTo>
                  <a:lnTo>
                    <a:pt x="1351" y="1559"/>
                  </a:lnTo>
                  <a:lnTo>
                    <a:pt x="1344" y="1567"/>
                  </a:lnTo>
                  <a:lnTo>
                    <a:pt x="1338" y="1575"/>
                  </a:lnTo>
                  <a:lnTo>
                    <a:pt x="1331" y="1582"/>
                  </a:lnTo>
                  <a:lnTo>
                    <a:pt x="1322" y="1589"/>
                  </a:lnTo>
                  <a:lnTo>
                    <a:pt x="1314" y="1594"/>
                  </a:lnTo>
                  <a:lnTo>
                    <a:pt x="1305" y="1600"/>
                  </a:lnTo>
                  <a:lnTo>
                    <a:pt x="1296" y="1604"/>
                  </a:lnTo>
                  <a:lnTo>
                    <a:pt x="1286" y="1609"/>
                  </a:lnTo>
                  <a:lnTo>
                    <a:pt x="1275" y="1613"/>
                  </a:lnTo>
                  <a:lnTo>
                    <a:pt x="1265" y="1617"/>
                  </a:lnTo>
                  <a:lnTo>
                    <a:pt x="1241" y="1623"/>
                  </a:lnTo>
                  <a:lnTo>
                    <a:pt x="1215" y="1628"/>
                  </a:lnTo>
                  <a:lnTo>
                    <a:pt x="1187" y="1630"/>
                  </a:lnTo>
                  <a:lnTo>
                    <a:pt x="1158" y="1631"/>
                  </a:lnTo>
                  <a:lnTo>
                    <a:pt x="174" y="1631"/>
                  </a:lnTo>
                  <a:lnTo>
                    <a:pt x="155" y="1631"/>
                  </a:lnTo>
                  <a:lnTo>
                    <a:pt x="137" y="1634"/>
                  </a:lnTo>
                  <a:lnTo>
                    <a:pt x="119" y="1638"/>
                  </a:lnTo>
                  <a:lnTo>
                    <a:pt x="102" y="1644"/>
                  </a:lnTo>
                  <a:lnTo>
                    <a:pt x="87" y="1650"/>
                  </a:lnTo>
                  <a:lnTo>
                    <a:pt x="73" y="1658"/>
                  </a:lnTo>
                  <a:lnTo>
                    <a:pt x="59" y="1667"/>
                  </a:lnTo>
                  <a:lnTo>
                    <a:pt x="47" y="1679"/>
                  </a:lnTo>
                  <a:lnTo>
                    <a:pt x="37" y="1690"/>
                  </a:lnTo>
                  <a:lnTo>
                    <a:pt x="27" y="1703"/>
                  </a:lnTo>
                  <a:lnTo>
                    <a:pt x="19" y="1718"/>
                  </a:lnTo>
                  <a:lnTo>
                    <a:pt x="12" y="1734"/>
                  </a:lnTo>
                  <a:lnTo>
                    <a:pt x="7" y="1751"/>
                  </a:lnTo>
                  <a:lnTo>
                    <a:pt x="3" y="1769"/>
                  </a:lnTo>
                  <a:lnTo>
                    <a:pt x="1" y="1787"/>
                  </a:lnTo>
                  <a:lnTo>
                    <a:pt x="0" y="1807"/>
                  </a:lnTo>
                  <a:lnTo>
                    <a:pt x="1" y="1826"/>
                  </a:lnTo>
                  <a:lnTo>
                    <a:pt x="3" y="1844"/>
                  </a:lnTo>
                  <a:lnTo>
                    <a:pt x="7" y="1862"/>
                  </a:lnTo>
                  <a:lnTo>
                    <a:pt x="12" y="1878"/>
                  </a:lnTo>
                  <a:lnTo>
                    <a:pt x="19" y="1893"/>
                  </a:lnTo>
                  <a:lnTo>
                    <a:pt x="27" y="1907"/>
                  </a:lnTo>
                  <a:lnTo>
                    <a:pt x="36" y="1920"/>
                  </a:lnTo>
                  <a:lnTo>
                    <a:pt x="46" y="1933"/>
                  </a:lnTo>
                  <a:lnTo>
                    <a:pt x="58" y="1943"/>
                  </a:lnTo>
                  <a:lnTo>
                    <a:pt x="71" y="1953"/>
                  </a:lnTo>
                  <a:lnTo>
                    <a:pt x="85" y="1961"/>
                  </a:lnTo>
                  <a:lnTo>
                    <a:pt x="101" y="1968"/>
                  </a:lnTo>
                  <a:lnTo>
                    <a:pt x="117" y="1973"/>
                  </a:lnTo>
                  <a:lnTo>
                    <a:pt x="135" y="1977"/>
                  </a:lnTo>
                  <a:lnTo>
                    <a:pt x="153" y="1979"/>
                  </a:lnTo>
                  <a:lnTo>
                    <a:pt x="172" y="1980"/>
                  </a:lnTo>
                  <a:lnTo>
                    <a:pt x="1158" y="1980"/>
                  </a:lnTo>
                  <a:lnTo>
                    <a:pt x="1195" y="1980"/>
                  </a:lnTo>
                  <a:lnTo>
                    <a:pt x="1231" y="1978"/>
                  </a:lnTo>
                  <a:lnTo>
                    <a:pt x="1266" y="1976"/>
                  </a:lnTo>
                  <a:lnTo>
                    <a:pt x="1298" y="1972"/>
                  </a:lnTo>
                  <a:lnTo>
                    <a:pt x="1331" y="1967"/>
                  </a:lnTo>
                  <a:lnTo>
                    <a:pt x="1361" y="1961"/>
                  </a:lnTo>
                  <a:lnTo>
                    <a:pt x="1391" y="1954"/>
                  </a:lnTo>
                  <a:lnTo>
                    <a:pt x="1420" y="1946"/>
                  </a:lnTo>
                  <a:lnTo>
                    <a:pt x="1446" y="1937"/>
                  </a:lnTo>
                  <a:lnTo>
                    <a:pt x="1472" y="1927"/>
                  </a:lnTo>
                  <a:lnTo>
                    <a:pt x="1497" y="1916"/>
                  </a:lnTo>
                  <a:lnTo>
                    <a:pt x="1521" y="1904"/>
                  </a:lnTo>
                  <a:lnTo>
                    <a:pt x="1542" y="1890"/>
                  </a:lnTo>
                  <a:lnTo>
                    <a:pt x="1563" y="1875"/>
                  </a:lnTo>
                  <a:lnTo>
                    <a:pt x="1583" y="1859"/>
                  </a:lnTo>
                  <a:lnTo>
                    <a:pt x="1601" y="1842"/>
                  </a:lnTo>
                  <a:lnTo>
                    <a:pt x="1619" y="1824"/>
                  </a:lnTo>
                  <a:lnTo>
                    <a:pt x="1635" y="1805"/>
                  </a:lnTo>
                  <a:lnTo>
                    <a:pt x="1651" y="1783"/>
                  </a:lnTo>
                  <a:lnTo>
                    <a:pt x="1664" y="1762"/>
                  </a:lnTo>
                  <a:lnTo>
                    <a:pt x="1677" y="1738"/>
                  </a:lnTo>
                  <a:lnTo>
                    <a:pt x="1689" y="1713"/>
                  </a:lnTo>
                  <a:lnTo>
                    <a:pt x="1699" y="1688"/>
                  </a:lnTo>
                  <a:lnTo>
                    <a:pt x="1708" y="1661"/>
                  </a:lnTo>
                  <a:lnTo>
                    <a:pt x="1716" y="1632"/>
                  </a:lnTo>
                  <a:lnTo>
                    <a:pt x="1724" y="1603"/>
                  </a:lnTo>
                  <a:lnTo>
                    <a:pt x="1729" y="1572"/>
                  </a:lnTo>
                  <a:lnTo>
                    <a:pt x="1734" y="1540"/>
                  </a:lnTo>
                  <a:lnTo>
                    <a:pt x="1738" y="1506"/>
                  </a:lnTo>
                  <a:lnTo>
                    <a:pt x="1741" y="1472"/>
                  </a:lnTo>
                  <a:lnTo>
                    <a:pt x="1743" y="1436"/>
                  </a:lnTo>
                  <a:lnTo>
                    <a:pt x="1743" y="1398"/>
                  </a:lnTo>
                  <a:lnTo>
                    <a:pt x="1743" y="583"/>
                  </a:lnTo>
                  <a:lnTo>
                    <a:pt x="1744" y="551"/>
                  </a:lnTo>
                  <a:lnTo>
                    <a:pt x="1746" y="523"/>
                  </a:lnTo>
                  <a:lnTo>
                    <a:pt x="1750" y="497"/>
                  </a:lnTo>
                  <a:lnTo>
                    <a:pt x="1755" y="474"/>
                  </a:lnTo>
                  <a:lnTo>
                    <a:pt x="1759" y="462"/>
                  </a:lnTo>
                  <a:lnTo>
                    <a:pt x="1763" y="452"/>
                  </a:lnTo>
                  <a:lnTo>
                    <a:pt x="1767" y="442"/>
                  </a:lnTo>
                  <a:lnTo>
                    <a:pt x="1772" y="433"/>
                  </a:lnTo>
                  <a:lnTo>
                    <a:pt x="1777" y="424"/>
                  </a:lnTo>
                  <a:lnTo>
                    <a:pt x="1782" y="416"/>
                  </a:lnTo>
                  <a:lnTo>
                    <a:pt x="1789" y="408"/>
                  </a:lnTo>
                  <a:lnTo>
                    <a:pt x="1796" y="402"/>
                  </a:lnTo>
                  <a:lnTo>
                    <a:pt x="1802" y="395"/>
                  </a:lnTo>
                  <a:lnTo>
                    <a:pt x="1810" y="388"/>
                  </a:lnTo>
                  <a:lnTo>
                    <a:pt x="1818" y="383"/>
                  </a:lnTo>
                  <a:lnTo>
                    <a:pt x="1827" y="378"/>
                  </a:lnTo>
                  <a:lnTo>
                    <a:pt x="1836" y="374"/>
                  </a:lnTo>
                  <a:lnTo>
                    <a:pt x="1846" y="369"/>
                  </a:lnTo>
                  <a:lnTo>
                    <a:pt x="1856" y="366"/>
                  </a:lnTo>
                  <a:lnTo>
                    <a:pt x="1868" y="362"/>
                  </a:lnTo>
                  <a:lnTo>
                    <a:pt x="1891" y="357"/>
                  </a:lnTo>
                  <a:lnTo>
                    <a:pt x="1917" y="353"/>
                  </a:lnTo>
                  <a:lnTo>
                    <a:pt x="1945" y="351"/>
                  </a:lnTo>
                  <a:lnTo>
                    <a:pt x="1975" y="350"/>
                  </a:lnTo>
                  <a:lnTo>
                    <a:pt x="2731" y="350"/>
                  </a:lnTo>
                  <a:lnTo>
                    <a:pt x="2752" y="349"/>
                  </a:lnTo>
                  <a:lnTo>
                    <a:pt x="2771" y="347"/>
                  </a:lnTo>
                  <a:lnTo>
                    <a:pt x="2790" y="343"/>
                  </a:lnTo>
                  <a:lnTo>
                    <a:pt x="2807" y="338"/>
                  </a:lnTo>
                  <a:lnTo>
                    <a:pt x="2821" y="331"/>
                  </a:lnTo>
                  <a:lnTo>
                    <a:pt x="2836" y="323"/>
                  </a:lnTo>
                  <a:lnTo>
                    <a:pt x="2849" y="313"/>
                  </a:lnTo>
                  <a:lnTo>
                    <a:pt x="2860" y="303"/>
                  </a:lnTo>
                  <a:lnTo>
                    <a:pt x="2871" y="290"/>
                  </a:lnTo>
                  <a:lnTo>
                    <a:pt x="2880" y="277"/>
                  </a:lnTo>
                  <a:lnTo>
                    <a:pt x="2887" y="263"/>
                  </a:lnTo>
                  <a:lnTo>
                    <a:pt x="2894" y="248"/>
                  </a:lnTo>
                  <a:lnTo>
                    <a:pt x="2899" y="231"/>
                  </a:lnTo>
                  <a:lnTo>
                    <a:pt x="2903" y="213"/>
                  </a:lnTo>
                  <a:lnTo>
                    <a:pt x="2905" y="195"/>
                  </a:lnTo>
                  <a:lnTo>
                    <a:pt x="2905" y="17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pl-PL" sz="4267">
                <a:solidFill>
                  <a:schemeClr val="tx2"/>
                </a:solidFill>
              </a:endParaRPr>
            </a:p>
          </p:txBody>
        </p:sp>
        <p:sp>
          <p:nvSpPr>
            <p:cNvPr id="34" name="Freeform 6">
              <a:extLst>
                <a:ext uri="{FF2B5EF4-FFF2-40B4-BE49-F238E27FC236}">
                  <a16:creationId xmlns:a16="http://schemas.microsoft.com/office/drawing/2014/main" id="{6B94E906-10A2-CC2D-7E92-D4D182D8D0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19263" y="3114675"/>
              <a:ext cx="922338" cy="628650"/>
            </a:xfrm>
            <a:custGeom>
              <a:avLst/>
              <a:gdLst>
                <a:gd name="T0" fmla="*/ 486 w 2906"/>
                <a:gd name="T1" fmla="*/ 7 h 1980"/>
                <a:gd name="T2" fmla="*/ 344 w 2906"/>
                <a:gd name="T3" fmla="*/ 43 h 1980"/>
                <a:gd name="T4" fmla="*/ 221 w 2906"/>
                <a:gd name="T5" fmla="*/ 108 h 1980"/>
                <a:gd name="T6" fmla="*/ 124 w 2906"/>
                <a:gd name="T7" fmla="*/ 200 h 1980"/>
                <a:gd name="T8" fmla="*/ 53 w 2906"/>
                <a:gd name="T9" fmla="*/ 318 h 1980"/>
                <a:gd name="T10" fmla="*/ 10 w 2906"/>
                <a:gd name="T11" fmla="*/ 458 h 1980"/>
                <a:gd name="T12" fmla="*/ 0 w 2906"/>
                <a:gd name="T13" fmla="*/ 1398 h 1980"/>
                <a:gd name="T14" fmla="*/ 17 w 2906"/>
                <a:gd name="T15" fmla="*/ 1553 h 1980"/>
                <a:gd name="T16" fmla="*/ 64 w 2906"/>
                <a:gd name="T17" fmla="*/ 1688 h 1980"/>
                <a:gd name="T18" fmla="*/ 142 w 2906"/>
                <a:gd name="T19" fmla="*/ 1800 h 1980"/>
                <a:gd name="T20" fmla="*/ 244 w 2906"/>
                <a:gd name="T21" fmla="*/ 1888 h 1980"/>
                <a:gd name="T22" fmla="*/ 371 w 2906"/>
                <a:gd name="T23" fmla="*/ 1947 h 1980"/>
                <a:gd name="T24" fmla="*/ 517 w 2906"/>
                <a:gd name="T25" fmla="*/ 1977 h 1980"/>
                <a:gd name="T26" fmla="*/ 1998 w 2906"/>
                <a:gd name="T27" fmla="*/ 1979 h 1980"/>
                <a:gd name="T28" fmla="*/ 2051 w 2906"/>
                <a:gd name="T29" fmla="*/ 1964 h 1980"/>
                <a:gd name="T30" fmla="*/ 2135 w 2906"/>
                <a:gd name="T31" fmla="*/ 1907 h 1980"/>
                <a:gd name="T32" fmla="*/ 2192 w 2906"/>
                <a:gd name="T33" fmla="*/ 1823 h 1980"/>
                <a:gd name="T34" fmla="*/ 2207 w 2906"/>
                <a:gd name="T35" fmla="*/ 1770 h 1980"/>
                <a:gd name="T36" fmla="*/ 2205 w 2906"/>
                <a:gd name="T37" fmla="*/ 1303 h 1980"/>
                <a:gd name="T38" fmla="*/ 2170 w 2906"/>
                <a:gd name="T39" fmla="*/ 1227 h 1980"/>
                <a:gd name="T40" fmla="*/ 2105 w 2906"/>
                <a:gd name="T41" fmla="*/ 1178 h 1980"/>
                <a:gd name="T42" fmla="*/ 2017 w 2906"/>
                <a:gd name="T43" fmla="*/ 1166 h 1980"/>
                <a:gd name="T44" fmla="*/ 1933 w 2906"/>
                <a:gd name="T45" fmla="*/ 1193 h 1980"/>
                <a:gd name="T46" fmla="*/ 1879 w 2906"/>
                <a:gd name="T47" fmla="*/ 1252 h 1980"/>
                <a:gd name="T48" fmla="*/ 1860 w 2906"/>
                <a:gd name="T49" fmla="*/ 1340 h 1980"/>
                <a:gd name="T50" fmla="*/ 548 w 2906"/>
                <a:gd name="T51" fmla="*/ 1628 h 1980"/>
                <a:gd name="T52" fmla="*/ 495 w 2906"/>
                <a:gd name="T53" fmla="*/ 1611 h 1980"/>
                <a:gd name="T54" fmla="*/ 405 w 2906"/>
                <a:gd name="T55" fmla="*/ 1541 h 1980"/>
                <a:gd name="T56" fmla="*/ 359 w 2906"/>
                <a:gd name="T57" fmla="*/ 1463 h 1980"/>
                <a:gd name="T58" fmla="*/ 349 w 2906"/>
                <a:gd name="T59" fmla="*/ 1409 h 1980"/>
                <a:gd name="T60" fmla="*/ 352 w 2906"/>
                <a:gd name="T61" fmla="*/ 550 h 1980"/>
                <a:gd name="T62" fmla="*/ 368 w 2906"/>
                <a:gd name="T63" fmla="*/ 497 h 1980"/>
                <a:gd name="T64" fmla="*/ 438 w 2906"/>
                <a:gd name="T65" fmla="*/ 407 h 1980"/>
                <a:gd name="T66" fmla="*/ 517 w 2906"/>
                <a:gd name="T67" fmla="*/ 361 h 1980"/>
                <a:gd name="T68" fmla="*/ 571 w 2906"/>
                <a:gd name="T69" fmla="*/ 350 h 1980"/>
                <a:gd name="T70" fmla="*/ 2357 w 2906"/>
                <a:gd name="T71" fmla="*/ 353 h 1980"/>
                <a:gd name="T72" fmla="*/ 2410 w 2906"/>
                <a:gd name="T73" fmla="*/ 370 h 1980"/>
                <a:gd name="T74" fmla="*/ 2500 w 2906"/>
                <a:gd name="T75" fmla="*/ 440 h 1980"/>
                <a:gd name="T76" fmla="*/ 2546 w 2906"/>
                <a:gd name="T77" fmla="*/ 518 h 1980"/>
                <a:gd name="T78" fmla="*/ 2556 w 2906"/>
                <a:gd name="T79" fmla="*/ 572 h 1980"/>
                <a:gd name="T80" fmla="*/ 2564 w 2906"/>
                <a:gd name="T81" fmla="*/ 1856 h 1980"/>
                <a:gd name="T82" fmla="*/ 2605 w 2906"/>
                <a:gd name="T83" fmla="*/ 1927 h 1980"/>
                <a:gd name="T84" fmla="*/ 2676 w 2906"/>
                <a:gd name="T85" fmla="*/ 1972 h 1980"/>
                <a:gd name="T86" fmla="*/ 2767 w 2906"/>
                <a:gd name="T87" fmla="*/ 1978 h 1980"/>
                <a:gd name="T88" fmla="*/ 2844 w 2906"/>
                <a:gd name="T89" fmla="*/ 1947 h 1980"/>
                <a:gd name="T90" fmla="*/ 2892 w 2906"/>
                <a:gd name="T91" fmla="*/ 1883 h 1980"/>
                <a:gd name="T92" fmla="*/ 2906 w 2906"/>
                <a:gd name="T93" fmla="*/ 583 h 1980"/>
                <a:gd name="T94" fmla="*/ 2889 w 2906"/>
                <a:gd name="T95" fmla="*/ 428 h 1980"/>
                <a:gd name="T96" fmla="*/ 2842 w 2906"/>
                <a:gd name="T97" fmla="*/ 293 h 1980"/>
                <a:gd name="T98" fmla="*/ 2764 w 2906"/>
                <a:gd name="T99" fmla="*/ 180 h 1980"/>
                <a:gd name="T100" fmla="*/ 2662 w 2906"/>
                <a:gd name="T101" fmla="*/ 92 h 1980"/>
                <a:gd name="T102" fmla="*/ 2535 w 2906"/>
                <a:gd name="T103" fmla="*/ 33 h 1980"/>
                <a:gd name="T104" fmla="*/ 2389 w 2906"/>
                <a:gd name="T105" fmla="*/ 2 h 1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906" h="1980">
                  <a:moveTo>
                    <a:pt x="2325" y="0"/>
                  </a:moveTo>
                  <a:lnTo>
                    <a:pt x="581" y="0"/>
                  </a:lnTo>
                  <a:lnTo>
                    <a:pt x="548" y="1"/>
                  </a:lnTo>
                  <a:lnTo>
                    <a:pt x="517" y="3"/>
                  </a:lnTo>
                  <a:lnTo>
                    <a:pt x="486" y="7"/>
                  </a:lnTo>
                  <a:lnTo>
                    <a:pt x="456" y="11"/>
                  </a:lnTo>
                  <a:lnTo>
                    <a:pt x="427" y="17"/>
                  </a:lnTo>
                  <a:lnTo>
                    <a:pt x="398" y="24"/>
                  </a:lnTo>
                  <a:lnTo>
                    <a:pt x="371" y="33"/>
                  </a:lnTo>
                  <a:lnTo>
                    <a:pt x="344" y="43"/>
                  </a:lnTo>
                  <a:lnTo>
                    <a:pt x="317" y="53"/>
                  </a:lnTo>
                  <a:lnTo>
                    <a:pt x="292" y="65"/>
                  </a:lnTo>
                  <a:lnTo>
                    <a:pt x="267" y="79"/>
                  </a:lnTo>
                  <a:lnTo>
                    <a:pt x="244" y="92"/>
                  </a:lnTo>
                  <a:lnTo>
                    <a:pt x="221" y="108"/>
                  </a:lnTo>
                  <a:lnTo>
                    <a:pt x="200" y="125"/>
                  </a:lnTo>
                  <a:lnTo>
                    <a:pt x="180" y="142"/>
                  </a:lnTo>
                  <a:lnTo>
                    <a:pt x="159" y="161"/>
                  </a:lnTo>
                  <a:lnTo>
                    <a:pt x="142" y="180"/>
                  </a:lnTo>
                  <a:lnTo>
                    <a:pt x="124" y="200"/>
                  </a:lnTo>
                  <a:lnTo>
                    <a:pt x="108" y="223"/>
                  </a:lnTo>
                  <a:lnTo>
                    <a:pt x="92" y="245"/>
                  </a:lnTo>
                  <a:lnTo>
                    <a:pt x="77" y="269"/>
                  </a:lnTo>
                  <a:lnTo>
                    <a:pt x="64" y="293"/>
                  </a:lnTo>
                  <a:lnTo>
                    <a:pt x="53" y="318"/>
                  </a:lnTo>
                  <a:lnTo>
                    <a:pt x="42" y="344"/>
                  </a:lnTo>
                  <a:lnTo>
                    <a:pt x="33" y="371"/>
                  </a:lnTo>
                  <a:lnTo>
                    <a:pt x="24" y="399"/>
                  </a:lnTo>
                  <a:lnTo>
                    <a:pt x="17" y="428"/>
                  </a:lnTo>
                  <a:lnTo>
                    <a:pt x="10" y="458"/>
                  </a:lnTo>
                  <a:lnTo>
                    <a:pt x="6" y="487"/>
                  </a:lnTo>
                  <a:lnTo>
                    <a:pt x="2" y="519"/>
                  </a:lnTo>
                  <a:lnTo>
                    <a:pt x="1" y="550"/>
                  </a:lnTo>
                  <a:lnTo>
                    <a:pt x="0" y="583"/>
                  </a:lnTo>
                  <a:lnTo>
                    <a:pt x="0" y="1398"/>
                  </a:lnTo>
                  <a:lnTo>
                    <a:pt x="1" y="1430"/>
                  </a:lnTo>
                  <a:lnTo>
                    <a:pt x="2" y="1463"/>
                  </a:lnTo>
                  <a:lnTo>
                    <a:pt x="6" y="1493"/>
                  </a:lnTo>
                  <a:lnTo>
                    <a:pt x="10" y="1523"/>
                  </a:lnTo>
                  <a:lnTo>
                    <a:pt x="17" y="1553"/>
                  </a:lnTo>
                  <a:lnTo>
                    <a:pt x="24" y="1582"/>
                  </a:lnTo>
                  <a:lnTo>
                    <a:pt x="33" y="1609"/>
                  </a:lnTo>
                  <a:lnTo>
                    <a:pt x="42" y="1637"/>
                  </a:lnTo>
                  <a:lnTo>
                    <a:pt x="53" y="1663"/>
                  </a:lnTo>
                  <a:lnTo>
                    <a:pt x="64" y="1688"/>
                  </a:lnTo>
                  <a:lnTo>
                    <a:pt x="77" y="1712"/>
                  </a:lnTo>
                  <a:lnTo>
                    <a:pt x="92" y="1736"/>
                  </a:lnTo>
                  <a:lnTo>
                    <a:pt x="108" y="1758"/>
                  </a:lnTo>
                  <a:lnTo>
                    <a:pt x="124" y="1780"/>
                  </a:lnTo>
                  <a:lnTo>
                    <a:pt x="142" y="1800"/>
                  </a:lnTo>
                  <a:lnTo>
                    <a:pt x="159" y="1820"/>
                  </a:lnTo>
                  <a:lnTo>
                    <a:pt x="180" y="1838"/>
                  </a:lnTo>
                  <a:lnTo>
                    <a:pt x="200" y="1856"/>
                  </a:lnTo>
                  <a:lnTo>
                    <a:pt x="221" y="1872"/>
                  </a:lnTo>
                  <a:lnTo>
                    <a:pt x="244" y="1888"/>
                  </a:lnTo>
                  <a:lnTo>
                    <a:pt x="267" y="1902"/>
                  </a:lnTo>
                  <a:lnTo>
                    <a:pt x="292" y="1915"/>
                  </a:lnTo>
                  <a:lnTo>
                    <a:pt x="317" y="1927"/>
                  </a:lnTo>
                  <a:lnTo>
                    <a:pt x="344" y="1938"/>
                  </a:lnTo>
                  <a:lnTo>
                    <a:pt x="371" y="1947"/>
                  </a:lnTo>
                  <a:lnTo>
                    <a:pt x="398" y="1956"/>
                  </a:lnTo>
                  <a:lnTo>
                    <a:pt x="427" y="1963"/>
                  </a:lnTo>
                  <a:lnTo>
                    <a:pt x="456" y="1969"/>
                  </a:lnTo>
                  <a:lnTo>
                    <a:pt x="486" y="1973"/>
                  </a:lnTo>
                  <a:lnTo>
                    <a:pt x="517" y="1977"/>
                  </a:lnTo>
                  <a:lnTo>
                    <a:pt x="548" y="1979"/>
                  </a:lnTo>
                  <a:lnTo>
                    <a:pt x="581" y="1980"/>
                  </a:lnTo>
                  <a:lnTo>
                    <a:pt x="1976" y="1980"/>
                  </a:lnTo>
                  <a:lnTo>
                    <a:pt x="1987" y="1979"/>
                  </a:lnTo>
                  <a:lnTo>
                    <a:pt x="1998" y="1979"/>
                  </a:lnTo>
                  <a:lnTo>
                    <a:pt x="2008" y="1977"/>
                  </a:lnTo>
                  <a:lnTo>
                    <a:pt x="2019" y="1974"/>
                  </a:lnTo>
                  <a:lnTo>
                    <a:pt x="2029" y="1972"/>
                  </a:lnTo>
                  <a:lnTo>
                    <a:pt x="2041" y="1969"/>
                  </a:lnTo>
                  <a:lnTo>
                    <a:pt x="2051" y="1964"/>
                  </a:lnTo>
                  <a:lnTo>
                    <a:pt x="2061" y="1960"/>
                  </a:lnTo>
                  <a:lnTo>
                    <a:pt x="2081" y="1950"/>
                  </a:lnTo>
                  <a:lnTo>
                    <a:pt x="2100" y="1937"/>
                  </a:lnTo>
                  <a:lnTo>
                    <a:pt x="2118" y="1923"/>
                  </a:lnTo>
                  <a:lnTo>
                    <a:pt x="2135" y="1907"/>
                  </a:lnTo>
                  <a:lnTo>
                    <a:pt x="2151" y="1890"/>
                  </a:lnTo>
                  <a:lnTo>
                    <a:pt x="2165" y="1872"/>
                  </a:lnTo>
                  <a:lnTo>
                    <a:pt x="2178" y="1853"/>
                  </a:lnTo>
                  <a:lnTo>
                    <a:pt x="2188" y="1833"/>
                  </a:lnTo>
                  <a:lnTo>
                    <a:pt x="2192" y="1823"/>
                  </a:lnTo>
                  <a:lnTo>
                    <a:pt x="2197" y="1812"/>
                  </a:lnTo>
                  <a:lnTo>
                    <a:pt x="2200" y="1801"/>
                  </a:lnTo>
                  <a:lnTo>
                    <a:pt x="2202" y="1791"/>
                  </a:lnTo>
                  <a:lnTo>
                    <a:pt x="2205" y="1780"/>
                  </a:lnTo>
                  <a:lnTo>
                    <a:pt x="2207" y="1770"/>
                  </a:lnTo>
                  <a:lnTo>
                    <a:pt x="2208" y="1758"/>
                  </a:lnTo>
                  <a:lnTo>
                    <a:pt x="2208" y="1747"/>
                  </a:lnTo>
                  <a:lnTo>
                    <a:pt x="2208" y="1340"/>
                  </a:lnTo>
                  <a:lnTo>
                    <a:pt x="2207" y="1321"/>
                  </a:lnTo>
                  <a:lnTo>
                    <a:pt x="2205" y="1303"/>
                  </a:lnTo>
                  <a:lnTo>
                    <a:pt x="2200" y="1286"/>
                  </a:lnTo>
                  <a:lnTo>
                    <a:pt x="2195" y="1270"/>
                  </a:lnTo>
                  <a:lnTo>
                    <a:pt x="2188" y="1254"/>
                  </a:lnTo>
                  <a:lnTo>
                    <a:pt x="2179" y="1240"/>
                  </a:lnTo>
                  <a:lnTo>
                    <a:pt x="2170" y="1227"/>
                  </a:lnTo>
                  <a:lnTo>
                    <a:pt x="2159" y="1215"/>
                  </a:lnTo>
                  <a:lnTo>
                    <a:pt x="2146" y="1204"/>
                  </a:lnTo>
                  <a:lnTo>
                    <a:pt x="2134" y="1194"/>
                  </a:lnTo>
                  <a:lnTo>
                    <a:pt x="2119" y="1186"/>
                  </a:lnTo>
                  <a:lnTo>
                    <a:pt x="2105" y="1178"/>
                  </a:lnTo>
                  <a:lnTo>
                    <a:pt x="2089" y="1172"/>
                  </a:lnTo>
                  <a:lnTo>
                    <a:pt x="2072" y="1169"/>
                  </a:lnTo>
                  <a:lnTo>
                    <a:pt x="2055" y="1166"/>
                  </a:lnTo>
                  <a:lnTo>
                    <a:pt x="2037" y="1166"/>
                  </a:lnTo>
                  <a:lnTo>
                    <a:pt x="2017" y="1166"/>
                  </a:lnTo>
                  <a:lnTo>
                    <a:pt x="1998" y="1169"/>
                  </a:lnTo>
                  <a:lnTo>
                    <a:pt x="1981" y="1172"/>
                  </a:lnTo>
                  <a:lnTo>
                    <a:pt x="1964" y="1178"/>
                  </a:lnTo>
                  <a:lnTo>
                    <a:pt x="1949" y="1185"/>
                  </a:lnTo>
                  <a:lnTo>
                    <a:pt x="1933" y="1193"/>
                  </a:lnTo>
                  <a:lnTo>
                    <a:pt x="1921" y="1202"/>
                  </a:lnTo>
                  <a:lnTo>
                    <a:pt x="1908" y="1213"/>
                  </a:lnTo>
                  <a:lnTo>
                    <a:pt x="1897" y="1225"/>
                  </a:lnTo>
                  <a:lnTo>
                    <a:pt x="1887" y="1238"/>
                  </a:lnTo>
                  <a:lnTo>
                    <a:pt x="1879" y="1252"/>
                  </a:lnTo>
                  <a:lnTo>
                    <a:pt x="1872" y="1268"/>
                  </a:lnTo>
                  <a:lnTo>
                    <a:pt x="1867" y="1285"/>
                  </a:lnTo>
                  <a:lnTo>
                    <a:pt x="1863" y="1302"/>
                  </a:lnTo>
                  <a:lnTo>
                    <a:pt x="1860" y="1321"/>
                  </a:lnTo>
                  <a:lnTo>
                    <a:pt x="1860" y="1340"/>
                  </a:lnTo>
                  <a:lnTo>
                    <a:pt x="1860" y="1631"/>
                  </a:lnTo>
                  <a:lnTo>
                    <a:pt x="581" y="1631"/>
                  </a:lnTo>
                  <a:lnTo>
                    <a:pt x="571" y="1630"/>
                  </a:lnTo>
                  <a:lnTo>
                    <a:pt x="559" y="1629"/>
                  </a:lnTo>
                  <a:lnTo>
                    <a:pt x="548" y="1628"/>
                  </a:lnTo>
                  <a:lnTo>
                    <a:pt x="538" y="1626"/>
                  </a:lnTo>
                  <a:lnTo>
                    <a:pt x="527" y="1622"/>
                  </a:lnTo>
                  <a:lnTo>
                    <a:pt x="517" y="1619"/>
                  </a:lnTo>
                  <a:lnTo>
                    <a:pt x="505" y="1616"/>
                  </a:lnTo>
                  <a:lnTo>
                    <a:pt x="495" y="1611"/>
                  </a:lnTo>
                  <a:lnTo>
                    <a:pt x="475" y="1600"/>
                  </a:lnTo>
                  <a:lnTo>
                    <a:pt x="456" y="1587"/>
                  </a:lnTo>
                  <a:lnTo>
                    <a:pt x="438" y="1574"/>
                  </a:lnTo>
                  <a:lnTo>
                    <a:pt x="421" y="1558"/>
                  </a:lnTo>
                  <a:lnTo>
                    <a:pt x="405" y="1541"/>
                  </a:lnTo>
                  <a:lnTo>
                    <a:pt x="391" y="1523"/>
                  </a:lnTo>
                  <a:lnTo>
                    <a:pt x="378" y="1503"/>
                  </a:lnTo>
                  <a:lnTo>
                    <a:pt x="368" y="1484"/>
                  </a:lnTo>
                  <a:lnTo>
                    <a:pt x="364" y="1473"/>
                  </a:lnTo>
                  <a:lnTo>
                    <a:pt x="359" y="1463"/>
                  </a:lnTo>
                  <a:lnTo>
                    <a:pt x="356" y="1452"/>
                  </a:lnTo>
                  <a:lnTo>
                    <a:pt x="354" y="1441"/>
                  </a:lnTo>
                  <a:lnTo>
                    <a:pt x="352" y="1431"/>
                  </a:lnTo>
                  <a:lnTo>
                    <a:pt x="349" y="1420"/>
                  </a:lnTo>
                  <a:lnTo>
                    <a:pt x="349" y="1409"/>
                  </a:lnTo>
                  <a:lnTo>
                    <a:pt x="348" y="1398"/>
                  </a:lnTo>
                  <a:lnTo>
                    <a:pt x="348" y="583"/>
                  </a:lnTo>
                  <a:lnTo>
                    <a:pt x="349" y="572"/>
                  </a:lnTo>
                  <a:lnTo>
                    <a:pt x="349" y="561"/>
                  </a:lnTo>
                  <a:lnTo>
                    <a:pt x="352" y="550"/>
                  </a:lnTo>
                  <a:lnTo>
                    <a:pt x="354" y="539"/>
                  </a:lnTo>
                  <a:lnTo>
                    <a:pt x="356" y="529"/>
                  </a:lnTo>
                  <a:lnTo>
                    <a:pt x="359" y="518"/>
                  </a:lnTo>
                  <a:lnTo>
                    <a:pt x="364" y="507"/>
                  </a:lnTo>
                  <a:lnTo>
                    <a:pt x="368" y="497"/>
                  </a:lnTo>
                  <a:lnTo>
                    <a:pt x="378" y="477"/>
                  </a:lnTo>
                  <a:lnTo>
                    <a:pt x="391" y="458"/>
                  </a:lnTo>
                  <a:lnTo>
                    <a:pt x="405" y="440"/>
                  </a:lnTo>
                  <a:lnTo>
                    <a:pt x="421" y="423"/>
                  </a:lnTo>
                  <a:lnTo>
                    <a:pt x="438" y="407"/>
                  </a:lnTo>
                  <a:lnTo>
                    <a:pt x="456" y="393"/>
                  </a:lnTo>
                  <a:lnTo>
                    <a:pt x="475" y="380"/>
                  </a:lnTo>
                  <a:lnTo>
                    <a:pt x="495" y="370"/>
                  </a:lnTo>
                  <a:lnTo>
                    <a:pt x="505" y="366"/>
                  </a:lnTo>
                  <a:lnTo>
                    <a:pt x="517" y="361"/>
                  </a:lnTo>
                  <a:lnTo>
                    <a:pt x="527" y="358"/>
                  </a:lnTo>
                  <a:lnTo>
                    <a:pt x="538" y="354"/>
                  </a:lnTo>
                  <a:lnTo>
                    <a:pt x="548" y="352"/>
                  </a:lnTo>
                  <a:lnTo>
                    <a:pt x="559" y="351"/>
                  </a:lnTo>
                  <a:lnTo>
                    <a:pt x="571" y="350"/>
                  </a:lnTo>
                  <a:lnTo>
                    <a:pt x="581" y="350"/>
                  </a:lnTo>
                  <a:lnTo>
                    <a:pt x="2325" y="350"/>
                  </a:lnTo>
                  <a:lnTo>
                    <a:pt x="2335" y="350"/>
                  </a:lnTo>
                  <a:lnTo>
                    <a:pt x="2346" y="351"/>
                  </a:lnTo>
                  <a:lnTo>
                    <a:pt x="2357" y="353"/>
                  </a:lnTo>
                  <a:lnTo>
                    <a:pt x="2368" y="356"/>
                  </a:lnTo>
                  <a:lnTo>
                    <a:pt x="2379" y="358"/>
                  </a:lnTo>
                  <a:lnTo>
                    <a:pt x="2389" y="361"/>
                  </a:lnTo>
                  <a:lnTo>
                    <a:pt x="2400" y="366"/>
                  </a:lnTo>
                  <a:lnTo>
                    <a:pt x="2410" y="370"/>
                  </a:lnTo>
                  <a:lnTo>
                    <a:pt x="2430" y="380"/>
                  </a:lnTo>
                  <a:lnTo>
                    <a:pt x="2450" y="393"/>
                  </a:lnTo>
                  <a:lnTo>
                    <a:pt x="2468" y="407"/>
                  </a:lnTo>
                  <a:lnTo>
                    <a:pt x="2484" y="423"/>
                  </a:lnTo>
                  <a:lnTo>
                    <a:pt x="2500" y="440"/>
                  </a:lnTo>
                  <a:lnTo>
                    <a:pt x="2515" y="458"/>
                  </a:lnTo>
                  <a:lnTo>
                    <a:pt x="2527" y="477"/>
                  </a:lnTo>
                  <a:lnTo>
                    <a:pt x="2537" y="497"/>
                  </a:lnTo>
                  <a:lnTo>
                    <a:pt x="2542" y="507"/>
                  </a:lnTo>
                  <a:lnTo>
                    <a:pt x="2546" y="518"/>
                  </a:lnTo>
                  <a:lnTo>
                    <a:pt x="2549" y="529"/>
                  </a:lnTo>
                  <a:lnTo>
                    <a:pt x="2552" y="539"/>
                  </a:lnTo>
                  <a:lnTo>
                    <a:pt x="2554" y="550"/>
                  </a:lnTo>
                  <a:lnTo>
                    <a:pt x="2556" y="561"/>
                  </a:lnTo>
                  <a:lnTo>
                    <a:pt x="2556" y="572"/>
                  </a:lnTo>
                  <a:lnTo>
                    <a:pt x="2557" y="583"/>
                  </a:lnTo>
                  <a:lnTo>
                    <a:pt x="2557" y="1806"/>
                  </a:lnTo>
                  <a:lnTo>
                    <a:pt x="2558" y="1823"/>
                  </a:lnTo>
                  <a:lnTo>
                    <a:pt x="2561" y="1839"/>
                  </a:lnTo>
                  <a:lnTo>
                    <a:pt x="2564" y="1856"/>
                  </a:lnTo>
                  <a:lnTo>
                    <a:pt x="2570" y="1872"/>
                  </a:lnTo>
                  <a:lnTo>
                    <a:pt x="2576" y="1887"/>
                  </a:lnTo>
                  <a:lnTo>
                    <a:pt x="2584" y="1901"/>
                  </a:lnTo>
                  <a:lnTo>
                    <a:pt x="2594" y="1915"/>
                  </a:lnTo>
                  <a:lnTo>
                    <a:pt x="2605" y="1927"/>
                  </a:lnTo>
                  <a:lnTo>
                    <a:pt x="2617" y="1938"/>
                  </a:lnTo>
                  <a:lnTo>
                    <a:pt x="2630" y="1949"/>
                  </a:lnTo>
                  <a:lnTo>
                    <a:pt x="2645" y="1958"/>
                  </a:lnTo>
                  <a:lnTo>
                    <a:pt x="2660" y="1965"/>
                  </a:lnTo>
                  <a:lnTo>
                    <a:pt x="2676" y="1972"/>
                  </a:lnTo>
                  <a:lnTo>
                    <a:pt x="2694" y="1977"/>
                  </a:lnTo>
                  <a:lnTo>
                    <a:pt x="2712" y="1979"/>
                  </a:lnTo>
                  <a:lnTo>
                    <a:pt x="2731" y="1980"/>
                  </a:lnTo>
                  <a:lnTo>
                    <a:pt x="2749" y="1979"/>
                  </a:lnTo>
                  <a:lnTo>
                    <a:pt x="2767" y="1978"/>
                  </a:lnTo>
                  <a:lnTo>
                    <a:pt x="2784" y="1974"/>
                  </a:lnTo>
                  <a:lnTo>
                    <a:pt x="2800" y="1970"/>
                  </a:lnTo>
                  <a:lnTo>
                    <a:pt x="2816" y="1963"/>
                  </a:lnTo>
                  <a:lnTo>
                    <a:pt x="2830" y="1956"/>
                  </a:lnTo>
                  <a:lnTo>
                    <a:pt x="2844" y="1947"/>
                  </a:lnTo>
                  <a:lnTo>
                    <a:pt x="2856" y="1937"/>
                  </a:lnTo>
                  <a:lnTo>
                    <a:pt x="2866" y="1926"/>
                  </a:lnTo>
                  <a:lnTo>
                    <a:pt x="2876" y="1913"/>
                  </a:lnTo>
                  <a:lnTo>
                    <a:pt x="2885" y="1899"/>
                  </a:lnTo>
                  <a:lnTo>
                    <a:pt x="2892" y="1883"/>
                  </a:lnTo>
                  <a:lnTo>
                    <a:pt x="2898" y="1866"/>
                  </a:lnTo>
                  <a:lnTo>
                    <a:pt x="2902" y="1847"/>
                  </a:lnTo>
                  <a:lnTo>
                    <a:pt x="2904" y="1827"/>
                  </a:lnTo>
                  <a:lnTo>
                    <a:pt x="2906" y="1806"/>
                  </a:lnTo>
                  <a:lnTo>
                    <a:pt x="2906" y="583"/>
                  </a:lnTo>
                  <a:lnTo>
                    <a:pt x="2904" y="550"/>
                  </a:lnTo>
                  <a:lnTo>
                    <a:pt x="2903" y="519"/>
                  </a:lnTo>
                  <a:lnTo>
                    <a:pt x="2900" y="487"/>
                  </a:lnTo>
                  <a:lnTo>
                    <a:pt x="2895" y="458"/>
                  </a:lnTo>
                  <a:lnTo>
                    <a:pt x="2889" y="428"/>
                  </a:lnTo>
                  <a:lnTo>
                    <a:pt x="2882" y="399"/>
                  </a:lnTo>
                  <a:lnTo>
                    <a:pt x="2873" y="371"/>
                  </a:lnTo>
                  <a:lnTo>
                    <a:pt x="2864" y="344"/>
                  </a:lnTo>
                  <a:lnTo>
                    <a:pt x="2853" y="318"/>
                  </a:lnTo>
                  <a:lnTo>
                    <a:pt x="2842" y="293"/>
                  </a:lnTo>
                  <a:lnTo>
                    <a:pt x="2828" y="269"/>
                  </a:lnTo>
                  <a:lnTo>
                    <a:pt x="2813" y="245"/>
                  </a:lnTo>
                  <a:lnTo>
                    <a:pt x="2799" y="223"/>
                  </a:lnTo>
                  <a:lnTo>
                    <a:pt x="2782" y="200"/>
                  </a:lnTo>
                  <a:lnTo>
                    <a:pt x="2764" y="180"/>
                  </a:lnTo>
                  <a:lnTo>
                    <a:pt x="2746" y="161"/>
                  </a:lnTo>
                  <a:lnTo>
                    <a:pt x="2726" y="142"/>
                  </a:lnTo>
                  <a:lnTo>
                    <a:pt x="2706" y="125"/>
                  </a:lnTo>
                  <a:lnTo>
                    <a:pt x="2684" y="108"/>
                  </a:lnTo>
                  <a:lnTo>
                    <a:pt x="2662" y="92"/>
                  </a:lnTo>
                  <a:lnTo>
                    <a:pt x="2638" y="78"/>
                  </a:lnTo>
                  <a:lnTo>
                    <a:pt x="2614" y="65"/>
                  </a:lnTo>
                  <a:lnTo>
                    <a:pt x="2589" y="53"/>
                  </a:lnTo>
                  <a:lnTo>
                    <a:pt x="2563" y="42"/>
                  </a:lnTo>
                  <a:lnTo>
                    <a:pt x="2535" y="33"/>
                  </a:lnTo>
                  <a:lnTo>
                    <a:pt x="2508" y="24"/>
                  </a:lnTo>
                  <a:lnTo>
                    <a:pt x="2479" y="17"/>
                  </a:lnTo>
                  <a:lnTo>
                    <a:pt x="2450" y="11"/>
                  </a:lnTo>
                  <a:lnTo>
                    <a:pt x="2419" y="6"/>
                  </a:lnTo>
                  <a:lnTo>
                    <a:pt x="2389" y="2"/>
                  </a:lnTo>
                  <a:lnTo>
                    <a:pt x="2356" y="1"/>
                  </a:lnTo>
                  <a:lnTo>
                    <a:pt x="23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pl-PL" sz="4267">
                <a:solidFill>
                  <a:schemeClr val="tx2"/>
                </a:solidFill>
              </a:endParaRPr>
            </a:p>
          </p:txBody>
        </p:sp>
        <p:sp>
          <p:nvSpPr>
            <p:cNvPr id="35" name="Freeform 7">
              <a:extLst>
                <a:ext uri="{FF2B5EF4-FFF2-40B4-BE49-F238E27FC236}">
                  <a16:creationId xmlns:a16="http://schemas.microsoft.com/office/drawing/2014/main" id="{5E2235FF-5494-C666-5833-905C91F695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7863" y="3114675"/>
              <a:ext cx="922338" cy="628650"/>
            </a:xfrm>
            <a:custGeom>
              <a:avLst/>
              <a:gdLst>
                <a:gd name="T0" fmla="*/ 8 w 2905"/>
                <a:gd name="T1" fmla="*/ 1540 h 1980"/>
                <a:gd name="T2" fmla="*/ 41 w 2905"/>
                <a:gd name="T3" fmla="*/ 1688 h 1980"/>
                <a:gd name="T4" fmla="*/ 103 w 2905"/>
                <a:gd name="T5" fmla="*/ 1805 h 1980"/>
                <a:gd name="T6" fmla="*/ 194 w 2905"/>
                <a:gd name="T7" fmla="*/ 1890 h 1980"/>
                <a:gd name="T8" fmla="*/ 316 w 2905"/>
                <a:gd name="T9" fmla="*/ 1946 h 1980"/>
                <a:gd name="T10" fmla="*/ 471 w 2905"/>
                <a:gd name="T11" fmla="*/ 1976 h 1980"/>
                <a:gd name="T12" fmla="*/ 849 w 2905"/>
                <a:gd name="T13" fmla="*/ 1980 h 1980"/>
                <a:gd name="T14" fmla="*/ 1522 w 2905"/>
                <a:gd name="T15" fmla="*/ 1980 h 1980"/>
                <a:gd name="T16" fmla="*/ 2193 w 2905"/>
                <a:gd name="T17" fmla="*/ 1980 h 1980"/>
                <a:gd name="T18" fmla="*/ 2749 w 2905"/>
                <a:gd name="T19" fmla="*/ 1979 h 1980"/>
                <a:gd name="T20" fmla="*/ 2832 w 2905"/>
                <a:gd name="T21" fmla="*/ 1953 h 1980"/>
                <a:gd name="T22" fmla="*/ 2886 w 2905"/>
                <a:gd name="T23" fmla="*/ 1893 h 1980"/>
                <a:gd name="T24" fmla="*/ 2905 w 2905"/>
                <a:gd name="T25" fmla="*/ 1805 h 1980"/>
                <a:gd name="T26" fmla="*/ 2886 w 2905"/>
                <a:gd name="T27" fmla="*/ 1718 h 1980"/>
                <a:gd name="T28" fmla="*/ 2833 w 2905"/>
                <a:gd name="T29" fmla="*/ 1658 h 1980"/>
                <a:gd name="T30" fmla="*/ 2751 w 2905"/>
                <a:gd name="T31" fmla="*/ 1631 h 1980"/>
                <a:gd name="T32" fmla="*/ 494 w 2905"/>
                <a:gd name="T33" fmla="*/ 1623 h 1980"/>
                <a:gd name="T34" fmla="*/ 430 w 2905"/>
                <a:gd name="T35" fmla="*/ 1601 h 1980"/>
                <a:gd name="T36" fmla="*/ 392 w 2905"/>
                <a:gd name="T37" fmla="*/ 1571 h 1980"/>
                <a:gd name="T38" fmla="*/ 367 w 2905"/>
                <a:gd name="T39" fmla="*/ 1527 h 1980"/>
                <a:gd name="T40" fmla="*/ 349 w 2905"/>
                <a:gd name="T41" fmla="*/ 1429 h 1980"/>
                <a:gd name="T42" fmla="*/ 355 w 2905"/>
                <a:gd name="T43" fmla="*/ 496 h 1980"/>
                <a:gd name="T44" fmla="*/ 377 w 2905"/>
                <a:gd name="T45" fmla="*/ 432 h 1980"/>
                <a:gd name="T46" fmla="*/ 407 w 2905"/>
                <a:gd name="T47" fmla="*/ 395 h 1980"/>
                <a:gd name="T48" fmla="*/ 451 w 2905"/>
                <a:gd name="T49" fmla="*/ 369 h 1980"/>
                <a:gd name="T50" fmla="*/ 550 w 2905"/>
                <a:gd name="T51" fmla="*/ 351 h 1980"/>
                <a:gd name="T52" fmla="*/ 2407 w 2905"/>
                <a:gd name="T53" fmla="*/ 357 h 1980"/>
                <a:gd name="T54" fmla="*/ 2469 w 2905"/>
                <a:gd name="T55" fmla="*/ 378 h 1980"/>
                <a:gd name="T56" fmla="*/ 2509 w 2905"/>
                <a:gd name="T57" fmla="*/ 410 h 1980"/>
                <a:gd name="T58" fmla="*/ 2536 w 2905"/>
                <a:gd name="T59" fmla="*/ 452 h 1980"/>
                <a:gd name="T60" fmla="*/ 2555 w 2905"/>
                <a:gd name="T61" fmla="*/ 551 h 1980"/>
                <a:gd name="T62" fmla="*/ 2544 w 2905"/>
                <a:gd name="T63" fmla="*/ 693 h 1980"/>
                <a:gd name="T64" fmla="*/ 2522 w 2905"/>
                <a:gd name="T65" fmla="*/ 741 h 1980"/>
                <a:gd name="T66" fmla="*/ 2490 w 2905"/>
                <a:gd name="T67" fmla="*/ 777 h 1980"/>
                <a:gd name="T68" fmla="*/ 2444 w 2905"/>
                <a:gd name="T69" fmla="*/ 800 h 1980"/>
                <a:gd name="T70" fmla="*/ 2323 w 2905"/>
                <a:gd name="T71" fmla="*/ 816 h 1980"/>
                <a:gd name="T72" fmla="*/ 796 w 2905"/>
                <a:gd name="T73" fmla="*/ 827 h 1980"/>
                <a:gd name="T74" fmla="*/ 731 w 2905"/>
                <a:gd name="T75" fmla="*/ 871 h 1980"/>
                <a:gd name="T76" fmla="*/ 701 w 2905"/>
                <a:gd name="T77" fmla="*/ 950 h 1980"/>
                <a:gd name="T78" fmla="*/ 704 w 2905"/>
                <a:gd name="T79" fmla="*/ 1047 h 1980"/>
                <a:gd name="T80" fmla="*/ 742 w 2905"/>
                <a:gd name="T81" fmla="*/ 1119 h 1980"/>
                <a:gd name="T82" fmla="*/ 814 w 2905"/>
                <a:gd name="T83" fmla="*/ 1159 h 1980"/>
                <a:gd name="T84" fmla="*/ 2362 w 2905"/>
                <a:gd name="T85" fmla="*/ 1164 h 1980"/>
                <a:gd name="T86" fmla="*/ 2530 w 2905"/>
                <a:gd name="T87" fmla="*/ 1146 h 1980"/>
                <a:gd name="T88" fmla="*/ 2665 w 2905"/>
                <a:gd name="T89" fmla="*/ 1100 h 1980"/>
                <a:gd name="T90" fmla="*/ 2768 w 2905"/>
                <a:gd name="T91" fmla="*/ 1027 h 1980"/>
                <a:gd name="T92" fmla="*/ 2842 w 2905"/>
                <a:gd name="T93" fmla="*/ 923 h 1980"/>
                <a:gd name="T94" fmla="*/ 2886 w 2905"/>
                <a:gd name="T95" fmla="*/ 788 h 1980"/>
                <a:gd name="T96" fmla="*/ 2904 w 2905"/>
                <a:gd name="T97" fmla="*/ 620 h 1980"/>
                <a:gd name="T98" fmla="*/ 2896 w 2905"/>
                <a:gd name="T99" fmla="*/ 441 h 1980"/>
                <a:gd name="T100" fmla="*/ 2863 w 2905"/>
                <a:gd name="T101" fmla="*/ 293 h 1980"/>
                <a:gd name="T102" fmla="*/ 2800 w 2905"/>
                <a:gd name="T103" fmla="*/ 177 h 1980"/>
                <a:gd name="T104" fmla="*/ 2708 w 2905"/>
                <a:gd name="T105" fmla="*/ 91 h 1980"/>
                <a:gd name="T106" fmla="*/ 2586 w 2905"/>
                <a:gd name="T107" fmla="*/ 34 h 1980"/>
                <a:gd name="T108" fmla="*/ 2432 w 2905"/>
                <a:gd name="T109" fmla="*/ 5 h 1980"/>
                <a:gd name="T110" fmla="*/ 542 w 2905"/>
                <a:gd name="T111" fmla="*/ 1 h 1980"/>
                <a:gd name="T112" fmla="*/ 371 w 2905"/>
                <a:gd name="T113" fmla="*/ 19 h 1980"/>
                <a:gd name="T114" fmla="*/ 236 w 2905"/>
                <a:gd name="T115" fmla="*/ 64 h 1980"/>
                <a:gd name="T116" fmla="*/ 133 w 2905"/>
                <a:gd name="T117" fmla="*/ 138 h 1980"/>
                <a:gd name="T118" fmla="*/ 60 w 2905"/>
                <a:gd name="T119" fmla="*/ 243 h 1980"/>
                <a:gd name="T120" fmla="*/ 17 w 2905"/>
                <a:gd name="T121" fmla="*/ 378 h 1980"/>
                <a:gd name="T122" fmla="*/ 0 w 2905"/>
                <a:gd name="T123" fmla="*/ 546 h 1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905" h="1980">
                  <a:moveTo>
                    <a:pt x="0" y="1398"/>
                  </a:moveTo>
                  <a:lnTo>
                    <a:pt x="0" y="1436"/>
                  </a:lnTo>
                  <a:lnTo>
                    <a:pt x="1" y="1472"/>
                  </a:lnTo>
                  <a:lnTo>
                    <a:pt x="4" y="1506"/>
                  </a:lnTo>
                  <a:lnTo>
                    <a:pt x="8" y="1540"/>
                  </a:lnTo>
                  <a:lnTo>
                    <a:pt x="12" y="1572"/>
                  </a:lnTo>
                  <a:lnTo>
                    <a:pt x="18" y="1603"/>
                  </a:lnTo>
                  <a:lnTo>
                    <a:pt x="24" y="1632"/>
                  </a:lnTo>
                  <a:lnTo>
                    <a:pt x="32" y="1661"/>
                  </a:lnTo>
                  <a:lnTo>
                    <a:pt x="41" y="1688"/>
                  </a:lnTo>
                  <a:lnTo>
                    <a:pt x="51" y="1713"/>
                  </a:lnTo>
                  <a:lnTo>
                    <a:pt x="63" y="1738"/>
                  </a:lnTo>
                  <a:lnTo>
                    <a:pt x="75" y="1762"/>
                  </a:lnTo>
                  <a:lnTo>
                    <a:pt x="88" y="1783"/>
                  </a:lnTo>
                  <a:lnTo>
                    <a:pt x="103" y="1805"/>
                  </a:lnTo>
                  <a:lnTo>
                    <a:pt x="119" y="1824"/>
                  </a:lnTo>
                  <a:lnTo>
                    <a:pt x="136" y="1842"/>
                  </a:lnTo>
                  <a:lnTo>
                    <a:pt x="155" y="1859"/>
                  </a:lnTo>
                  <a:lnTo>
                    <a:pt x="174" y="1875"/>
                  </a:lnTo>
                  <a:lnTo>
                    <a:pt x="194" y="1890"/>
                  </a:lnTo>
                  <a:lnTo>
                    <a:pt x="216" y="1904"/>
                  </a:lnTo>
                  <a:lnTo>
                    <a:pt x="239" y="1916"/>
                  </a:lnTo>
                  <a:lnTo>
                    <a:pt x="264" y="1927"/>
                  </a:lnTo>
                  <a:lnTo>
                    <a:pt x="289" y="1937"/>
                  </a:lnTo>
                  <a:lnTo>
                    <a:pt x="316" y="1946"/>
                  </a:lnTo>
                  <a:lnTo>
                    <a:pt x="344" y="1954"/>
                  </a:lnTo>
                  <a:lnTo>
                    <a:pt x="375" y="1961"/>
                  </a:lnTo>
                  <a:lnTo>
                    <a:pt x="405" y="1967"/>
                  </a:lnTo>
                  <a:lnTo>
                    <a:pt x="438" y="1972"/>
                  </a:lnTo>
                  <a:lnTo>
                    <a:pt x="471" y="1976"/>
                  </a:lnTo>
                  <a:lnTo>
                    <a:pt x="506" y="1978"/>
                  </a:lnTo>
                  <a:lnTo>
                    <a:pt x="542" y="1980"/>
                  </a:lnTo>
                  <a:lnTo>
                    <a:pt x="580" y="1980"/>
                  </a:lnTo>
                  <a:lnTo>
                    <a:pt x="715" y="1980"/>
                  </a:lnTo>
                  <a:lnTo>
                    <a:pt x="849" y="1980"/>
                  </a:lnTo>
                  <a:lnTo>
                    <a:pt x="984" y="1980"/>
                  </a:lnTo>
                  <a:lnTo>
                    <a:pt x="1118" y="1980"/>
                  </a:lnTo>
                  <a:lnTo>
                    <a:pt x="1252" y="1980"/>
                  </a:lnTo>
                  <a:lnTo>
                    <a:pt x="1387" y="1980"/>
                  </a:lnTo>
                  <a:lnTo>
                    <a:pt x="1522" y="1980"/>
                  </a:lnTo>
                  <a:lnTo>
                    <a:pt x="1655" y="1980"/>
                  </a:lnTo>
                  <a:lnTo>
                    <a:pt x="1790" y="1980"/>
                  </a:lnTo>
                  <a:lnTo>
                    <a:pt x="1924" y="1980"/>
                  </a:lnTo>
                  <a:lnTo>
                    <a:pt x="2058" y="1980"/>
                  </a:lnTo>
                  <a:lnTo>
                    <a:pt x="2193" y="1980"/>
                  </a:lnTo>
                  <a:lnTo>
                    <a:pt x="2327" y="1980"/>
                  </a:lnTo>
                  <a:lnTo>
                    <a:pt x="2462" y="1980"/>
                  </a:lnTo>
                  <a:lnTo>
                    <a:pt x="2596" y="1980"/>
                  </a:lnTo>
                  <a:lnTo>
                    <a:pt x="2730" y="1980"/>
                  </a:lnTo>
                  <a:lnTo>
                    <a:pt x="2749" y="1979"/>
                  </a:lnTo>
                  <a:lnTo>
                    <a:pt x="2768" y="1977"/>
                  </a:lnTo>
                  <a:lnTo>
                    <a:pt x="2785" y="1973"/>
                  </a:lnTo>
                  <a:lnTo>
                    <a:pt x="2802" y="1968"/>
                  </a:lnTo>
                  <a:lnTo>
                    <a:pt x="2818" y="1961"/>
                  </a:lnTo>
                  <a:lnTo>
                    <a:pt x="2832" y="1953"/>
                  </a:lnTo>
                  <a:lnTo>
                    <a:pt x="2845" y="1943"/>
                  </a:lnTo>
                  <a:lnTo>
                    <a:pt x="2857" y="1933"/>
                  </a:lnTo>
                  <a:lnTo>
                    <a:pt x="2868" y="1920"/>
                  </a:lnTo>
                  <a:lnTo>
                    <a:pt x="2877" y="1907"/>
                  </a:lnTo>
                  <a:lnTo>
                    <a:pt x="2886" y="1893"/>
                  </a:lnTo>
                  <a:lnTo>
                    <a:pt x="2893" y="1878"/>
                  </a:lnTo>
                  <a:lnTo>
                    <a:pt x="2897" y="1861"/>
                  </a:lnTo>
                  <a:lnTo>
                    <a:pt x="2902" y="1843"/>
                  </a:lnTo>
                  <a:lnTo>
                    <a:pt x="2904" y="1824"/>
                  </a:lnTo>
                  <a:lnTo>
                    <a:pt x="2905" y="1805"/>
                  </a:lnTo>
                  <a:lnTo>
                    <a:pt x="2904" y="1785"/>
                  </a:lnTo>
                  <a:lnTo>
                    <a:pt x="2902" y="1767"/>
                  </a:lnTo>
                  <a:lnTo>
                    <a:pt x="2898" y="1749"/>
                  </a:lnTo>
                  <a:lnTo>
                    <a:pt x="2893" y="1734"/>
                  </a:lnTo>
                  <a:lnTo>
                    <a:pt x="2886" y="1718"/>
                  </a:lnTo>
                  <a:lnTo>
                    <a:pt x="2878" y="1703"/>
                  </a:lnTo>
                  <a:lnTo>
                    <a:pt x="2869" y="1691"/>
                  </a:lnTo>
                  <a:lnTo>
                    <a:pt x="2858" y="1679"/>
                  </a:lnTo>
                  <a:lnTo>
                    <a:pt x="2847" y="1667"/>
                  </a:lnTo>
                  <a:lnTo>
                    <a:pt x="2833" y="1658"/>
                  </a:lnTo>
                  <a:lnTo>
                    <a:pt x="2819" y="1650"/>
                  </a:lnTo>
                  <a:lnTo>
                    <a:pt x="2804" y="1644"/>
                  </a:lnTo>
                  <a:lnTo>
                    <a:pt x="2787" y="1638"/>
                  </a:lnTo>
                  <a:lnTo>
                    <a:pt x="2770" y="1634"/>
                  </a:lnTo>
                  <a:lnTo>
                    <a:pt x="2751" y="1631"/>
                  </a:lnTo>
                  <a:lnTo>
                    <a:pt x="2732" y="1631"/>
                  </a:lnTo>
                  <a:lnTo>
                    <a:pt x="580" y="1631"/>
                  </a:lnTo>
                  <a:lnTo>
                    <a:pt x="549" y="1630"/>
                  </a:lnTo>
                  <a:lnTo>
                    <a:pt x="521" y="1627"/>
                  </a:lnTo>
                  <a:lnTo>
                    <a:pt x="494" y="1623"/>
                  </a:lnTo>
                  <a:lnTo>
                    <a:pt x="470" y="1618"/>
                  </a:lnTo>
                  <a:lnTo>
                    <a:pt x="459" y="1613"/>
                  </a:lnTo>
                  <a:lnTo>
                    <a:pt x="449" y="1610"/>
                  </a:lnTo>
                  <a:lnTo>
                    <a:pt x="439" y="1605"/>
                  </a:lnTo>
                  <a:lnTo>
                    <a:pt x="430" y="1601"/>
                  </a:lnTo>
                  <a:lnTo>
                    <a:pt x="422" y="1595"/>
                  </a:lnTo>
                  <a:lnTo>
                    <a:pt x="413" y="1590"/>
                  </a:lnTo>
                  <a:lnTo>
                    <a:pt x="406" y="1584"/>
                  </a:lnTo>
                  <a:lnTo>
                    <a:pt x="398" y="1577"/>
                  </a:lnTo>
                  <a:lnTo>
                    <a:pt x="392" y="1571"/>
                  </a:lnTo>
                  <a:lnTo>
                    <a:pt x="386" y="1563"/>
                  </a:lnTo>
                  <a:lnTo>
                    <a:pt x="380" y="1555"/>
                  </a:lnTo>
                  <a:lnTo>
                    <a:pt x="375" y="1546"/>
                  </a:lnTo>
                  <a:lnTo>
                    <a:pt x="370" y="1537"/>
                  </a:lnTo>
                  <a:lnTo>
                    <a:pt x="367" y="1527"/>
                  </a:lnTo>
                  <a:lnTo>
                    <a:pt x="362" y="1517"/>
                  </a:lnTo>
                  <a:lnTo>
                    <a:pt x="359" y="1505"/>
                  </a:lnTo>
                  <a:lnTo>
                    <a:pt x="355" y="1483"/>
                  </a:lnTo>
                  <a:lnTo>
                    <a:pt x="350" y="1457"/>
                  </a:lnTo>
                  <a:lnTo>
                    <a:pt x="349" y="1429"/>
                  </a:lnTo>
                  <a:lnTo>
                    <a:pt x="348" y="1398"/>
                  </a:lnTo>
                  <a:lnTo>
                    <a:pt x="348" y="583"/>
                  </a:lnTo>
                  <a:lnTo>
                    <a:pt x="349" y="551"/>
                  </a:lnTo>
                  <a:lnTo>
                    <a:pt x="351" y="523"/>
                  </a:lnTo>
                  <a:lnTo>
                    <a:pt x="355" y="496"/>
                  </a:lnTo>
                  <a:lnTo>
                    <a:pt x="360" y="473"/>
                  </a:lnTo>
                  <a:lnTo>
                    <a:pt x="364" y="462"/>
                  </a:lnTo>
                  <a:lnTo>
                    <a:pt x="368" y="451"/>
                  </a:lnTo>
                  <a:lnTo>
                    <a:pt x="371" y="442"/>
                  </a:lnTo>
                  <a:lnTo>
                    <a:pt x="377" y="432"/>
                  </a:lnTo>
                  <a:lnTo>
                    <a:pt x="382" y="424"/>
                  </a:lnTo>
                  <a:lnTo>
                    <a:pt x="387" y="416"/>
                  </a:lnTo>
                  <a:lnTo>
                    <a:pt x="394" y="408"/>
                  </a:lnTo>
                  <a:lnTo>
                    <a:pt x="401" y="401"/>
                  </a:lnTo>
                  <a:lnTo>
                    <a:pt x="407" y="395"/>
                  </a:lnTo>
                  <a:lnTo>
                    <a:pt x="415" y="388"/>
                  </a:lnTo>
                  <a:lnTo>
                    <a:pt x="423" y="383"/>
                  </a:lnTo>
                  <a:lnTo>
                    <a:pt x="432" y="378"/>
                  </a:lnTo>
                  <a:lnTo>
                    <a:pt x="441" y="374"/>
                  </a:lnTo>
                  <a:lnTo>
                    <a:pt x="451" y="369"/>
                  </a:lnTo>
                  <a:lnTo>
                    <a:pt x="461" y="366"/>
                  </a:lnTo>
                  <a:lnTo>
                    <a:pt x="473" y="362"/>
                  </a:lnTo>
                  <a:lnTo>
                    <a:pt x="496" y="357"/>
                  </a:lnTo>
                  <a:lnTo>
                    <a:pt x="522" y="353"/>
                  </a:lnTo>
                  <a:lnTo>
                    <a:pt x="550" y="351"/>
                  </a:lnTo>
                  <a:lnTo>
                    <a:pt x="580" y="350"/>
                  </a:lnTo>
                  <a:lnTo>
                    <a:pt x="2323" y="350"/>
                  </a:lnTo>
                  <a:lnTo>
                    <a:pt x="2354" y="351"/>
                  </a:lnTo>
                  <a:lnTo>
                    <a:pt x="2381" y="353"/>
                  </a:lnTo>
                  <a:lnTo>
                    <a:pt x="2407" y="357"/>
                  </a:lnTo>
                  <a:lnTo>
                    <a:pt x="2429" y="362"/>
                  </a:lnTo>
                  <a:lnTo>
                    <a:pt x="2440" y="366"/>
                  </a:lnTo>
                  <a:lnTo>
                    <a:pt x="2450" y="369"/>
                  </a:lnTo>
                  <a:lnTo>
                    <a:pt x="2460" y="374"/>
                  </a:lnTo>
                  <a:lnTo>
                    <a:pt x="2469" y="378"/>
                  </a:lnTo>
                  <a:lnTo>
                    <a:pt x="2478" y="384"/>
                  </a:lnTo>
                  <a:lnTo>
                    <a:pt x="2486" y="389"/>
                  </a:lnTo>
                  <a:lnTo>
                    <a:pt x="2494" y="395"/>
                  </a:lnTo>
                  <a:lnTo>
                    <a:pt x="2502" y="402"/>
                  </a:lnTo>
                  <a:lnTo>
                    <a:pt x="2509" y="410"/>
                  </a:lnTo>
                  <a:lnTo>
                    <a:pt x="2514" y="416"/>
                  </a:lnTo>
                  <a:lnTo>
                    <a:pt x="2520" y="425"/>
                  </a:lnTo>
                  <a:lnTo>
                    <a:pt x="2526" y="433"/>
                  </a:lnTo>
                  <a:lnTo>
                    <a:pt x="2531" y="443"/>
                  </a:lnTo>
                  <a:lnTo>
                    <a:pt x="2536" y="452"/>
                  </a:lnTo>
                  <a:lnTo>
                    <a:pt x="2539" y="462"/>
                  </a:lnTo>
                  <a:lnTo>
                    <a:pt x="2542" y="474"/>
                  </a:lnTo>
                  <a:lnTo>
                    <a:pt x="2549" y="497"/>
                  </a:lnTo>
                  <a:lnTo>
                    <a:pt x="2553" y="523"/>
                  </a:lnTo>
                  <a:lnTo>
                    <a:pt x="2555" y="551"/>
                  </a:lnTo>
                  <a:lnTo>
                    <a:pt x="2556" y="583"/>
                  </a:lnTo>
                  <a:lnTo>
                    <a:pt x="2556" y="614"/>
                  </a:lnTo>
                  <a:lnTo>
                    <a:pt x="2554" y="642"/>
                  </a:lnTo>
                  <a:lnTo>
                    <a:pt x="2549" y="669"/>
                  </a:lnTo>
                  <a:lnTo>
                    <a:pt x="2544" y="693"/>
                  </a:lnTo>
                  <a:lnTo>
                    <a:pt x="2540" y="703"/>
                  </a:lnTo>
                  <a:lnTo>
                    <a:pt x="2537" y="714"/>
                  </a:lnTo>
                  <a:lnTo>
                    <a:pt x="2532" y="723"/>
                  </a:lnTo>
                  <a:lnTo>
                    <a:pt x="2528" y="734"/>
                  </a:lnTo>
                  <a:lnTo>
                    <a:pt x="2522" y="741"/>
                  </a:lnTo>
                  <a:lnTo>
                    <a:pt x="2517" y="750"/>
                  </a:lnTo>
                  <a:lnTo>
                    <a:pt x="2511" y="757"/>
                  </a:lnTo>
                  <a:lnTo>
                    <a:pt x="2504" y="765"/>
                  </a:lnTo>
                  <a:lnTo>
                    <a:pt x="2498" y="771"/>
                  </a:lnTo>
                  <a:lnTo>
                    <a:pt x="2490" y="777"/>
                  </a:lnTo>
                  <a:lnTo>
                    <a:pt x="2482" y="783"/>
                  </a:lnTo>
                  <a:lnTo>
                    <a:pt x="2473" y="788"/>
                  </a:lnTo>
                  <a:lnTo>
                    <a:pt x="2464" y="792"/>
                  </a:lnTo>
                  <a:lnTo>
                    <a:pt x="2454" y="797"/>
                  </a:lnTo>
                  <a:lnTo>
                    <a:pt x="2444" y="800"/>
                  </a:lnTo>
                  <a:lnTo>
                    <a:pt x="2432" y="803"/>
                  </a:lnTo>
                  <a:lnTo>
                    <a:pt x="2409" y="809"/>
                  </a:lnTo>
                  <a:lnTo>
                    <a:pt x="2383" y="812"/>
                  </a:lnTo>
                  <a:lnTo>
                    <a:pt x="2355" y="815"/>
                  </a:lnTo>
                  <a:lnTo>
                    <a:pt x="2323" y="816"/>
                  </a:lnTo>
                  <a:lnTo>
                    <a:pt x="872" y="816"/>
                  </a:lnTo>
                  <a:lnTo>
                    <a:pt x="851" y="816"/>
                  </a:lnTo>
                  <a:lnTo>
                    <a:pt x="831" y="818"/>
                  </a:lnTo>
                  <a:lnTo>
                    <a:pt x="813" y="821"/>
                  </a:lnTo>
                  <a:lnTo>
                    <a:pt x="796" y="827"/>
                  </a:lnTo>
                  <a:lnTo>
                    <a:pt x="780" y="833"/>
                  </a:lnTo>
                  <a:lnTo>
                    <a:pt x="766" y="840"/>
                  </a:lnTo>
                  <a:lnTo>
                    <a:pt x="752" y="849"/>
                  </a:lnTo>
                  <a:lnTo>
                    <a:pt x="741" y="860"/>
                  </a:lnTo>
                  <a:lnTo>
                    <a:pt x="731" y="871"/>
                  </a:lnTo>
                  <a:lnTo>
                    <a:pt x="722" y="884"/>
                  </a:lnTo>
                  <a:lnTo>
                    <a:pt x="715" y="899"/>
                  </a:lnTo>
                  <a:lnTo>
                    <a:pt x="708" y="914"/>
                  </a:lnTo>
                  <a:lnTo>
                    <a:pt x="704" y="932"/>
                  </a:lnTo>
                  <a:lnTo>
                    <a:pt x="701" y="950"/>
                  </a:lnTo>
                  <a:lnTo>
                    <a:pt x="698" y="969"/>
                  </a:lnTo>
                  <a:lnTo>
                    <a:pt x="698" y="990"/>
                  </a:lnTo>
                  <a:lnTo>
                    <a:pt x="698" y="1010"/>
                  </a:lnTo>
                  <a:lnTo>
                    <a:pt x="701" y="1029"/>
                  </a:lnTo>
                  <a:lnTo>
                    <a:pt x="704" y="1047"/>
                  </a:lnTo>
                  <a:lnTo>
                    <a:pt x="708" y="1064"/>
                  </a:lnTo>
                  <a:lnTo>
                    <a:pt x="715" y="1080"/>
                  </a:lnTo>
                  <a:lnTo>
                    <a:pt x="723" y="1095"/>
                  </a:lnTo>
                  <a:lnTo>
                    <a:pt x="732" y="1108"/>
                  </a:lnTo>
                  <a:lnTo>
                    <a:pt x="742" y="1119"/>
                  </a:lnTo>
                  <a:lnTo>
                    <a:pt x="753" y="1131"/>
                  </a:lnTo>
                  <a:lnTo>
                    <a:pt x="767" y="1140"/>
                  </a:lnTo>
                  <a:lnTo>
                    <a:pt x="780" y="1148"/>
                  </a:lnTo>
                  <a:lnTo>
                    <a:pt x="796" y="1153"/>
                  </a:lnTo>
                  <a:lnTo>
                    <a:pt x="814" y="1159"/>
                  </a:lnTo>
                  <a:lnTo>
                    <a:pt x="832" y="1162"/>
                  </a:lnTo>
                  <a:lnTo>
                    <a:pt x="851" y="1164"/>
                  </a:lnTo>
                  <a:lnTo>
                    <a:pt x="872" y="1166"/>
                  </a:lnTo>
                  <a:lnTo>
                    <a:pt x="2323" y="1166"/>
                  </a:lnTo>
                  <a:lnTo>
                    <a:pt x="2362" y="1164"/>
                  </a:lnTo>
                  <a:lnTo>
                    <a:pt x="2399" y="1163"/>
                  </a:lnTo>
                  <a:lnTo>
                    <a:pt x="2434" y="1161"/>
                  </a:lnTo>
                  <a:lnTo>
                    <a:pt x="2467" y="1157"/>
                  </a:lnTo>
                  <a:lnTo>
                    <a:pt x="2500" y="1152"/>
                  </a:lnTo>
                  <a:lnTo>
                    <a:pt x="2530" y="1146"/>
                  </a:lnTo>
                  <a:lnTo>
                    <a:pt x="2560" y="1140"/>
                  </a:lnTo>
                  <a:lnTo>
                    <a:pt x="2588" y="1132"/>
                  </a:lnTo>
                  <a:lnTo>
                    <a:pt x="2615" y="1123"/>
                  </a:lnTo>
                  <a:lnTo>
                    <a:pt x="2641" y="1113"/>
                  </a:lnTo>
                  <a:lnTo>
                    <a:pt x="2665" y="1100"/>
                  </a:lnTo>
                  <a:lnTo>
                    <a:pt x="2688" y="1088"/>
                  </a:lnTo>
                  <a:lnTo>
                    <a:pt x="2711" y="1074"/>
                  </a:lnTo>
                  <a:lnTo>
                    <a:pt x="2731" y="1060"/>
                  </a:lnTo>
                  <a:lnTo>
                    <a:pt x="2750" y="1044"/>
                  </a:lnTo>
                  <a:lnTo>
                    <a:pt x="2768" y="1027"/>
                  </a:lnTo>
                  <a:lnTo>
                    <a:pt x="2786" y="1008"/>
                  </a:lnTo>
                  <a:lnTo>
                    <a:pt x="2802" y="989"/>
                  </a:lnTo>
                  <a:lnTo>
                    <a:pt x="2816" y="969"/>
                  </a:lnTo>
                  <a:lnTo>
                    <a:pt x="2830" y="946"/>
                  </a:lnTo>
                  <a:lnTo>
                    <a:pt x="2842" y="923"/>
                  </a:lnTo>
                  <a:lnTo>
                    <a:pt x="2854" y="899"/>
                  </a:lnTo>
                  <a:lnTo>
                    <a:pt x="2863" y="873"/>
                  </a:lnTo>
                  <a:lnTo>
                    <a:pt x="2872" y="846"/>
                  </a:lnTo>
                  <a:lnTo>
                    <a:pt x="2879" y="818"/>
                  </a:lnTo>
                  <a:lnTo>
                    <a:pt x="2886" y="788"/>
                  </a:lnTo>
                  <a:lnTo>
                    <a:pt x="2892" y="757"/>
                  </a:lnTo>
                  <a:lnTo>
                    <a:pt x="2897" y="725"/>
                  </a:lnTo>
                  <a:lnTo>
                    <a:pt x="2901" y="691"/>
                  </a:lnTo>
                  <a:lnTo>
                    <a:pt x="2903" y="656"/>
                  </a:lnTo>
                  <a:lnTo>
                    <a:pt x="2904" y="620"/>
                  </a:lnTo>
                  <a:lnTo>
                    <a:pt x="2905" y="583"/>
                  </a:lnTo>
                  <a:lnTo>
                    <a:pt x="2904" y="546"/>
                  </a:lnTo>
                  <a:lnTo>
                    <a:pt x="2903" y="509"/>
                  </a:lnTo>
                  <a:lnTo>
                    <a:pt x="2901" y="474"/>
                  </a:lnTo>
                  <a:lnTo>
                    <a:pt x="2896" y="441"/>
                  </a:lnTo>
                  <a:lnTo>
                    <a:pt x="2892" y="408"/>
                  </a:lnTo>
                  <a:lnTo>
                    <a:pt x="2886" y="378"/>
                  </a:lnTo>
                  <a:lnTo>
                    <a:pt x="2879" y="348"/>
                  </a:lnTo>
                  <a:lnTo>
                    <a:pt x="2872" y="320"/>
                  </a:lnTo>
                  <a:lnTo>
                    <a:pt x="2863" y="293"/>
                  </a:lnTo>
                  <a:lnTo>
                    <a:pt x="2852" y="267"/>
                  </a:lnTo>
                  <a:lnTo>
                    <a:pt x="2840" y="243"/>
                  </a:lnTo>
                  <a:lnTo>
                    <a:pt x="2828" y="219"/>
                  </a:lnTo>
                  <a:lnTo>
                    <a:pt x="2814" y="197"/>
                  </a:lnTo>
                  <a:lnTo>
                    <a:pt x="2800" y="177"/>
                  </a:lnTo>
                  <a:lnTo>
                    <a:pt x="2784" y="158"/>
                  </a:lnTo>
                  <a:lnTo>
                    <a:pt x="2767" y="138"/>
                  </a:lnTo>
                  <a:lnTo>
                    <a:pt x="2748" y="122"/>
                  </a:lnTo>
                  <a:lnTo>
                    <a:pt x="2729" y="106"/>
                  </a:lnTo>
                  <a:lnTo>
                    <a:pt x="2708" y="91"/>
                  </a:lnTo>
                  <a:lnTo>
                    <a:pt x="2686" y="78"/>
                  </a:lnTo>
                  <a:lnTo>
                    <a:pt x="2663" y="65"/>
                  </a:lnTo>
                  <a:lnTo>
                    <a:pt x="2639" y="53"/>
                  </a:lnTo>
                  <a:lnTo>
                    <a:pt x="2613" y="43"/>
                  </a:lnTo>
                  <a:lnTo>
                    <a:pt x="2586" y="34"/>
                  </a:lnTo>
                  <a:lnTo>
                    <a:pt x="2558" y="26"/>
                  </a:lnTo>
                  <a:lnTo>
                    <a:pt x="2528" y="19"/>
                  </a:lnTo>
                  <a:lnTo>
                    <a:pt x="2498" y="14"/>
                  </a:lnTo>
                  <a:lnTo>
                    <a:pt x="2465" y="9"/>
                  </a:lnTo>
                  <a:lnTo>
                    <a:pt x="2432" y="5"/>
                  </a:lnTo>
                  <a:lnTo>
                    <a:pt x="2398" y="2"/>
                  </a:lnTo>
                  <a:lnTo>
                    <a:pt x="2362" y="1"/>
                  </a:lnTo>
                  <a:lnTo>
                    <a:pt x="2323" y="0"/>
                  </a:lnTo>
                  <a:lnTo>
                    <a:pt x="580" y="0"/>
                  </a:lnTo>
                  <a:lnTo>
                    <a:pt x="542" y="1"/>
                  </a:lnTo>
                  <a:lnTo>
                    <a:pt x="505" y="2"/>
                  </a:lnTo>
                  <a:lnTo>
                    <a:pt x="469" y="5"/>
                  </a:lnTo>
                  <a:lnTo>
                    <a:pt x="435" y="9"/>
                  </a:lnTo>
                  <a:lnTo>
                    <a:pt x="403" y="14"/>
                  </a:lnTo>
                  <a:lnTo>
                    <a:pt x="371" y="19"/>
                  </a:lnTo>
                  <a:lnTo>
                    <a:pt x="342" y="26"/>
                  </a:lnTo>
                  <a:lnTo>
                    <a:pt x="313" y="34"/>
                  </a:lnTo>
                  <a:lnTo>
                    <a:pt x="286" y="43"/>
                  </a:lnTo>
                  <a:lnTo>
                    <a:pt x="260" y="53"/>
                  </a:lnTo>
                  <a:lnTo>
                    <a:pt x="236" y="64"/>
                  </a:lnTo>
                  <a:lnTo>
                    <a:pt x="213" y="78"/>
                  </a:lnTo>
                  <a:lnTo>
                    <a:pt x="191" y="91"/>
                  </a:lnTo>
                  <a:lnTo>
                    <a:pt x="170" y="106"/>
                  </a:lnTo>
                  <a:lnTo>
                    <a:pt x="151" y="122"/>
                  </a:lnTo>
                  <a:lnTo>
                    <a:pt x="133" y="138"/>
                  </a:lnTo>
                  <a:lnTo>
                    <a:pt x="117" y="158"/>
                  </a:lnTo>
                  <a:lnTo>
                    <a:pt x="101" y="177"/>
                  </a:lnTo>
                  <a:lnTo>
                    <a:pt x="86" y="197"/>
                  </a:lnTo>
                  <a:lnTo>
                    <a:pt x="73" y="219"/>
                  </a:lnTo>
                  <a:lnTo>
                    <a:pt x="60" y="243"/>
                  </a:lnTo>
                  <a:lnTo>
                    <a:pt x="50" y="267"/>
                  </a:lnTo>
                  <a:lnTo>
                    <a:pt x="40" y="293"/>
                  </a:lnTo>
                  <a:lnTo>
                    <a:pt x="31" y="320"/>
                  </a:lnTo>
                  <a:lnTo>
                    <a:pt x="23" y="348"/>
                  </a:lnTo>
                  <a:lnTo>
                    <a:pt x="17" y="378"/>
                  </a:lnTo>
                  <a:lnTo>
                    <a:pt x="12" y="408"/>
                  </a:lnTo>
                  <a:lnTo>
                    <a:pt x="8" y="441"/>
                  </a:lnTo>
                  <a:lnTo>
                    <a:pt x="4" y="474"/>
                  </a:lnTo>
                  <a:lnTo>
                    <a:pt x="1" y="509"/>
                  </a:lnTo>
                  <a:lnTo>
                    <a:pt x="0" y="546"/>
                  </a:lnTo>
                  <a:lnTo>
                    <a:pt x="0" y="583"/>
                  </a:lnTo>
                  <a:lnTo>
                    <a:pt x="0" y="13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pl-PL" sz="4267">
                <a:solidFill>
                  <a:schemeClr val="tx2"/>
                </a:solidFill>
              </a:endParaRPr>
            </a:p>
          </p:txBody>
        </p:sp>
        <p:sp>
          <p:nvSpPr>
            <p:cNvPr id="36" name="Freeform 8">
              <a:extLst>
                <a:ext uri="{FF2B5EF4-FFF2-40B4-BE49-F238E27FC236}">
                  <a16:creationId xmlns:a16="http://schemas.microsoft.com/office/drawing/2014/main" id="{4B158570-BE2D-3D96-A71A-CC47C5356F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519738" y="3114675"/>
              <a:ext cx="860425" cy="628650"/>
            </a:xfrm>
            <a:custGeom>
              <a:avLst/>
              <a:gdLst>
                <a:gd name="T0" fmla="*/ 5 w 2709"/>
                <a:gd name="T1" fmla="*/ 1506 h 1980"/>
                <a:gd name="T2" fmla="*/ 26 w 2709"/>
                <a:gd name="T3" fmla="*/ 1632 h 1980"/>
                <a:gd name="T4" fmla="*/ 64 w 2709"/>
                <a:gd name="T5" fmla="*/ 1738 h 1980"/>
                <a:gd name="T6" fmla="*/ 121 w 2709"/>
                <a:gd name="T7" fmla="*/ 1824 h 1980"/>
                <a:gd name="T8" fmla="*/ 196 w 2709"/>
                <a:gd name="T9" fmla="*/ 1890 h 1980"/>
                <a:gd name="T10" fmla="*/ 291 w 2709"/>
                <a:gd name="T11" fmla="*/ 1937 h 1980"/>
                <a:gd name="T12" fmla="*/ 407 w 2709"/>
                <a:gd name="T13" fmla="*/ 1967 h 1980"/>
                <a:gd name="T14" fmla="*/ 544 w 2709"/>
                <a:gd name="T15" fmla="*/ 1980 h 1980"/>
                <a:gd name="T16" fmla="*/ 966 w 2709"/>
                <a:gd name="T17" fmla="*/ 1980 h 1980"/>
                <a:gd name="T18" fmla="*/ 1442 w 2709"/>
                <a:gd name="T19" fmla="*/ 1980 h 1980"/>
                <a:gd name="T20" fmla="*/ 1909 w 2709"/>
                <a:gd name="T21" fmla="*/ 1980 h 1980"/>
                <a:gd name="T22" fmla="*/ 2403 w 2709"/>
                <a:gd name="T23" fmla="*/ 1980 h 1980"/>
                <a:gd name="T24" fmla="*/ 2590 w 2709"/>
                <a:gd name="T25" fmla="*/ 1973 h 1980"/>
                <a:gd name="T26" fmla="*/ 2650 w 2709"/>
                <a:gd name="T27" fmla="*/ 1943 h 1980"/>
                <a:gd name="T28" fmla="*/ 2690 w 2709"/>
                <a:gd name="T29" fmla="*/ 1893 h 1980"/>
                <a:gd name="T30" fmla="*/ 2708 w 2709"/>
                <a:gd name="T31" fmla="*/ 1824 h 1980"/>
                <a:gd name="T32" fmla="*/ 2704 w 2709"/>
                <a:gd name="T33" fmla="*/ 1749 h 1980"/>
                <a:gd name="T34" fmla="*/ 2676 w 2709"/>
                <a:gd name="T35" fmla="*/ 1691 h 1980"/>
                <a:gd name="T36" fmla="*/ 2626 w 2709"/>
                <a:gd name="T37" fmla="*/ 1650 h 1980"/>
                <a:gd name="T38" fmla="*/ 2558 w 2709"/>
                <a:gd name="T39" fmla="*/ 1631 h 1980"/>
                <a:gd name="T40" fmla="*/ 522 w 2709"/>
                <a:gd name="T41" fmla="*/ 1627 h 1980"/>
                <a:gd name="T42" fmla="*/ 451 w 2709"/>
                <a:gd name="T43" fmla="*/ 1610 h 1980"/>
                <a:gd name="T44" fmla="*/ 415 w 2709"/>
                <a:gd name="T45" fmla="*/ 1590 h 1980"/>
                <a:gd name="T46" fmla="*/ 388 w 2709"/>
                <a:gd name="T47" fmla="*/ 1563 h 1980"/>
                <a:gd name="T48" fmla="*/ 368 w 2709"/>
                <a:gd name="T49" fmla="*/ 1527 h 1980"/>
                <a:gd name="T50" fmla="*/ 352 w 2709"/>
                <a:gd name="T51" fmla="*/ 1457 h 1980"/>
                <a:gd name="T52" fmla="*/ 349 w 2709"/>
                <a:gd name="T53" fmla="*/ 1296 h 1980"/>
                <a:gd name="T54" fmla="*/ 349 w 2709"/>
                <a:gd name="T55" fmla="*/ 1092 h 1980"/>
                <a:gd name="T56" fmla="*/ 349 w 2709"/>
                <a:gd name="T57" fmla="*/ 889 h 1980"/>
                <a:gd name="T58" fmla="*/ 349 w 2709"/>
                <a:gd name="T59" fmla="*/ 685 h 1980"/>
                <a:gd name="T60" fmla="*/ 352 w 2709"/>
                <a:gd name="T61" fmla="*/ 524 h 1980"/>
                <a:gd name="T62" fmla="*/ 368 w 2709"/>
                <a:gd name="T63" fmla="*/ 453 h 1980"/>
                <a:gd name="T64" fmla="*/ 388 w 2709"/>
                <a:gd name="T65" fmla="*/ 419 h 1980"/>
                <a:gd name="T66" fmla="*/ 415 w 2709"/>
                <a:gd name="T67" fmla="*/ 390 h 1980"/>
                <a:gd name="T68" fmla="*/ 451 w 2709"/>
                <a:gd name="T69" fmla="*/ 371 h 1980"/>
                <a:gd name="T70" fmla="*/ 522 w 2709"/>
                <a:gd name="T71" fmla="*/ 353 h 1980"/>
                <a:gd name="T72" fmla="*/ 842 w 2709"/>
                <a:gd name="T73" fmla="*/ 350 h 1980"/>
                <a:gd name="T74" fmla="*/ 1325 w 2709"/>
                <a:gd name="T75" fmla="*/ 350 h 1980"/>
                <a:gd name="T76" fmla="*/ 1790 w 2709"/>
                <a:gd name="T77" fmla="*/ 350 h 1980"/>
                <a:gd name="T78" fmla="*/ 2272 w 2709"/>
                <a:gd name="T79" fmla="*/ 350 h 1980"/>
                <a:gd name="T80" fmla="*/ 2570 w 2709"/>
                <a:gd name="T81" fmla="*/ 347 h 1980"/>
                <a:gd name="T82" fmla="*/ 2634 w 2709"/>
                <a:gd name="T83" fmla="*/ 323 h 1980"/>
                <a:gd name="T84" fmla="*/ 2680 w 2709"/>
                <a:gd name="T85" fmla="*/ 278 h 1980"/>
                <a:gd name="T86" fmla="*/ 2704 w 2709"/>
                <a:gd name="T87" fmla="*/ 214 h 1980"/>
                <a:gd name="T88" fmla="*/ 2704 w 2709"/>
                <a:gd name="T89" fmla="*/ 137 h 1980"/>
                <a:gd name="T90" fmla="*/ 2680 w 2709"/>
                <a:gd name="T91" fmla="*/ 74 h 1980"/>
                <a:gd name="T92" fmla="*/ 2635 w 2709"/>
                <a:gd name="T93" fmla="*/ 28 h 1980"/>
                <a:gd name="T94" fmla="*/ 2572 w 2709"/>
                <a:gd name="T95" fmla="*/ 3 h 1980"/>
                <a:gd name="T96" fmla="*/ 544 w 2709"/>
                <a:gd name="T97" fmla="*/ 1 h 1980"/>
                <a:gd name="T98" fmla="*/ 407 w 2709"/>
                <a:gd name="T99" fmla="*/ 14 h 1980"/>
                <a:gd name="T100" fmla="*/ 291 w 2709"/>
                <a:gd name="T101" fmla="*/ 43 h 1980"/>
                <a:gd name="T102" fmla="*/ 196 w 2709"/>
                <a:gd name="T103" fmla="*/ 91 h 1980"/>
                <a:gd name="T104" fmla="*/ 121 w 2709"/>
                <a:gd name="T105" fmla="*/ 156 h 1980"/>
                <a:gd name="T106" fmla="*/ 64 w 2709"/>
                <a:gd name="T107" fmla="*/ 242 h 1980"/>
                <a:gd name="T108" fmla="*/ 26 w 2709"/>
                <a:gd name="T109" fmla="*/ 348 h 1980"/>
                <a:gd name="T110" fmla="*/ 5 w 2709"/>
                <a:gd name="T111" fmla="*/ 474 h 1980"/>
                <a:gd name="T112" fmla="*/ 0 w 2709"/>
                <a:gd name="T113" fmla="*/ 1398 h 1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709" h="1980">
                  <a:moveTo>
                    <a:pt x="0" y="1398"/>
                  </a:moveTo>
                  <a:lnTo>
                    <a:pt x="2" y="1436"/>
                  </a:lnTo>
                  <a:lnTo>
                    <a:pt x="3" y="1472"/>
                  </a:lnTo>
                  <a:lnTo>
                    <a:pt x="5" y="1506"/>
                  </a:lnTo>
                  <a:lnTo>
                    <a:pt x="8" y="1540"/>
                  </a:lnTo>
                  <a:lnTo>
                    <a:pt x="14" y="1572"/>
                  </a:lnTo>
                  <a:lnTo>
                    <a:pt x="19" y="1603"/>
                  </a:lnTo>
                  <a:lnTo>
                    <a:pt x="26" y="1632"/>
                  </a:lnTo>
                  <a:lnTo>
                    <a:pt x="34" y="1661"/>
                  </a:lnTo>
                  <a:lnTo>
                    <a:pt x="43" y="1688"/>
                  </a:lnTo>
                  <a:lnTo>
                    <a:pt x="53" y="1713"/>
                  </a:lnTo>
                  <a:lnTo>
                    <a:pt x="64" y="1738"/>
                  </a:lnTo>
                  <a:lnTo>
                    <a:pt x="77" y="1762"/>
                  </a:lnTo>
                  <a:lnTo>
                    <a:pt x="90" y="1783"/>
                  </a:lnTo>
                  <a:lnTo>
                    <a:pt x="105" y="1805"/>
                  </a:lnTo>
                  <a:lnTo>
                    <a:pt x="121" y="1824"/>
                  </a:lnTo>
                  <a:lnTo>
                    <a:pt x="137" y="1842"/>
                  </a:lnTo>
                  <a:lnTo>
                    <a:pt x="155" y="1859"/>
                  </a:lnTo>
                  <a:lnTo>
                    <a:pt x="174" y="1875"/>
                  </a:lnTo>
                  <a:lnTo>
                    <a:pt x="196" y="1890"/>
                  </a:lnTo>
                  <a:lnTo>
                    <a:pt x="217" y="1904"/>
                  </a:lnTo>
                  <a:lnTo>
                    <a:pt x="241" y="1916"/>
                  </a:lnTo>
                  <a:lnTo>
                    <a:pt x="265" y="1927"/>
                  </a:lnTo>
                  <a:lnTo>
                    <a:pt x="291" y="1937"/>
                  </a:lnTo>
                  <a:lnTo>
                    <a:pt x="318" y="1946"/>
                  </a:lnTo>
                  <a:lnTo>
                    <a:pt x="346" y="1954"/>
                  </a:lnTo>
                  <a:lnTo>
                    <a:pt x="376" y="1961"/>
                  </a:lnTo>
                  <a:lnTo>
                    <a:pt x="407" y="1967"/>
                  </a:lnTo>
                  <a:lnTo>
                    <a:pt x="440" y="1972"/>
                  </a:lnTo>
                  <a:lnTo>
                    <a:pt x="472" y="1976"/>
                  </a:lnTo>
                  <a:lnTo>
                    <a:pt x="508" y="1978"/>
                  </a:lnTo>
                  <a:lnTo>
                    <a:pt x="544" y="1980"/>
                  </a:lnTo>
                  <a:lnTo>
                    <a:pt x="582" y="1980"/>
                  </a:lnTo>
                  <a:lnTo>
                    <a:pt x="714" y="1980"/>
                  </a:lnTo>
                  <a:lnTo>
                    <a:pt x="842" y="1980"/>
                  </a:lnTo>
                  <a:lnTo>
                    <a:pt x="966" y="1980"/>
                  </a:lnTo>
                  <a:lnTo>
                    <a:pt x="1089" y="1980"/>
                  </a:lnTo>
                  <a:lnTo>
                    <a:pt x="1208" y="1980"/>
                  </a:lnTo>
                  <a:lnTo>
                    <a:pt x="1326" y="1980"/>
                  </a:lnTo>
                  <a:lnTo>
                    <a:pt x="1442" y="1980"/>
                  </a:lnTo>
                  <a:lnTo>
                    <a:pt x="1558" y="1980"/>
                  </a:lnTo>
                  <a:lnTo>
                    <a:pt x="1674" y="1980"/>
                  </a:lnTo>
                  <a:lnTo>
                    <a:pt x="1791" y="1980"/>
                  </a:lnTo>
                  <a:lnTo>
                    <a:pt x="1909" y="1980"/>
                  </a:lnTo>
                  <a:lnTo>
                    <a:pt x="2028" y="1980"/>
                  </a:lnTo>
                  <a:lnTo>
                    <a:pt x="2150" y="1980"/>
                  </a:lnTo>
                  <a:lnTo>
                    <a:pt x="2275" y="1980"/>
                  </a:lnTo>
                  <a:lnTo>
                    <a:pt x="2403" y="1980"/>
                  </a:lnTo>
                  <a:lnTo>
                    <a:pt x="2535" y="1980"/>
                  </a:lnTo>
                  <a:lnTo>
                    <a:pt x="2554" y="1979"/>
                  </a:lnTo>
                  <a:lnTo>
                    <a:pt x="2572" y="1977"/>
                  </a:lnTo>
                  <a:lnTo>
                    <a:pt x="2590" y="1973"/>
                  </a:lnTo>
                  <a:lnTo>
                    <a:pt x="2607" y="1968"/>
                  </a:lnTo>
                  <a:lnTo>
                    <a:pt x="2622" y="1961"/>
                  </a:lnTo>
                  <a:lnTo>
                    <a:pt x="2636" y="1953"/>
                  </a:lnTo>
                  <a:lnTo>
                    <a:pt x="2650" y="1943"/>
                  </a:lnTo>
                  <a:lnTo>
                    <a:pt x="2662" y="1933"/>
                  </a:lnTo>
                  <a:lnTo>
                    <a:pt x="2672" y="1920"/>
                  </a:lnTo>
                  <a:lnTo>
                    <a:pt x="2682" y="1907"/>
                  </a:lnTo>
                  <a:lnTo>
                    <a:pt x="2690" y="1893"/>
                  </a:lnTo>
                  <a:lnTo>
                    <a:pt x="2697" y="1878"/>
                  </a:lnTo>
                  <a:lnTo>
                    <a:pt x="2703" y="1861"/>
                  </a:lnTo>
                  <a:lnTo>
                    <a:pt x="2706" y="1843"/>
                  </a:lnTo>
                  <a:lnTo>
                    <a:pt x="2708" y="1824"/>
                  </a:lnTo>
                  <a:lnTo>
                    <a:pt x="2709" y="1805"/>
                  </a:lnTo>
                  <a:lnTo>
                    <a:pt x="2709" y="1785"/>
                  </a:lnTo>
                  <a:lnTo>
                    <a:pt x="2707" y="1767"/>
                  </a:lnTo>
                  <a:lnTo>
                    <a:pt x="2704" y="1749"/>
                  </a:lnTo>
                  <a:lnTo>
                    <a:pt x="2698" y="1734"/>
                  </a:lnTo>
                  <a:lnTo>
                    <a:pt x="2693" y="1718"/>
                  </a:lnTo>
                  <a:lnTo>
                    <a:pt x="2685" y="1703"/>
                  </a:lnTo>
                  <a:lnTo>
                    <a:pt x="2676" y="1691"/>
                  </a:lnTo>
                  <a:lnTo>
                    <a:pt x="2666" y="1679"/>
                  </a:lnTo>
                  <a:lnTo>
                    <a:pt x="2653" y="1667"/>
                  </a:lnTo>
                  <a:lnTo>
                    <a:pt x="2641" y="1658"/>
                  </a:lnTo>
                  <a:lnTo>
                    <a:pt x="2626" y="1650"/>
                  </a:lnTo>
                  <a:lnTo>
                    <a:pt x="2612" y="1644"/>
                  </a:lnTo>
                  <a:lnTo>
                    <a:pt x="2595" y="1638"/>
                  </a:lnTo>
                  <a:lnTo>
                    <a:pt x="2577" y="1634"/>
                  </a:lnTo>
                  <a:lnTo>
                    <a:pt x="2558" y="1631"/>
                  </a:lnTo>
                  <a:lnTo>
                    <a:pt x="2538" y="1631"/>
                  </a:lnTo>
                  <a:lnTo>
                    <a:pt x="582" y="1631"/>
                  </a:lnTo>
                  <a:lnTo>
                    <a:pt x="551" y="1630"/>
                  </a:lnTo>
                  <a:lnTo>
                    <a:pt x="522" y="1627"/>
                  </a:lnTo>
                  <a:lnTo>
                    <a:pt x="496" y="1623"/>
                  </a:lnTo>
                  <a:lnTo>
                    <a:pt x="472" y="1618"/>
                  </a:lnTo>
                  <a:lnTo>
                    <a:pt x="461" y="1613"/>
                  </a:lnTo>
                  <a:lnTo>
                    <a:pt x="451" y="1610"/>
                  </a:lnTo>
                  <a:lnTo>
                    <a:pt x="441" y="1605"/>
                  </a:lnTo>
                  <a:lnTo>
                    <a:pt x="432" y="1601"/>
                  </a:lnTo>
                  <a:lnTo>
                    <a:pt x="423" y="1595"/>
                  </a:lnTo>
                  <a:lnTo>
                    <a:pt x="415" y="1590"/>
                  </a:lnTo>
                  <a:lnTo>
                    <a:pt x="407" y="1584"/>
                  </a:lnTo>
                  <a:lnTo>
                    <a:pt x="400" y="1577"/>
                  </a:lnTo>
                  <a:lnTo>
                    <a:pt x="393" y="1571"/>
                  </a:lnTo>
                  <a:lnTo>
                    <a:pt x="388" y="1563"/>
                  </a:lnTo>
                  <a:lnTo>
                    <a:pt x="382" y="1555"/>
                  </a:lnTo>
                  <a:lnTo>
                    <a:pt x="377" y="1546"/>
                  </a:lnTo>
                  <a:lnTo>
                    <a:pt x="372" y="1537"/>
                  </a:lnTo>
                  <a:lnTo>
                    <a:pt x="368" y="1527"/>
                  </a:lnTo>
                  <a:lnTo>
                    <a:pt x="364" y="1517"/>
                  </a:lnTo>
                  <a:lnTo>
                    <a:pt x="361" y="1505"/>
                  </a:lnTo>
                  <a:lnTo>
                    <a:pt x="355" y="1483"/>
                  </a:lnTo>
                  <a:lnTo>
                    <a:pt x="352" y="1457"/>
                  </a:lnTo>
                  <a:lnTo>
                    <a:pt x="350" y="1429"/>
                  </a:lnTo>
                  <a:lnTo>
                    <a:pt x="349" y="1398"/>
                  </a:lnTo>
                  <a:lnTo>
                    <a:pt x="349" y="1347"/>
                  </a:lnTo>
                  <a:lnTo>
                    <a:pt x="349" y="1296"/>
                  </a:lnTo>
                  <a:lnTo>
                    <a:pt x="349" y="1245"/>
                  </a:lnTo>
                  <a:lnTo>
                    <a:pt x="349" y="1194"/>
                  </a:lnTo>
                  <a:lnTo>
                    <a:pt x="349" y="1143"/>
                  </a:lnTo>
                  <a:lnTo>
                    <a:pt x="349" y="1092"/>
                  </a:lnTo>
                  <a:lnTo>
                    <a:pt x="349" y="1042"/>
                  </a:lnTo>
                  <a:lnTo>
                    <a:pt x="349" y="990"/>
                  </a:lnTo>
                  <a:lnTo>
                    <a:pt x="349" y="939"/>
                  </a:lnTo>
                  <a:lnTo>
                    <a:pt x="349" y="889"/>
                  </a:lnTo>
                  <a:lnTo>
                    <a:pt x="349" y="837"/>
                  </a:lnTo>
                  <a:lnTo>
                    <a:pt x="349" y="786"/>
                  </a:lnTo>
                  <a:lnTo>
                    <a:pt x="349" y="736"/>
                  </a:lnTo>
                  <a:lnTo>
                    <a:pt x="349" y="685"/>
                  </a:lnTo>
                  <a:lnTo>
                    <a:pt x="349" y="633"/>
                  </a:lnTo>
                  <a:lnTo>
                    <a:pt x="349" y="583"/>
                  </a:lnTo>
                  <a:lnTo>
                    <a:pt x="350" y="552"/>
                  </a:lnTo>
                  <a:lnTo>
                    <a:pt x="352" y="524"/>
                  </a:lnTo>
                  <a:lnTo>
                    <a:pt x="355" y="498"/>
                  </a:lnTo>
                  <a:lnTo>
                    <a:pt x="361" y="475"/>
                  </a:lnTo>
                  <a:lnTo>
                    <a:pt x="364" y="464"/>
                  </a:lnTo>
                  <a:lnTo>
                    <a:pt x="368" y="453"/>
                  </a:lnTo>
                  <a:lnTo>
                    <a:pt x="372" y="444"/>
                  </a:lnTo>
                  <a:lnTo>
                    <a:pt x="377" y="435"/>
                  </a:lnTo>
                  <a:lnTo>
                    <a:pt x="382" y="426"/>
                  </a:lnTo>
                  <a:lnTo>
                    <a:pt x="388" y="419"/>
                  </a:lnTo>
                  <a:lnTo>
                    <a:pt x="393" y="411"/>
                  </a:lnTo>
                  <a:lnTo>
                    <a:pt x="400" y="404"/>
                  </a:lnTo>
                  <a:lnTo>
                    <a:pt x="407" y="397"/>
                  </a:lnTo>
                  <a:lnTo>
                    <a:pt x="415" y="390"/>
                  </a:lnTo>
                  <a:lnTo>
                    <a:pt x="423" y="385"/>
                  </a:lnTo>
                  <a:lnTo>
                    <a:pt x="432" y="380"/>
                  </a:lnTo>
                  <a:lnTo>
                    <a:pt x="441" y="375"/>
                  </a:lnTo>
                  <a:lnTo>
                    <a:pt x="451" y="371"/>
                  </a:lnTo>
                  <a:lnTo>
                    <a:pt x="461" y="367"/>
                  </a:lnTo>
                  <a:lnTo>
                    <a:pt x="472" y="363"/>
                  </a:lnTo>
                  <a:lnTo>
                    <a:pt x="496" y="358"/>
                  </a:lnTo>
                  <a:lnTo>
                    <a:pt x="522" y="353"/>
                  </a:lnTo>
                  <a:lnTo>
                    <a:pt x="551" y="351"/>
                  </a:lnTo>
                  <a:lnTo>
                    <a:pt x="582" y="350"/>
                  </a:lnTo>
                  <a:lnTo>
                    <a:pt x="714" y="350"/>
                  </a:lnTo>
                  <a:lnTo>
                    <a:pt x="842" y="350"/>
                  </a:lnTo>
                  <a:lnTo>
                    <a:pt x="966" y="350"/>
                  </a:lnTo>
                  <a:lnTo>
                    <a:pt x="1088" y="350"/>
                  </a:lnTo>
                  <a:lnTo>
                    <a:pt x="1208" y="350"/>
                  </a:lnTo>
                  <a:lnTo>
                    <a:pt x="1325" y="350"/>
                  </a:lnTo>
                  <a:lnTo>
                    <a:pt x="1441" y="350"/>
                  </a:lnTo>
                  <a:lnTo>
                    <a:pt x="1557" y="350"/>
                  </a:lnTo>
                  <a:lnTo>
                    <a:pt x="1673" y="350"/>
                  </a:lnTo>
                  <a:lnTo>
                    <a:pt x="1790" y="350"/>
                  </a:lnTo>
                  <a:lnTo>
                    <a:pt x="1906" y="350"/>
                  </a:lnTo>
                  <a:lnTo>
                    <a:pt x="2027" y="350"/>
                  </a:lnTo>
                  <a:lnTo>
                    <a:pt x="2148" y="350"/>
                  </a:lnTo>
                  <a:lnTo>
                    <a:pt x="2272" y="350"/>
                  </a:lnTo>
                  <a:lnTo>
                    <a:pt x="2401" y="350"/>
                  </a:lnTo>
                  <a:lnTo>
                    <a:pt x="2533" y="350"/>
                  </a:lnTo>
                  <a:lnTo>
                    <a:pt x="2552" y="349"/>
                  </a:lnTo>
                  <a:lnTo>
                    <a:pt x="2570" y="347"/>
                  </a:lnTo>
                  <a:lnTo>
                    <a:pt x="2588" y="343"/>
                  </a:lnTo>
                  <a:lnTo>
                    <a:pt x="2604" y="338"/>
                  </a:lnTo>
                  <a:lnTo>
                    <a:pt x="2620" y="331"/>
                  </a:lnTo>
                  <a:lnTo>
                    <a:pt x="2634" y="323"/>
                  </a:lnTo>
                  <a:lnTo>
                    <a:pt x="2648" y="314"/>
                  </a:lnTo>
                  <a:lnTo>
                    <a:pt x="2660" y="303"/>
                  </a:lnTo>
                  <a:lnTo>
                    <a:pt x="2670" y="291"/>
                  </a:lnTo>
                  <a:lnTo>
                    <a:pt x="2680" y="278"/>
                  </a:lnTo>
                  <a:lnTo>
                    <a:pt x="2688" y="263"/>
                  </a:lnTo>
                  <a:lnTo>
                    <a:pt x="2695" y="248"/>
                  </a:lnTo>
                  <a:lnTo>
                    <a:pt x="2700" y="232"/>
                  </a:lnTo>
                  <a:lnTo>
                    <a:pt x="2704" y="214"/>
                  </a:lnTo>
                  <a:lnTo>
                    <a:pt x="2706" y="195"/>
                  </a:lnTo>
                  <a:lnTo>
                    <a:pt x="2707" y="176"/>
                  </a:lnTo>
                  <a:lnTo>
                    <a:pt x="2706" y="156"/>
                  </a:lnTo>
                  <a:lnTo>
                    <a:pt x="2704" y="137"/>
                  </a:lnTo>
                  <a:lnTo>
                    <a:pt x="2700" y="120"/>
                  </a:lnTo>
                  <a:lnTo>
                    <a:pt x="2695" y="104"/>
                  </a:lnTo>
                  <a:lnTo>
                    <a:pt x="2688" y="88"/>
                  </a:lnTo>
                  <a:lnTo>
                    <a:pt x="2680" y="74"/>
                  </a:lnTo>
                  <a:lnTo>
                    <a:pt x="2671" y="61"/>
                  </a:lnTo>
                  <a:lnTo>
                    <a:pt x="2661" y="48"/>
                  </a:lnTo>
                  <a:lnTo>
                    <a:pt x="2649" y="37"/>
                  </a:lnTo>
                  <a:lnTo>
                    <a:pt x="2635" y="28"/>
                  </a:lnTo>
                  <a:lnTo>
                    <a:pt x="2622" y="20"/>
                  </a:lnTo>
                  <a:lnTo>
                    <a:pt x="2606" y="14"/>
                  </a:lnTo>
                  <a:lnTo>
                    <a:pt x="2590" y="8"/>
                  </a:lnTo>
                  <a:lnTo>
                    <a:pt x="2572" y="3"/>
                  </a:lnTo>
                  <a:lnTo>
                    <a:pt x="2554" y="1"/>
                  </a:lnTo>
                  <a:lnTo>
                    <a:pt x="2535" y="0"/>
                  </a:lnTo>
                  <a:lnTo>
                    <a:pt x="582" y="0"/>
                  </a:lnTo>
                  <a:lnTo>
                    <a:pt x="544" y="1"/>
                  </a:lnTo>
                  <a:lnTo>
                    <a:pt x="508" y="2"/>
                  </a:lnTo>
                  <a:lnTo>
                    <a:pt x="472" y="5"/>
                  </a:lnTo>
                  <a:lnTo>
                    <a:pt x="440" y="9"/>
                  </a:lnTo>
                  <a:lnTo>
                    <a:pt x="407" y="14"/>
                  </a:lnTo>
                  <a:lnTo>
                    <a:pt x="376" y="19"/>
                  </a:lnTo>
                  <a:lnTo>
                    <a:pt x="346" y="26"/>
                  </a:lnTo>
                  <a:lnTo>
                    <a:pt x="318" y="34"/>
                  </a:lnTo>
                  <a:lnTo>
                    <a:pt x="291" y="43"/>
                  </a:lnTo>
                  <a:lnTo>
                    <a:pt x="265" y="53"/>
                  </a:lnTo>
                  <a:lnTo>
                    <a:pt x="241" y="64"/>
                  </a:lnTo>
                  <a:lnTo>
                    <a:pt x="217" y="78"/>
                  </a:lnTo>
                  <a:lnTo>
                    <a:pt x="196" y="91"/>
                  </a:lnTo>
                  <a:lnTo>
                    <a:pt x="174" y="106"/>
                  </a:lnTo>
                  <a:lnTo>
                    <a:pt x="155" y="122"/>
                  </a:lnTo>
                  <a:lnTo>
                    <a:pt x="137" y="138"/>
                  </a:lnTo>
                  <a:lnTo>
                    <a:pt x="121" y="156"/>
                  </a:lnTo>
                  <a:lnTo>
                    <a:pt x="105" y="177"/>
                  </a:lnTo>
                  <a:lnTo>
                    <a:pt x="90" y="197"/>
                  </a:lnTo>
                  <a:lnTo>
                    <a:pt x="77" y="219"/>
                  </a:lnTo>
                  <a:lnTo>
                    <a:pt x="64" y="242"/>
                  </a:lnTo>
                  <a:lnTo>
                    <a:pt x="53" y="267"/>
                  </a:lnTo>
                  <a:lnTo>
                    <a:pt x="43" y="293"/>
                  </a:lnTo>
                  <a:lnTo>
                    <a:pt x="34" y="320"/>
                  </a:lnTo>
                  <a:lnTo>
                    <a:pt x="26" y="348"/>
                  </a:lnTo>
                  <a:lnTo>
                    <a:pt x="19" y="378"/>
                  </a:lnTo>
                  <a:lnTo>
                    <a:pt x="14" y="408"/>
                  </a:lnTo>
                  <a:lnTo>
                    <a:pt x="8" y="441"/>
                  </a:lnTo>
                  <a:lnTo>
                    <a:pt x="5" y="474"/>
                  </a:lnTo>
                  <a:lnTo>
                    <a:pt x="3" y="509"/>
                  </a:lnTo>
                  <a:lnTo>
                    <a:pt x="2" y="546"/>
                  </a:lnTo>
                  <a:lnTo>
                    <a:pt x="0" y="583"/>
                  </a:lnTo>
                  <a:lnTo>
                    <a:pt x="0" y="13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pl-PL" sz="4267">
                <a:solidFill>
                  <a:schemeClr val="tx2"/>
                </a:solidFill>
              </a:endParaRPr>
            </a:p>
          </p:txBody>
        </p:sp>
        <p:sp>
          <p:nvSpPr>
            <p:cNvPr id="37" name="Freeform 9">
              <a:extLst>
                <a:ext uri="{FF2B5EF4-FFF2-40B4-BE49-F238E27FC236}">
                  <a16:creationId xmlns:a16="http://schemas.microsoft.com/office/drawing/2014/main" id="{6085063D-EDCC-6DC4-3025-CA0253A0A3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02401" y="3114675"/>
              <a:ext cx="922338" cy="628650"/>
            </a:xfrm>
            <a:custGeom>
              <a:avLst/>
              <a:gdLst>
                <a:gd name="T0" fmla="*/ 496 w 2906"/>
                <a:gd name="T1" fmla="*/ 1622 h 1980"/>
                <a:gd name="T2" fmla="*/ 441 w 2906"/>
                <a:gd name="T3" fmla="*/ 1604 h 1980"/>
                <a:gd name="T4" fmla="*/ 407 w 2906"/>
                <a:gd name="T5" fmla="*/ 1582 h 1980"/>
                <a:gd name="T6" fmla="*/ 382 w 2906"/>
                <a:gd name="T7" fmla="*/ 1553 h 1980"/>
                <a:gd name="T8" fmla="*/ 364 w 2906"/>
                <a:gd name="T9" fmla="*/ 1514 h 1980"/>
                <a:gd name="T10" fmla="*/ 350 w 2906"/>
                <a:gd name="T11" fmla="*/ 1425 h 1980"/>
                <a:gd name="T12" fmla="*/ 352 w 2906"/>
                <a:gd name="T13" fmla="*/ 521 h 1980"/>
                <a:gd name="T14" fmla="*/ 368 w 2906"/>
                <a:gd name="T15" fmla="*/ 451 h 1980"/>
                <a:gd name="T16" fmla="*/ 387 w 2906"/>
                <a:gd name="T17" fmla="*/ 416 h 1980"/>
                <a:gd name="T18" fmla="*/ 415 w 2906"/>
                <a:gd name="T19" fmla="*/ 389 h 1980"/>
                <a:gd name="T20" fmla="*/ 451 w 2906"/>
                <a:gd name="T21" fmla="*/ 370 h 1980"/>
                <a:gd name="T22" fmla="*/ 522 w 2906"/>
                <a:gd name="T23" fmla="*/ 353 h 1980"/>
                <a:gd name="T24" fmla="*/ 2356 w 2906"/>
                <a:gd name="T25" fmla="*/ 351 h 1980"/>
                <a:gd name="T26" fmla="*/ 2446 w 2906"/>
                <a:gd name="T27" fmla="*/ 367 h 1980"/>
                <a:gd name="T28" fmla="*/ 2484 w 2906"/>
                <a:gd name="T29" fmla="*/ 385 h 1980"/>
                <a:gd name="T30" fmla="*/ 2513 w 2906"/>
                <a:gd name="T31" fmla="*/ 411 h 1980"/>
                <a:gd name="T32" fmla="*/ 2534 w 2906"/>
                <a:gd name="T33" fmla="*/ 444 h 1980"/>
                <a:gd name="T34" fmla="*/ 2551 w 2906"/>
                <a:gd name="T35" fmla="*/ 498 h 1980"/>
                <a:gd name="T36" fmla="*/ 2558 w 2906"/>
                <a:gd name="T37" fmla="*/ 633 h 1980"/>
                <a:gd name="T38" fmla="*/ 2558 w 2906"/>
                <a:gd name="T39" fmla="*/ 837 h 1980"/>
                <a:gd name="T40" fmla="*/ 2558 w 2906"/>
                <a:gd name="T41" fmla="*/ 1040 h 1980"/>
                <a:gd name="T42" fmla="*/ 2558 w 2906"/>
                <a:gd name="T43" fmla="*/ 1242 h 1980"/>
                <a:gd name="T44" fmla="*/ 2557 w 2906"/>
                <a:gd name="T45" fmla="*/ 1425 h 1980"/>
                <a:gd name="T46" fmla="*/ 2542 w 2906"/>
                <a:gd name="T47" fmla="*/ 1514 h 1980"/>
                <a:gd name="T48" fmla="*/ 2525 w 2906"/>
                <a:gd name="T49" fmla="*/ 1553 h 1980"/>
                <a:gd name="T50" fmla="*/ 2499 w 2906"/>
                <a:gd name="T51" fmla="*/ 1582 h 1980"/>
                <a:gd name="T52" fmla="*/ 2466 w 2906"/>
                <a:gd name="T53" fmla="*/ 1604 h 1980"/>
                <a:gd name="T54" fmla="*/ 2411 w 2906"/>
                <a:gd name="T55" fmla="*/ 1622 h 1980"/>
                <a:gd name="T56" fmla="*/ 581 w 2906"/>
                <a:gd name="T57" fmla="*/ 1630 h 1980"/>
                <a:gd name="T58" fmla="*/ 5 w 2906"/>
                <a:gd name="T59" fmla="*/ 1504 h 1980"/>
                <a:gd name="T60" fmla="*/ 26 w 2906"/>
                <a:gd name="T61" fmla="*/ 1630 h 1980"/>
                <a:gd name="T62" fmla="*/ 64 w 2906"/>
                <a:gd name="T63" fmla="*/ 1736 h 1980"/>
                <a:gd name="T64" fmla="*/ 121 w 2906"/>
                <a:gd name="T65" fmla="*/ 1823 h 1980"/>
                <a:gd name="T66" fmla="*/ 196 w 2906"/>
                <a:gd name="T67" fmla="*/ 1889 h 1980"/>
                <a:gd name="T68" fmla="*/ 291 w 2906"/>
                <a:gd name="T69" fmla="*/ 1937 h 1980"/>
                <a:gd name="T70" fmla="*/ 407 w 2906"/>
                <a:gd name="T71" fmla="*/ 1967 h 1980"/>
                <a:gd name="T72" fmla="*/ 544 w 2906"/>
                <a:gd name="T73" fmla="*/ 1980 h 1980"/>
                <a:gd name="T74" fmla="*/ 2399 w 2906"/>
                <a:gd name="T75" fmla="*/ 1978 h 1980"/>
                <a:gd name="T76" fmla="*/ 2531 w 2906"/>
                <a:gd name="T77" fmla="*/ 1961 h 1980"/>
                <a:gd name="T78" fmla="*/ 2641 w 2906"/>
                <a:gd name="T79" fmla="*/ 1926 h 1980"/>
                <a:gd name="T80" fmla="*/ 2732 w 2906"/>
                <a:gd name="T81" fmla="*/ 1874 h 1980"/>
                <a:gd name="T82" fmla="*/ 2803 w 2906"/>
                <a:gd name="T83" fmla="*/ 1802 h 1980"/>
                <a:gd name="T84" fmla="*/ 2854 w 2906"/>
                <a:gd name="T85" fmla="*/ 1711 h 1980"/>
                <a:gd name="T86" fmla="*/ 2888 w 2906"/>
                <a:gd name="T87" fmla="*/ 1601 h 1980"/>
                <a:gd name="T88" fmla="*/ 2904 w 2906"/>
                <a:gd name="T89" fmla="*/ 1468 h 1980"/>
                <a:gd name="T90" fmla="*/ 2906 w 2906"/>
                <a:gd name="T91" fmla="*/ 542 h 1980"/>
                <a:gd name="T92" fmla="*/ 2894 w 2906"/>
                <a:gd name="T93" fmla="*/ 406 h 1980"/>
                <a:gd name="T94" fmla="*/ 2864 w 2906"/>
                <a:gd name="T95" fmla="*/ 290 h 1980"/>
                <a:gd name="T96" fmla="*/ 2817 w 2906"/>
                <a:gd name="T97" fmla="*/ 196 h 1980"/>
                <a:gd name="T98" fmla="*/ 2751 w 2906"/>
                <a:gd name="T99" fmla="*/ 120 h 1980"/>
                <a:gd name="T100" fmla="*/ 2666 w 2906"/>
                <a:gd name="T101" fmla="*/ 64 h 1980"/>
                <a:gd name="T102" fmla="*/ 2560 w 2906"/>
                <a:gd name="T103" fmla="*/ 26 h 1980"/>
                <a:gd name="T104" fmla="*/ 2434 w 2906"/>
                <a:gd name="T105" fmla="*/ 5 h 1980"/>
                <a:gd name="T106" fmla="*/ 581 w 2906"/>
                <a:gd name="T107" fmla="*/ 0 h 1980"/>
                <a:gd name="T108" fmla="*/ 438 w 2906"/>
                <a:gd name="T109" fmla="*/ 9 h 1980"/>
                <a:gd name="T110" fmla="*/ 318 w 2906"/>
                <a:gd name="T111" fmla="*/ 34 h 1980"/>
                <a:gd name="T112" fmla="*/ 217 w 2906"/>
                <a:gd name="T113" fmla="*/ 77 h 1980"/>
                <a:gd name="T114" fmla="*/ 137 w 2906"/>
                <a:gd name="T115" fmla="*/ 137 h 1980"/>
                <a:gd name="T116" fmla="*/ 77 w 2906"/>
                <a:gd name="T117" fmla="*/ 217 h 1980"/>
                <a:gd name="T118" fmla="*/ 34 w 2906"/>
                <a:gd name="T119" fmla="*/ 317 h 1980"/>
                <a:gd name="T120" fmla="*/ 8 w 2906"/>
                <a:gd name="T121" fmla="*/ 438 h 1980"/>
                <a:gd name="T122" fmla="*/ 0 w 2906"/>
                <a:gd name="T123" fmla="*/ 579 h 1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906" h="1980">
                  <a:moveTo>
                    <a:pt x="581" y="1630"/>
                  </a:moveTo>
                  <a:lnTo>
                    <a:pt x="550" y="1629"/>
                  </a:lnTo>
                  <a:lnTo>
                    <a:pt x="522" y="1627"/>
                  </a:lnTo>
                  <a:lnTo>
                    <a:pt x="496" y="1622"/>
                  </a:lnTo>
                  <a:lnTo>
                    <a:pt x="472" y="1617"/>
                  </a:lnTo>
                  <a:lnTo>
                    <a:pt x="461" y="1613"/>
                  </a:lnTo>
                  <a:lnTo>
                    <a:pt x="451" y="1609"/>
                  </a:lnTo>
                  <a:lnTo>
                    <a:pt x="441" y="1604"/>
                  </a:lnTo>
                  <a:lnTo>
                    <a:pt x="432" y="1600"/>
                  </a:lnTo>
                  <a:lnTo>
                    <a:pt x="423" y="1594"/>
                  </a:lnTo>
                  <a:lnTo>
                    <a:pt x="415" y="1589"/>
                  </a:lnTo>
                  <a:lnTo>
                    <a:pt x="407" y="1582"/>
                  </a:lnTo>
                  <a:lnTo>
                    <a:pt x="400" y="1575"/>
                  </a:lnTo>
                  <a:lnTo>
                    <a:pt x="394" y="1568"/>
                  </a:lnTo>
                  <a:lnTo>
                    <a:pt x="387" y="1560"/>
                  </a:lnTo>
                  <a:lnTo>
                    <a:pt x="382" y="1553"/>
                  </a:lnTo>
                  <a:lnTo>
                    <a:pt x="377" y="1544"/>
                  </a:lnTo>
                  <a:lnTo>
                    <a:pt x="372" y="1535"/>
                  </a:lnTo>
                  <a:lnTo>
                    <a:pt x="368" y="1524"/>
                  </a:lnTo>
                  <a:lnTo>
                    <a:pt x="364" y="1514"/>
                  </a:lnTo>
                  <a:lnTo>
                    <a:pt x="361" y="1503"/>
                  </a:lnTo>
                  <a:lnTo>
                    <a:pt x="355" y="1479"/>
                  </a:lnTo>
                  <a:lnTo>
                    <a:pt x="352" y="1454"/>
                  </a:lnTo>
                  <a:lnTo>
                    <a:pt x="350" y="1425"/>
                  </a:lnTo>
                  <a:lnTo>
                    <a:pt x="349" y="1395"/>
                  </a:lnTo>
                  <a:lnTo>
                    <a:pt x="349" y="579"/>
                  </a:lnTo>
                  <a:lnTo>
                    <a:pt x="350" y="549"/>
                  </a:lnTo>
                  <a:lnTo>
                    <a:pt x="352" y="521"/>
                  </a:lnTo>
                  <a:lnTo>
                    <a:pt x="355" y="496"/>
                  </a:lnTo>
                  <a:lnTo>
                    <a:pt x="361" y="473"/>
                  </a:lnTo>
                  <a:lnTo>
                    <a:pt x="364" y="461"/>
                  </a:lnTo>
                  <a:lnTo>
                    <a:pt x="368" y="451"/>
                  </a:lnTo>
                  <a:lnTo>
                    <a:pt x="372" y="442"/>
                  </a:lnTo>
                  <a:lnTo>
                    <a:pt x="377" y="433"/>
                  </a:lnTo>
                  <a:lnTo>
                    <a:pt x="382" y="424"/>
                  </a:lnTo>
                  <a:lnTo>
                    <a:pt x="387" y="416"/>
                  </a:lnTo>
                  <a:lnTo>
                    <a:pt x="394" y="410"/>
                  </a:lnTo>
                  <a:lnTo>
                    <a:pt x="400" y="402"/>
                  </a:lnTo>
                  <a:lnTo>
                    <a:pt x="407" y="396"/>
                  </a:lnTo>
                  <a:lnTo>
                    <a:pt x="415" y="389"/>
                  </a:lnTo>
                  <a:lnTo>
                    <a:pt x="423" y="384"/>
                  </a:lnTo>
                  <a:lnTo>
                    <a:pt x="432" y="379"/>
                  </a:lnTo>
                  <a:lnTo>
                    <a:pt x="441" y="375"/>
                  </a:lnTo>
                  <a:lnTo>
                    <a:pt x="451" y="370"/>
                  </a:lnTo>
                  <a:lnTo>
                    <a:pt x="461" y="367"/>
                  </a:lnTo>
                  <a:lnTo>
                    <a:pt x="472" y="363"/>
                  </a:lnTo>
                  <a:lnTo>
                    <a:pt x="496" y="358"/>
                  </a:lnTo>
                  <a:lnTo>
                    <a:pt x="522" y="353"/>
                  </a:lnTo>
                  <a:lnTo>
                    <a:pt x="550" y="351"/>
                  </a:lnTo>
                  <a:lnTo>
                    <a:pt x="581" y="350"/>
                  </a:lnTo>
                  <a:lnTo>
                    <a:pt x="2325" y="350"/>
                  </a:lnTo>
                  <a:lnTo>
                    <a:pt x="2356" y="351"/>
                  </a:lnTo>
                  <a:lnTo>
                    <a:pt x="2385" y="353"/>
                  </a:lnTo>
                  <a:lnTo>
                    <a:pt x="2411" y="358"/>
                  </a:lnTo>
                  <a:lnTo>
                    <a:pt x="2434" y="363"/>
                  </a:lnTo>
                  <a:lnTo>
                    <a:pt x="2446" y="367"/>
                  </a:lnTo>
                  <a:lnTo>
                    <a:pt x="2456" y="371"/>
                  </a:lnTo>
                  <a:lnTo>
                    <a:pt x="2466" y="375"/>
                  </a:lnTo>
                  <a:lnTo>
                    <a:pt x="2475" y="380"/>
                  </a:lnTo>
                  <a:lnTo>
                    <a:pt x="2484" y="385"/>
                  </a:lnTo>
                  <a:lnTo>
                    <a:pt x="2492" y="390"/>
                  </a:lnTo>
                  <a:lnTo>
                    <a:pt x="2499" y="397"/>
                  </a:lnTo>
                  <a:lnTo>
                    <a:pt x="2506" y="404"/>
                  </a:lnTo>
                  <a:lnTo>
                    <a:pt x="2513" y="411"/>
                  </a:lnTo>
                  <a:lnTo>
                    <a:pt x="2520" y="419"/>
                  </a:lnTo>
                  <a:lnTo>
                    <a:pt x="2525" y="426"/>
                  </a:lnTo>
                  <a:lnTo>
                    <a:pt x="2530" y="435"/>
                  </a:lnTo>
                  <a:lnTo>
                    <a:pt x="2534" y="444"/>
                  </a:lnTo>
                  <a:lnTo>
                    <a:pt x="2539" y="453"/>
                  </a:lnTo>
                  <a:lnTo>
                    <a:pt x="2542" y="464"/>
                  </a:lnTo>
                  <a:lnTo>
                    <a:pt x="2545" y="475"/>
                  </a:lnTo>
                  <a:lnTo>
                    <a:pt x="2551" y="498"/>
                  </a:lnTo>
                  <a:lnTo>
                    <a:pt x="2554" y="524"/>
                  </a:lnTo>
                  <a:lnTo>
                    <a:pt x="2557" y="552"/>
                  </a:lnTo>
                  <a:lnTo>
                    <a:pt x="2558" y="583"/>
                  </a:lnTo>
                  <a:lnTo>
                    <a:pt x="2558" y="633"/>
                  </a:lnTo>
                  <a:lnTo>
                    <a:pt x="2558" y="684"/>
                  </a:lnTo>
                  <a:lnTo>
                    <a:pt x="2558" y="736"/>
                  </a:lnTo>
                  <a:lnTo>
                    <a:pt x="2558" y="786"/>
                  </a:lnTo>
                  <a:lnTo>
                    <a:pt x="2558" y="837"/>
                  </a:lnTo>
                  <a:lnTo>
                    <a:pt x="2558" y="888"/>
                  </a:lnTo>
                  <a:lnTo>
                    <a:pt x="2558" y="938"/>
                  </a:lnTo>
                  <a:lnTo>
                    <a:pt x="2558" y="989"/>
                  </a:lnTo>
                  <a:lnTo>
                    <a:pt x="2558" y="1040"/>
                  </a:lnTo>
                  <a:lnTo>
                    <a:pt x="2558" y="1090"/>
                  </a:lnTo>
                  <a:lnTo>
                    <a:pt x="2558" y="1141"/>
                  </a:lnTo>
                  <a:lnTo>
                    <a:pt x="2558" y="1191"/>
                  </a:lnTo>
                  <a:lnTo>
                    <a:pt x="2558" y="1242"/>
                  </a:lnTo>
                  <a:lnTo>
                    <a:pt x="2558" y="1294"/>
                  </a:lnTo>
                  <a:lnTo>
                    <a:pt x="2558" y="1344"/>
                  </a:lnTo>
                  <a:lnTo>
                    <a:pt x="2558" y="1395"/>
                  </a:lnTo>
                  <a:lnTo>
                    <a:pt x="2557" y="1425"/>
                  </a:lnTo>
                  <a:lnTo>
                    <a:pt x="2554" y="1454"/>
                  </a:lnTo>
                  <a:lnTo>
                    <a:pt x="2551" y="1479"/>
                  </a:lnTo>
                  <a:lnTo>
                    <a:pt x="2545" y="1503"/>
                  </a:lnTo>
                  <a:lnTo>
                    <a:pt x="2542" y="1514"/>
                  </a:lnTo>
                  <a:lnTo>
                    <a:pt x="2539" y="1524"/>
                  </a:lnTo>
                  <a:lnTo>
                    <a:pt x="2534" y="1535"/>
                  </a:lnTo>
                  <a:lnTo>
                    <a:pt x="2530" y="1544"/>
                  </a:lnTo>
                  <a:lnTo>
                    <a:pt x="2525" y="1553"/>
                  </a:lnTo>
                  <a:lnTo>
                    <a:pt x="2520" y="1560"/>
                  </a:lnTo>
                  <a:lnTo>
                    <a:pt x="2513" y="1568"/>
                  </a:lnTo>
                  <a:lnTo>
                    <a:pt x="2506" y="1575"/>
                  </a:lnTo>
                  <a:lnTo>
                    <a:pt x="2499" y="1582"/>
                  </a:lnTo>
                  <a:lnTo>
                    <a:pt x="2492" y="1589"/>
                  </a:lnTo>
                  <a:lnTo>
                    <a:pt x="2484" y="1594"/>
                  </a:lnTo>
                  <a:lnTo>
                    <a:pt x="2475" y="1600"/>
                  </a:lnTo>
                  <a:lnTo>
                    <a:pt x="2466" y="1604"/>
                  </a:lnTo>
                  <a:lnTo>
                    <a:pt x="2456" y="1609"/>
                  </a:lnTo>
                  <a:lnTo>
                    <a:pt x="2446" y="1613"/>
                  </a:lnTo>
                  <a:lnTo>
                    <a:pt x="2434" y="1617"/>
                  </a:lnTo>
                  <a:lnTo>
                    <a:pt x="2411" y="1622"/>
                  </a:lnTo>
                  <a:lnTo>
                    <a:pt x="2385" y="1627"/>
                  </a:lnTo>
                  <a:lnTo>
                    <a:pt x="2356" y="1630"/>
                  </a:lnTo>
                  <a:lnTo>
                    <a:pt x="2325" y="1631"/>
                  </a:lnTo>
                  <a:lnTo>
                    <a:pt x="581" y="1630"/>
                  </a:lnTo>
                  <a:close/>
                  <a:moveTo>
                    <a:pt x="0" y="1395"/>
                  </a:moveTo>
                  <a:lnTo>
                    <a:pt x="2" y="1432"/>
                  </a:lnTo>
                  <a:lnTo>
                    <a:pt x="3" y="1468"/>
                  </a:lnTo>
                  <a:lnTo>
                    <a:pt x="5" y="1504"/>
                  </a:lnTo>
                  <a:lnTo>
                    <a:pt x="8" y="1537"/>
                  </a:lnTo>
                  <a:lnTo>
                    <a:pt x="13" y="1569"/>
                  </a:lnTo>
                  <a:lnTo>
                    <a:pt x="20" y="1601"/>
                  </a:lnTo>
                  <a:lnTo>
                    <a:pt x="26" y="1630"/>
                  </a:lnTo>
                  <a:lnTo>
                    <a:pt x="34" y="1658"/>
                  </a:lnTo>
                  <a:lnTo>
                    <a:pt x="43" y="1685"/>
                  </a:lnTo>
                  <a:lnTo>
                    <a:pt x="53" y="1711"/>
                  </a:lnTo>
                  <a:lnTo>
                    <a:pt x="64" y="1736"/>
                  </a:lnTo>
                  <a:lnTo>
                    <a:pt x="77" y="1760"/>
                  </a:lnTo>
                  <a:lnTo>
                    <a:pt x="90" y="1781"/>
                  </a:lnTo>
                  <a:lnTo>
                    <a:pt x="105" y="1802"/>
                  </a:lnTo>
                  <a:lnTo>
                    <a:pt x="121" y="1823"/>
                  </a:lnTo>
                  <a:lnTo>
                    <a:pt x="137" y="1841"/>
                  </a:lnTo>
                  <a:lnTo>
                    <a:pt x="155" y="1857"/>
                  </a:lnTo>
                  <a:lnTo>
                    <a:pt x="175" y="1874"/>
                  </a:lnTo>
                  <a:lnTo>
                    <a:pt x="196" y="1889"/>
                  </a:lnTo>
                  <a:lnTo>
                    <a:pt x="217" y="1902"/>
                  </a:lnTo>
                  <a:lnTo>
                    <a:pt x="241" y="1915"/>
                  </a:lnTo>
                  <a:lnTo>
                    <a:pt x="266" y="1926"/>
                  </a:lnTo>
                  <a:lnTo>
                    <a:pt x="291" y="1937"/>
                  </a:lnTo>
                  <a:lnTo>
                    <a:pt x="318" y="1946"/>
                  </a:lnTo>
                  <a:lnTo>
                    <a:pt x="346" y="1954"/>
                  </a:lnTo>
                  <a:lnTo>
                    <a:pt x="376" y="1961"/>
                  </a:lnTo>
                  <a:lnTo>
                    <a:pt x="407" y="1967"/>
                  </a:lnTo>
                  <a:lnTo>
                    <a:pt x="438" y="1972"/>
                  </a:lnTo>
                  <a:lnTo>
                    <a:pt x="472" y="1976"/>
                  </a:lnTo>
                  <a:lnTo>
                    <a:pt x="507" y="1978"/>
                  </a:lnTo>
                  <a:lnTo>
                    <a:pt x="544" y="1980"/>
                  </a:lnTo>
                  <a:lnTo>
                    <a:pt x="581" y="1980"/>
                  </a:lnTo>
                  <a:lnTo>
                    <a:pt x="2325" y="1980"/>
                  </a:lnTo>
                  <a:lnTo>
                    <a:pt x="2362" y="1980"/>
                  </a:lnTo>
                  <a:lnTo>
                    <a:pt x="2399" y="1978"/>
                  </a:lnTo>
                  <a:lnTo>
                    <a:pt x="2434" y="1976"/>
                  </a:lnTo>
                  <a:lnTo>
                    <a:pt x="2468" y="1972"/>
                  </a:lnTo>
                  <a:lnTo>
                    <a:pt x="2499" y="1967"/>
                  </a:lnTo>
                  <a:lnTo>
                    <a:pt x="2531" y="1961"/>
                  </a:lnTo>
                  <a:lnTo>
                    <a:pt x="2560" y="1954"/>
                  </a:lnTo>
                  <a:lnTo>
                    <a:pt x="2589" y="1946"/>
                  </a:lnTo>
                  <a:lnTo>
                    <a:pt x="2616" y="1937"/>
                  </a:lnTo>
                  <a:lnTo>
                    <a:pt x="2641" y="1926"/>
                  </a:lnTo>
                  <a:lnTo>
                    <a:pt x="2666" y="1915"/>
                  </a:lnTo>
                  <a:lnTo>
                    <a:pt x="2689" y="1902"/>
                  </a:lnTo>
                  <a:lnTo>
                    <a:pt x="2711" y="1889"/>
                  </a:lnTo>
                  <a:lnTo>
                    <a:pt x="2732" y="1874"/>
                  </a:lnTo>
                  <a:lnTo>
                    <a:pt x="2751" y="1857"/>
                  </a:lnTo>
                  <a:lnTo>
                    <a:pt x="2769" y="1841"/>
                  </a:lnTo>
                  <a:lnTo>
                    <a:pt x="2786" y="1823"/>
                  </a:lnTo>
                  <a:lnTo>
                    <a:pt x="2803" y="1802"/>
                  </a:lnTo>
                  <a:lnTo>
                    <a:pt x="2817" y="1781"/>
                  </a:lnTo>
                  <a:lnTo>
                    <a:pt x="2831" y="1760"/>
                  </a:lnTo>
                  <a:lnTo>
                    <a:pt x="2843" y="1736"/>
                  </a:lnTo>
                  <a:lnTo>
                    <a:pt x="2854" y="1711"/>
                  </a:lnTo>
                  <a:lnTo>
                    <a:pt x="2864" y="1685"/>
                  </a:lnTo>
                  <a:lnTo>
                    <a:pt x="2873" y="1658"/>
                  </a:lnTo>
                  <a:lnTo>
                    <a:pt x="2881" y="1630"/>
                  </a:lnTo>
                  <a:lnTo>
                    <a:pt x="2888" y="1601"/>
                  </a:lnTo>
                  <a:lnTo>
                    <a:pt x="2894" y="1569"/>
                  </a:lnTo>
                  <a:lnTo>
                    <a:pt x="2898" y="1537"/>
                  </a:lnTo>
                  <a:lnTo>
                    <a:pt x="2902" y="1504"/>
                  </a:lnTo>
                  <a:lnTo>
                    <a:pt x="2904" y="1468"/>
                  </a:lnTo>
                  <a:lnTo>
                    <a:pt x="2906" y="1432"/>
                  </a:lnTo>
                  <a:lnTo>
                    <a:pt x="2906" y="1395"/>
                  </a:lnTo>
                  <a:lnTo>
                    <a:pt x="2906" y="579"/>
                  </a:lnTo>
                  <a:lnTo>
                    <a:pt x="2906" y="542"/>
                  </a:lnTo>
                  <a:lnTo>
                    <a:pt x="2904" y="506"/>
                  </a:lnTo>
                  <a:lnTo>
                    <a:pt x="2902" y="471"/>
                  </a:lnTo>
                  <a:lnTo>
                    <a:pt x="2898" y="438"/>
                  </a:lnTo>
                  <a:lnTo>
                    <a:pt x="2894" y="406"/>
                  </a:lnTo>
                  <a:lnTo>
                    <a:pt x="2888" y="375"/>
                  </a:lnTo>
                  <a:lnTo>
                    <a:pt x="2881" y="345"/>
                  </a:lnTo>
                  <a:lnTo>
                    <a:pt x="2873" y="317"/>
                  </a:lnTo>
                  <a:lnTo>
                    <a:pt x="2864" y="290"/>
                  </a:lnTo>
                  <a:lnTo>
                    <a:pt x="2854" y="264"/>
                  </a:lnTo>
                  <a:lnTo>
                    <a:pt x="2843" y="241"/>
                  </a:lnTo>
                  <a:lnTo>
                    <a:pt x="2831" y="217"/>
                  </a:lnTo>
                  <a:lnTo>
                    <a:pt x="2817" y="196"/>
                  </a:lnTo>
                  <a:lnTo>
                    <a:pt x="2803" y="174"/>
                  </a:lnTo>
                  <a:lnTo>
                    <a:pt x="2786" y="155"/>
                  </a:lnTo>
                  <a:lnTo>
                    <a:pt x="2769" y="137"/>
                  </a:lnTo>
                  <a:lnTo>
                    <a:pt x="2751" y="120"/>
                  </a:lnTo>
                  <a:lnTo>
                    <a:pt x="2732" y="105"/>
                  </a:lnTo>
                  <a:lnTo>
                    <a:pt x="2711" y="90"/>
                  </a:lnTo>
                  <a:lnTo>
                    <a:pt x="2689" y="77"/>
                  </a:lnTo>
                  <a:lnTo>
                    <a:pt x="2666" y="64"/>
                  </a:lnTo>
                  <a:lnTo>
                    <a:pt x="2641" y="53"/>
                  </a:lnTo>
                  <a:lnTo>
                    <a:pt x="2616" y="43"/>
                  </a:lnTo>
                  <a:lnTo>
                    <a:pt x="2589" y="34"/>
                  </a:lnTo>
                  <a:lnTo>
                    <a:pt x="2560" y="26"/>
                  </a:lnTo>
                  <a:lnTo>
                    <a:pt x="2531" y="19"/>
                  </a:lnTo>
                  <a:lnTo>
                    <a:pt x="2499" y="14"/>
                  </a:lnTo>
                  <a:lnTo>
                    <a:pt x="2468" y="9"/>
                  </a:lnTo>
                  <a:lnTo>
                    <a:pt x="2434" y="5"/>
                  </a:lnTo>
                  <a:lnTo>
                    <a:pt x="2399" y="2"/>
                  </a:lnTo>
                  <a:lnTo>
                    <a:pt x="2362" y="1"/>
                  </a:lnTo>
                  <a:lnTo>
                    <a:pt x="2325" y="0"/>
                  </a:lnTo>
                  <a:lnTo>
                    <a:pt x="581" y="0"/>
                  </a:lnTo>
                  <a:lnTo>
                    <a:pt x="544" y="1"/>
                  </a:lnTo>
                  <a:lnTo>
                    <a:pt x="507" y="2"/>
                  </a:lnTo>
                  <a:lnTo>
                    <a:pt x="472" y="5"/>
                  </a:lnTo>
                  <a:lnTo>
                    <a:pt x="438" y="9"/>
                  </a:lnTo>
                  <a:lnTo>
                    <a:pt x="407" y="14"/>
                  </a:lnTo>
                  <a:lnTo>
                    <a:pt x="376" y="19"/>
                  </a:lnTo>
                  <a:lnTo>
                    <a:pt x="346" y="26"/>
                  </a:lnTo>
                  <a:lnTo>
                    <a:pt x="318" y="34"/>
                  </a:lnTo>
                  <a:lnTo>
                    <a:pt x="291" y="43"/>
                  </a:lnTo>
                  <a:lnTo>
                    <a:pt x="266" y="53"/>
                  </a:lnTo>
                  <a:lnTo>
                    <a:pt x="241" y="64"/>
                  </a:lnTo>
                  <a:lnTo>
                    <a:pt x="217" y="77"/>
                  </a:lnTo>
                  <a:lnTo>
                    <a:pt x="196" y="90"/>
                  </a:lnTo>
                  <a:lnTo>
                    <a:pt x="175" y="105"/>
                  </a:lnTo>
                  <a:lnTo>
                    <a:pt x="155" y="120"/>
                  </a:lnTo>
                  <a:lnTo>
                    <a:pt x="137" y="137"/>
                  </a:lnTo>
                  <a:lnTo>
                    <a:pt x="121" y="155"/>
                  </a:lnTo>
                  <a:lnTo>
                    <a:pt x="105" y="174"/>
                  </a:lnTo>
                  <a:lnTo>
                    <a:pt x="90" y="196"/>
                  </a:lnTo>
                  <a:lnTo>
                    <a:pt x="77" y="217"/>
                  </a:lnTo>
                  <a:lnTo>
                    <a:pt x="64" y="241"/>
                  </a:lnTo>
                  <a:lnTo>
                    <a:pt x="53" y="264"/>
                  </a:lnTo>
                  <a:lnTo>
                    <a:pt x="43" y="290"/>
                  </a:lnTo>
                  <a:lnTo>
                    <a:pt x="34" y="317"/>
                  </a:lnTo>
                  <a:lnTo>
                    <a:pt x="26" y="345"/>
                  </a:lnTo>
                  <a:lnTo>
                    <a:pt x="20" y="375"/>
                  </a:lnTo>
                  <a:lnTo>
                    <a:pt x="13" y="406"/>
                  </a:lnTo>
                  <a:lnTo>
                    <a:pt x="8" y="438"/>
                  </a:lnTo>
                  <a:lnTo>
                    <a:pt x="5" y="471"/>
                  </a:lnTo>
                  <a:lnTo>
                    <a:pt x="3" y="506"/>
                  </a:lnTo>
                  <a:lnTo>
                    <a:pt x="2" y="542"/>
                  </a:lnTo>
                  <a:lnTo>
                    <a:pt x="0" y="579"/>
                  </a:lnTo>
                  <a:lnTo>
                    <a:pt x="0" y="139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pl-PL" sz="4267">
                <a:solidFill>
                  <a:schemeClr val="tx2"/>
                </a:solidFill>
              </a:endParaRPr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7B1464C4-99ED-2730-E354-49AA1378C8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52726" y="3114675"/>
              <a:ext cx="922338" cy="628650"/>
            </a:xfrm>
            <a:custGeom>
              <a:avLst/>
              <a:gdLst>
                <a:gd name="T0" fmla="*/ 2903 w 2906"/>
                <a:gd name="T1" fmla="*/ 136 h 1980"/>
                <a:gd name="T2" fmla="*/ 2888 w 2906"/>
                <a:gd name="T3" fmla="*/ 87 h 1980"/>
                <a:gd name="T4" fmla="*/ 2860 w 2906"/>
                <a:gd name="T5" fmla="*/ 47 h 1980"/>
                <a:gd name="T6" fmla="*/ 2822 w 2906"/>
                <a:gd name="T7" fmla="*/ 19 h 1980"/>
                <a:gd name="T8" fmla="*/ 2772 w 2906"/>
                <a:gd name="T9" fmla="*/ 3 h 1980"/>
                <a:gd name="T10" fmla="*/ 1975 w 2906"/>
                <a:gd name="T11" fmla="*/ 0 h 1980"/>
                <a:gd name="T12" fmla="*/ 1867 w 2906"/>
                <a:gd name="T13" fmla="*/ 5 h 1980"/>
                <a:gd name="T14" fmla="*/ 1771 w 2906"/>
                <a:gd name="T15" fmla="*/ 19 h 1980"/>
                <a:gd name="T16" fmla="*/ 1687 w 2906"/>
                <a:gd name="T17" fmla="*/ 43 h 1980"/>
                <a:gd name="T18" fmla="*/ 1614 w 2906"/>
                <a:gd name="T19" fmla="*/ 77 h 1980"/>
                <a:gd name="T20" fmla="*/ 1551 w 2906"/>
                <a:gd name="T21" fmla="*/ 122 h 1980"/>
                <a:gd name="T22" fmla="*/ 1499 w 2906"/>
                <a:gd name="T23" fmla="*/ 177 h 1980"/>
                <a:gd name="T24" fmla="*/ 1459 w 2906"/>
                <a:gd name="T25" fmla="*/ 242 h 1980"/>
                <a:gd name="T26" fmla="*/ 1428 w 2906"/>
                <a:gd name="T27" fmla="*/ 320 h 1980"/>
                <a:gd name="T28" fmla="*/ 1407 w 2906"/>
                <a:gd name="T29" fmla="*/ 408 h 1980"/>
                <a:gd name="T30" fmla="*/ 1397 w 2906"/>
                <a:gd name="T31" fmla="*/ 509 h 1980"/>
                <a:gd name="T32" fmla="*/ 1395 w 2906"/>
                <a:gd name="T33" fmla="*/ 1398 h 1980"/>
                <a:gd name="T34" fmla="*/ 1387 w 2906"/>
                <a:gd name="T35" fmla="*/ 1479 h 1980"/>
                <a:gd name="T36" fmla="*/ 1372 w 2906"/>
                <a:gd name="T37" fmla="*/ 1523 h 1980"/>
                <a:gd name="T38" fmla="*/ 1358 w 2906"/>
                <a:gd name="T39" fmla="*/ 1551 h 1980"/>
                <a:gd name="T40" fmla="*/ 1337 w 2906"/>
                <a:gd name="T41" fmla="*/ 1575 h 1980"/>
                <a:gd name="T42" fmla="*/ 1314 w 2906"/>
                <a:gd name="T43" fmla="*/ 1594 h 1980"/>
                <a:gd name="T44" fmla="*/ 1286 w 2906"/>
                <a:gd name="T45" fmla="*/ 1609 h 1980"/>
                <a:gd name="T46" fmla="*/ 1241 w 2906"/>
                <a:gd name="T47" fmla="*/ 1623 h 1980"/>
                <a:gd name="T48" fmla="*/ 1158 w 2906"/>
                <a:gd name="T49" fmla="*/ 1631 h 1980"/>
                <a:gd name="T50" fmla="*/ 130 w 2906"/>
                <a:gd name="T51" fmla="*/ 1634 h 1980"/>
                <a:gd name="T52" fmla="*/ 82 w 2906"/>
                <a:gd name="T53" fmla="*/ 1650 h 1980"/>
                <a:gd name="T54" fmla="*/ 45 w 2906"/>
                <a:gd name="T55" fmla="*/ 1679 h 1980"/>
                <a:gd name="T56" fmla="*/ 18 w 2906"/>
                <a:gd name="T57" fmla="*/ 1718 h 1980"/>
                <a:gd name="T58" fmla="*/ 3 w 2906"/>
                <a:gd name="T59" fmla="*/ 1769 h 1980"/>
                <a:gd name="T60" fmla="*/ 1 w 2906"/>
                <a:gd name="T61" fmla="*/ 1826 h 1980"/>
                <a:gd name="T62" fmla="*/ 11 w 2906"/>
                <a:gd name="T63" fmla="*/ 1878 h 1980"/>
                <a:gd name="T64" fmla="*/ 35 w 2906"/>
                <a:gd name="T65" fmla="*/ 1920 h 1980"/>
                <a:gd name="T66" fmla="*/ 68 w 2906"/>
                <a:gd name="T67" fmla="*/ 1953 h 1980"/>
                <a:gd name="T68" fmla="*/ 113 w 2906"/>
                <a:gd name="T69" fmla="*/ 1973 h 1980"/>
                <a:gd name="T70" fmla="*/ 167 w 2906"/>
                <a:gd name="T71" fmla="*/ 1980 h 1980"/>
                <a:gd name="T72" fmla="*/ 1231 w 2906"/>
                <a:gd name="T73" fmla="*/ 1978 h 1980"/>
                <a:gd name="T74" fmla="*/ 1331 w 2906"/>
                <a:gd name="T75" fmla="*/ 1967 h 1980"/>
                <a:gd name="T76" fmla="*/ 1419 w 2906"/>
                <a:gd name="T77" fmla="*/ 1946 h 1980"/>
                <a:gd name="T78" fmla="*/ 1497 w 2906"/>
                <a:gd name="T79" fmla="*/ 1916 h 1980"/>
                <a:gd name="T80" fmla="*/ 1563 w 2906"/>
                <a:gd name="T81" fmla="*/ 1875 h 1980"/>
                <a:gd name="T82" fmla="*/ 1619 w 2906"/>
                <a:gd name="T83" fmla="*/ 1824 h 1980"/>
                <a:gd name="T84" fmla="*/ 1664 w 2906"/>
                <a:gd name="T85" fmla="*/ 1762 h 1980"/>
                <a:gd name="T86" fmla="*/ 1699 w 2906"/>
                <a:gd name="T87" fmla="*/ 1688 h 1980"/>
                <a:gd name="T88" fmla="*/ 1724 w 2906"/>
                <a:gd name="T89" fmla="*/ 1603 h 1980"/>
                <a:gd name="T90" fmla="*/ 1738 w 2906"/>
                <a:gd name="T91" fmla="*/ 1506 h 1980"/>
                <a:gd name="T92" fmla="*/ 1743 w 2906"/>
                <a:gd name="T93" fmla="*/ 1398 h 1980"/>
                <a:gd name="T94" fmla="*/ 1746 w 2906"/>
                <a:gd name="T95" fmla="*/ 523 h 1980"/>
                <a:gd name="T96" fmla="*/ 1759 w 2906"/>
                <a:gd name="T97" fmla="*/ 462 h 1980"/>
                <a:gd name="T98" fmla="*/ 1772 w 2906"/>
                <a:gd name="T99" fmla="*/ 433 h 1980"/>
                <a:gd name="T100" fmla="*/ 1789 w 2906"/>
                <a:gd name="T101" fmla="*/ 408 h 1980"/>
                <a:gd name="T102" fmla="*/ 1810 w 2906"/>
                <a:gd name="T103" fmla="*/ 388 h 1980"/>
                <a:gd name="T104" fmla="*/ 1837 w 2906"/>
                <a:gd name="T105" fmla="*/ 374 h 1980"/>
                <a:gd name="T106" fmla="*/ 1867 w 2906"/>
                <a:gd name="T107" fmla="*/ 362 h 1980"/>
                <a:gd name="T108" fmla="*/ 1945 w 2906"/>
                <a:gd name="T109" fmla="*/ 351 h 1980"/>
                <a:gd name="T110" fmla="*/ 2751 w 2906"/>
                <a:gd name="T111" fmla="*/ 349 h 1980"/>
                <a:gd name="T112" fmla="*/ 2806 w 2906"/>
                <a:gd name="T113" fmla="*/ 338 h 1980"/>
                <a:gd name="T114" fmla="*/ 2849 w 2906"/>
                <a:gd name="T115" fmla="*/ 313 h 1980"/>
                <a:gd name="T116" fmla="*/ 2881 w 2906"/>
                <a:gd name="T117" fmla="*/ 277 h 1980"/>
                <a:gd name="T118" fmla="*/ 2900 w 2906"/>
                <a:gd name="T119" fmla="*/ 231 h 1980"/>
                <a:gd name="T120" fmla="*/ 2906 w 2906"/>
                <a:gd name="T121" fmla="*/ 174 h 1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06" h="1980">
                  <a:moveTo>
                    <a:pt x="2906" y="174"/>
                  </a:moveTo>
                  <a:lnTo>
                    <a:pt x="2905" y="155"/>
                  </a:lnTo>
                  <a:lnTo>
                    <a:pt x="2903" y="136"/>
                  </a:lnTo>
                  <a:lnTo>
                    <a:pt x="2900" y="119"/>
                  </a:lnTo>
                  <a:lnTo>
                    <a:pt x="2894" y="102"/>
                  </a:lnTo>
                  <a:lnTo>
                    <a:pt x="2888" y="87"/>
                  </a:lnTo>
                  <a:lnTo>
                    <a:pt x="2881" y="72"/>
                  </a:lnTo>
                  <a:lnTo>
                    <a:pt x="2872" y="60"/>
                  </a:lnTo>
                  <a:lnTo>
                    <a:pt x="2860" y="47"/>
                  </a:lnTo>
                  <a:lnTo>
                    <a:pt x="2849" y="36"/>
                  </a:lnTo>
                  <a:lnTo>
                    <a:pt x="2836" y="27"/>
                  </a:lnTo>
                  <a:lnTo>
                    <a:pt x="2822" y="19"/>
                  </a:lnTo>
                  <a:lnTo>
                    <a:pt x="2806" y="12"/>
                  </a:lnTo>
                  <a:lnTo>
                    <a:pt x="2790" y="7"/>
                  </a:lnTo>
                  <a:lnTo>
                    <a:pt x="2772" y="3"/>
                  </a:lnTo>
                  <a:lnTo>
                    <a:pt x="2751" y="1"/>
                  </a:lnTo>
                  <a:lnTo>
                    <a:pt x="2731" y="0"/>
                  </a:lnTo>
                  <a:lnTo>
                    <a:pt x="1975" y="0"/>
                  </a:lnTo>
                  <a:lnTo>
                    <a:pt x="1938" y="1"/>
                  </a:lnTo>
                  <a:lnTo>
                    <a:pt x="1902" y="2"/>
                  </a:lnTo>
                  <a:lnTo>
                    <a:pt x="1867" y="5"/>
                  </a:lnTo>
                  <a:lnTo>
                    <a:pt x="1834" y="9"/>
                  </a:lnTo>
                  <a:lnTo>
                    <a:pt x="1802" y="14"/>
                  </a:lnTo>
                  <a:lnTo>
                    <a:pt x="1771" y="19"/>
                  </a:lnTo>
                  <a:lnTo>
                    <a:pt x="1742" y="26"/>
                  </a:lnTo>
                  <a:lnTo>
                    <a:pt x="1714" y="34"/>
                  </a:lnTo>
                  <a:lnTo>
                    <a:pt x="1687" y="43"/>
                  </a:lnTo>
                  <a:lnTo>
                    <a:pt x="1661" y="53"/>
                  </a:lnTo>
                  <a:lnTo>
                    <a:pt x="1636" y="64"/>
                  </a:lnTo>
                  <a:lnTo>
                    <a:pt x="1614" y="77"/>
                  </a:lnTo>
                  <a:lnTo>
                    <a:pt x="1591" y="91"/>
                  </a:lnTo>
                  <a:lnTo>
                    <a:pt x="1571" y="106"/>
                  </a:lnTo>
                  <a:lnTo>
                    <a:pt x="1551" y="122"/>
                  </a:lnTo>
                  <a:lnTo>
                    <a:pt x="1533" y="138"/>
                  </a:lnTo>
                  <a:lnTo>
                    <a:pt x="1516" y="156"/>
                  </a:lnTo>
                  <a:lnTo>
                    <a:pt x="1499" y="177"/>
                  </a:lnTo>
                  <a:lnTo>
                    <a:pt x="1484" y="197"/>
                  </a:lnTo>
                  <a:lnTo>
                    <a:pt x="1471" y="219"/>
                  </a:lnTo>
                  <a:lnTo>
                    <a:pt x="1459" y="242"/>
                  </a:lnTo>
                  <a:lnTo>
                    <a:pt x="1447" y="267"/>
                  </a:lnTo>
                  <a:lnTo>
                    <a:pt x="1437" y="293"/>
                  </a:lnTo>
                  <a:lnTo>
                    <a:pt x="1428" y="320"/>
                  </a:lnTo>
                  <a:lnTo>
                    <a:pt x="1420" y="348"/>
                  </a:lnTo>
                  <a:lnTo>
                    <a:pt x="1414" y="377"/>
                  </a:lnTo>
                  <a:lnTo>
                    <a:pt x="1407" y="408"/>
                  </a:lnTo>
                  <a:lnTo>
                    <a:pt x="1402" y="441"/>
                  </a:lnTo>
                  <a:lnTo>
                    <a:pt x="1399" y="474"/>
                  </a:lnTo>
                  <a:lnTo>
                    <a:pt x="1397" y="509"/>
                  </a:lnTo>
                  <a:lnTo>
                    <a:pt x="1395" y="546"/>
                  </a:lnTo>
                  <a:lnTo>
                    <a:pt x="1395" y="583"/>
                  </a:lnTo>
                  <a:lnTo>
                    <a:pt x="1395" y="1398"/>
                  </a:lnTo>
                  <a:lnTo>
                    <a:pt x="1393" y="1427"/>
                  </a:lnTo>
                  <a:lnTo>
                    <a:pt x="1391" y="1455"/>
                  </a:lnTo>
                  <a:lnTo>
                    <a:pt x="1387" y="1479"/>
                  </a:lnTo>
                  <a:lnTo>
                    <a:pt x="1380" y="1502"/>
                  </a:lnTo>
                  <a:lnTo>
                    <a:pt x="1377" y="1513"/>
                  </a:lnTo>
                  <a:lnTo>
                    <a:pt x="1372" y="1523"/>
                  </a:lnTo>
                  <a:lnTo>
                    <a:pt x="1368" y="1533"/>
                  </a:lnTo>
                  <a:lnTo>
                    <a:pt x="1363" y="1542"/>
                  </a:lnTo>
                  <a:lnTo>
                    <a:pt x="1358" y="1551"/>
                  </a:lnTo>
                  <a:lnTo>
                    <a:pt x="1351" y="1559"/>
                  </a:lnTo>
                  <a:lnTo>
                    <a:pt x="1345" y="1567"/>
                  </a:lnTo>
                  <a:lnTo>
                    <a:pt x="1337" y="1575"/>
                  </a:lnTo>
                  <a:lnTo>
                    <a:pt x="1331" y="1582"/>
                  </a:lnTo>
                  <a:lnTo>
                    <a:pt x="1323" y="1589"/>
                  </a:lnTo>
                  <a:lnTo>
                    <a:pt x="1314" y="1594"/>
                  </a:lnTo>
                  <a:lnTo>
                    <a:pt x="1305" y="1600"/>
                  </a:lnTo>
                  <a:lnTo>
                    <a:pt x="1296" y="1604"/>
                  </a:lnTo>
                  <a:lnTo>
                    <a:pt x="1286" y="1609"/>
                  </a:lnTo>
                  <a:lnTo>
                    <a:pt x="1276" y="1613"/>
                  </a:lnTo>
                  <a:lnTo>
                    <a:pt x="1264" y="1617"/>
                  </a:lnTo>
                  <a:lnTo>
                    <a:pt x="1241" y="1623"/>
                  </a:lnTo>
                  <a:lnTo>
                    <a:pt x="1215" y="1628"/>
                  </a:lnTo>
                  <a:lnTo>
                    <a:pt x="1187" y="1630"/>
                  </a:lnTo>
                  <a:lnTo>
                    <a:pt x="1158" y="1631"/>
                  </a:lnTo>
                  <a:lnTo>
                    <a:pt x="167" y="1631"/>
                  </a:lnTo>
                  <a:lnTo>
                    <a:pt x="148" y="1631"/>
                  </a:lnTo>
                  <a:lnTo>
                    <a:pt x="130" y="1634"/>
                  </a:lnTo>
                  <a:lnTo>
                    <a:pt x="113" y="1638"/>
                  </a:lnTo>
                  <a:lnTo>
                    <a:pt x="97" y="1644"/>
                  </a:lnTo>
                  <a:lnTo>
                    <a:pt x="82" y="1650"/>
                  </a:lnTo>
                  <a:lnTo>
                    <a:pt x="68" y="1658"/>
                  </a:lnTo>
                  <a:lnTo>
                    <a:pt x="56" y="1667"/>
                  </a:lnTo>
                  <a:lnTo>
                    <a:pt x="45" y="1679"/>
                  </a:lnTo>
                  <a:lnTo>
                    <a:pt x="35" y="1690"/>
                  </a:lnTo>
                  <a:lnTo>
                    <a:pt x="26" y="1703"/>
                  </a:lnTo>
                  <a:lnTo>
                    <a:pt x="18" y="1718"/>
                  </a:lnTo>
                  <a:lnTo>
                    <a:pt x="11" y="1734"/>
                  </a:lnTo>
                  <a:lnTo>
                    <a:pt x="6" y="1751"/>
                  </a:lnTo>
                  <a:lnTo>
                    <a:pt x="3" y="1769"/>
                  </a:lnTo>
                  <a:lnTo>
                    <a:pt x="1" y="1787"/>
                  </a:lnTo>
                  <a:lnTo>
                    <a:pt x="0" y="1807"/>
                  </a:lnTo>
                  <a:lnTo>
                    <a:pt x="1" y="1826"/>
                  </a:lnTo>
                  <a:lnTo>
                    <a:pt x="3" y="1844"/>
                  </a:lnTo>
                  <a:lnTo>
                    <a:pt x="6" y="1862"/>
                  </a:lnTo>
                  <a:lnTo>
                    <a:pt x="11" y="1878"/>
                  </a:lnTo>
                  <a:lnTo>
                    <a:pt x="18" y="1893"/>
                  </a:lnTo>
                  <a:lnTo>
                    <a:pt x="26" y="1907"/>
                  </a:lnTo>
                  <a:lnTo>
                    <a:pt x="35" y="1920"/>
                  </a:lnTo>
                  <a:lnTo>
                    <a:pt x="45" y="1933"/>
                  </a:lnTo>
                  <a:lnTo>
                    <a:pt x="56" y="1943"/>
                  </a:lnTo>
                  <a:lnTo>
                    <a:pt x="68" y="1953"/>
                  </a:lnTo>
                  <a:lnTo>
                    <a:pt x="82" y="1961"/>
                  </a:lnTo>
                  <a:lnTo>
                    <a:pt x="97" y="1968"/>
                  </a:lnTo>
                  <a:lnTo>
                    <a:pt x="113" y="1973"/>
                  </a:lnTo>
                  <a:lnTo>
                    <a:pt x="130" y="1977"/>
                  </a:lnTo>
                  <a:lnTo>
                    <a:pt x="148" y="1979"/>
                  </a:lnTo>
                  <a:lnTo>
                    <a:pt x="167" y="1980"/>
                  </a:lnTo>
                  <a:lnTo>
                    <a:pt x="1158" y="1980"/>
                  </a:lnTo>
                  <a:lnTo>
                    <a:pt x="1195" y="1980"/>
                  </a:lnTo>
                  <a:lnTo>
                    <a:pt x="1231" y="1978"/>
                  </a:lnTo>
                  <a:lnTo>
                    <a:pt x="1265" y="1976"/>
                  </a:lnTo>
                  <a:lnTo>
                    <a:pt x="1299" y="1972"/>
                  </a:lnTo>
                  <a:lnTo>
                    <a:pt x="1331" y="1967"/>
                  </a:lnTo>
                  <a:lnTo>
                    <a:pt x="1362" y="1961"/>
                  </a:lnTo>
                  <a:lnTo>
                    <a:pt x="1391" y="1954"/>
                  </a:lnTo>
                  <a:lnTo>
                    <a:pt x="1419" y="1946"/>
                  </a:lnTo>
                  <a:lnTo>
                    <a:pt x="1446" y="1937"/>
                  </a:lnTo>
                  <a:lnTo>
                    <a:pt x="1472" y="1927"/>
                  </a:lnTo>
                  <a:lnTo>
                    <a:pt x="1497" y="1916"/>
                  </a:lnTo>
                  <a:lnTo>
                    <a:pt x="1520" y="1904"/>
                  </a:lnTo>
                  <a:lnTo>
                    <a:pt x="1543" y="1890"/>
                  </a:lnTo>
                  <a:lnTo>
                    <a:pt x="1563" y="1875"/>
                  </a:lnTo>
                  <a:lnTo>
                    <a:pt x="1583" y="1859"/>
                  </a:lnTo>
                  <a:lnTo>
                    <a:pt x="1602" y="1842"/>
                  </a:lnTo>
                  <a:lnTo>
                    <a:pt x="1619" y="1824"/>
                  </a:lnTo>
                  <a:lnTo>
                    <a:pt x="1635" y="1805"/>
                  </a:lnTo>
                  <a:lnTo>
                    <a:pt x="1651" y="1783"/>
                  </a:lnTo>
                  <a:lnTo>
                    <a:pt x="1664" y="1762"/>
                  </a:lnTo>
                  <a:lnTo>
                    <a:pt x="1678" y="1738"/>
                  </a:lnTo>
                  <a:lnTo>
                    <a:pt x="1689" y="1713"/>
                  </a:lnTo>
                  <a:lnTo>
                    <a:pt x="1699" y="1688"/>
                  </a:lnTo>
                  <a:lnTo>
                    <a:pt x="1708" y="1661"/>
                  </a:lnTo>
                  <a:lnTo>
                    <a:pt x="1717" y="1632"/>
                  </a:lnTo>
                  <a:lnTo>
                    <a:pt x="1724" y="1603"/>
                  </a:lnTo>
                  <a:lnTo>
                    <a:pt x="1729" y="1572"/>
                  </a:lnTo>
                  <a:lnTo>
                    <a:pt x="1735" y="1540"/>
                  </a:lnTo>
                  <a:lnTo>
                    <a:pt x="1738" y="1506"/>
                  </a:lnTo>
                  <a:lnTo>
                    <a:pt x="1741" y="1472"/>
                  </a:lnTo>
                  <a:lnTo>
                    <a:pt x="1743" y="1436"/>
                  </a:lnTo>
                  <a:lnTo>
                    <a:pt x="1743" y="1398"/>
                  </a:lnTo>
                  <a:lnTo>
                    <a:pt x="1743" y="583"/>
                  </a:lnTo>
                  <a:lnTo>
                    <a:pt x="1744" y="551"/>
                  </a:lnTo>
                  <a:lnTo>
                    <a:pt x="1746" y="523"/>
                  </a:lnTo>
                  <a:lnTo>
                    <a:pt x="1751" y="497"/>
                  </a:lnTo>
                  <a:lnTo>
                    <a:pt x="1755" y="474"/>
                  </a:lnTo>
                  <a:lnTo>
                    <a:pt x="1759" y="462"/>
                  </a:lnTo>
                  <a:lnTo>
                    <a:pt x="1763" y="452"/>
                  </a:lnTo>
                  <a:lnTo>
                    <a:pt x="1767" y="442"/>
                  </a:lnTo>
                  <a:lnTo>
                    <a:pt x="1772" y="433"/>
                  </a:lnTo>
                  <a:lnTo>
                    <a:pt x="1778" y="424"/>
                  </a:lnTo>
                  <a:lnTo>
                    <a:pt x="1783" y="416"/>
                  </a:lnTo>
                  <a:lnTo>
                    <a:pt x="1789" y="408"/>
                  </a:lnTo>
                  <a:lnTo>
                    <a:pt x="1796" y="402"/>
                  </a:lnTo>
                  <a:lnTo>
                    <a:pt x="1803" y="395"/>
                  </a:lnTo>
                  <a:lnTo>
                    <a:pt x="1810" y="388"/>
                  </a:lnTo>
                  <a:lnTo>
                    <a:pt x="1819" y="383"/>
                  </a:lnTo>
                  <a:lnTo>
                    <a:pt x="1827" y="378"/>
                  </a:lnTo>
                  <a:lnTo>
                    <a:pt x="1837" y="374"/>
                  </a:lnTo>
                  <a:lnTo>
                    <a:pt x="1846" y="369"/>
                  </a:lnTo>
                  <a:lnTo>
                    <a:pt x="1857" y="366"/>
                  </a:lnTo>
                  <a:lnTo>
                    <a:pt x="1867" y="362"/>
                  </a:lnTo>
                  <a:lnTo>
                    <a:pt x="1891" y="357"/>
                  </a:lnTo>
                  <a:lnTo>
                    <a:pt x="1917" y="353"/>
                  </a:lnTo>
                  <a:lnTo>
                    <a:pt x="1945" y="351"/>
                  </a:lnTo>
                  <a:lnTo>
                    <a:pt x="1975" y="350"/>
                  </a:lnTo>
                  <a:lnTo>
                    <a:pt x="2731" y="350"/>
                  </a:lnTo>
                  <a:lnTo>
                    <a:pt x="2751" y="349"/>
                  </a:lnTo>
                  <a:lnTo>
                    <a:pt x="2772" y="347"/>
                  </a:lnTo>
                  <a:lnTo>
                    <a:pt x="2790" y="343"/>
                  </a:lnTo>
                  <a:lnTo>
                    <a:pt x="2806" y="338"/>
                  </a:lnTo>
                  <a:lnTo>
                    <a:pt x="2822" y="331"/>
                  </a:lnTo>
                  <a:lnTo>
                    <a:pt x="2837" y="323"/>
                  </a:lnTo>
                  <a:lnTo>
                    <a:pt x="2849" y="313"/>
                  </a:lnTo>
                  <a:lnTo>
                    <a:pt x="2861" y="303"/>
                  </a:lnTo>
                  <a:lnTo>
                    <a:pt x="2872" y="290"/>
                  </a:lnTo>
                  <a:lnTo>
                    <a:pt x="2881" y="277"/>
                  </a:lnTo>
                  <a:lnTo>
                    <a:pt x="2888" y="263"/>
                  </a:lnTo>
                  <a:lnTo>
                    <a:pt x="2894" y="248"/>
                  </a:lnTo>
                  <a:lnTo>
                    <a:pt x="2900" y="231"/>
                  </a:lnTo>
                  <a:lnTo>
                    <a:pt x="2903" y="213"/>
                  </a:lnTo>
                  <a:lnTo>
                    <a:pt x="2905" y="195"/>
                  </a:lnTo>
                  <a:lnTo>
                    <a:pt x="2906" y="17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pl-PL" sz="4267">
                <a:solidFill>
                  <a:schemeClr val="tx2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33984"/>
            <a:ext cx="1109472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cs-CZ" sz="3200" b="1" dirty="0">
                <a:solidFill>
                  <a:srgbClr val="FFFFFF"/>
                </a:solidFill>
                <a:latin typeface="Arial" panose="020B0604020202020204" pitchFamily="34" charset="0"/>
                <a:ea typeface="Helvetica Neue" pitchFamily="34" charset="-122"/>
                <a:cs typeface="Arial" panose="020B0604020202020204" pitchFamily="34" charset="0"/>
              </a:rPr>
              <a:t>KCVS v </a:t>
            </a:r>
            <a:r>
              <a:rPr lang="cs-CZ" sz="3200" b="1" noProof="1">
                <a:solidFill>
                  <a:srgbClr val="ED7D31"/>
                </a:solidFill>
                <a:latin typeface="Arial" panose="020B0604020202020204" pitchFamily="34" charset="0"/>
                <a:ea typeface="Helvetica Neue" pitchFamily="34" charset="-122"/>
                <a:cs typeface="Arial" panose="020B0604020202020204" pitchFamily="34" charset="0"/>
              </a:rPr>
              <a:t>architektuře</a:t>
            </a:r>
            <a:r>
              <a:rPr lang="cs-CZ" sz="3200" b="1" dirty="0">
                <a:solidFill>
                  <a:srgbClr val="ED7D31"/>
                </a:solidFill>
                <a:latin typeface="Arial" panose="020B0604020202020204" pitchFamily="34" charset="0"/>
                <a:ea typeface="Helvetica Neue" pitchFamily="34" charset="-122"/>
                <a:cs typeface="Arial" panose="020B0604020202020204" pitchFamily="34" charset="0"/>
              </a:rPr>
              <a:t> AI veřejné správy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0" descr="/mnt/user-data/uploads/1777553741375_image.png"/>
          <p:cNvPicPr>
            <a:picLocks noChangeAspect="1"/>
          </p:cNvPicPr>
          <p:nvPr/>
        </p:nvPicPr>
        <p:blipFill>
          <a:blip r:embed="rId3"/>
          <a:srcRect l="1978" r="9890"/>
          <a:stretch>
            <a:fillRect/>
          </a:stretch>
        </p:blipFill>
        <p:spPr>
          <a:xfrm>
            <a:off x="1632745" y="1527681"/>
            <a:ext cx="8926511" cy="4429864"/>
          </a:xfrm>
          <a:prstGeom prst="rect">
            <a:avLst/>
          </a:prstGeom>
        </p:spPr>
      </p:pic>
      <p:grpSp>
        <p:nvGrpSpPr>
          <p:cNvPr id="14" name="Skupina 13">
            <a:extLst>
              <a:ext uri="{FF2B5EF4-FFF2-40B4-BE49-F238E27FC236}">
                <a16:creationId xmlns:a16="http://schemas.microsoft.com/office/drawing/2014/main" id="{31C44278-8BC5-B64E-FCCF-E601DAA39B4B}"/>
              </a:ext>
            </a:extLst>
          </p:cNvPr>
          <p:cNvGrpSpPr/>
          <p:nvPr/>
        </p:nvGrpSpPr>
        <p:grpSpPr>
          <a:xfrm>
            <a:off x="1632745" y="2452118"/>
            <a:ext cx="10378156" cy="3957431"/>
            <a:chOff x="1224558" y="1839088"/>
            <a:chExt cx="7783617" cy="2968073"/>
          </a:xfrm>
        </p:grpSpPr>
        <p:sp>
          <p:nvSpPr>
            <p:cNvPr id="5" name="Shape 2"/>
            <p:cNvSpPr/>
            <p:nvPr/>
          </p:nvSpPr>
          <p:spPr>
            <a:xfrm>
              <a:off x="2879997" y="1839088"/>
              <a:ext cx="1641203" cy="280370"/>
            </a:xfrm>
            <a:prstGeom prst="rect">
              <a:avLst/>
            </a:prstGeom>
            <a:solidFill>
              <a:srgbClr val="ED7D31">
                <a:alpha val="28000"/>
              </a:srgbClr>
            </a:solidFill>
            <a:ln w="22860">
              <a:solidFill>
                <a:srgbClr val="ED7D31"/>
              </a:solidFill>
              <a:prstDash val="solid"/>
            </a:ln>
          </p:spPr>
          <p:txBody>
            <a:bodyPr/>
            <a:lstStyle/>
            <a:p>
              <a:endParaRPr lang="cs-CZ" sz="2400" dirty="0"/>
            </a:p>
          </p:txBody>
        </p:sp>
        <p:sp>
          <p:nvSpPr>
            <p:cNvPr id="6" name="Shape 3"/>
            <p:cNvSpPr/>
            <p:nvPr/>
          </p:nvSpPr>
          <p:spPr>
            <a:xfrm>
              <a:off x="6163292" y="3348841"/>
              <a:ext cx="679039" cy="570015"/>
            </a:xfrm>
            <a:prstGeom prst="rect">
              <a:avLst/>
            </a:prstGeom>
            <a:solidFill>
              <a:srgbClr val="5B9BD5">
                <a:alpha val="25000"/>
              </a:srgbClr>
            </a:solidFill>
            <a:ln w="22860">
              <a:solidFill>
                <a:srgbClr val="5B9BD5"/>
              </a:solidFill>
              <a:prstDash val="solid"/>
            </a:ln>
          </p:spPr>
          <p:txBody>
            <a:bodyPr/>
            <a:lstStyle/>
            <a:p>
              <a:endParaRPr lang="cs-CZ" sz="2400" dirty="0"/>
            </a:p>
          </p:txBody>
        </p:sp>
        <p:sp>
          <p:nvSpPr>
            <p:cNvPr id="7" name="Shape 4"/>
            <p:cNvSpPr/>
            <p:nvPr/>
          </p:nvSpPr>
          <p:spPr>
            <a:xfrm>
              <a:off x="2942833" y="2229859"/>
              <a:ext cx="1341190" cy="406464"/>
            </a:xfrm>
            <a:prstGeom prst="rect">
              <a:avLst/>
            </a:prstGeom>
            <a:solidFill>
              <a:srgbClr val="70AD47">
                <a:alpha val="25000"/>
              </a:srgbClr>
            </a:solidFill>
            <a:ln w="22860">
              <a:solidFill>
                <a:srgbClr val="70AD47"/>
              </a:solidFill>
              <a:prstDash val="solid"/>
            </a:ln>
          </p:spPr>
          <p:txBody>
            <a:bodyPr/>
            <a:lstStyle/>
            <a:p>
              <a:endParaRPr lang="cs-CZ" sz="2400" dirty="0"/>
            </a:p>
          </p:txBody>
        </p:sp>
        <p:sp>
          <p:nvSpPr>
            <p:cNvPr id="8" name="Shape 5"/>
            <p:cNvSpPr/>
            <p:nvPr/>
          </p:nvSpPr>
          <p:spPr>
            <a:xfrm>
              <a:off x="1224558" y="4615137"/>
              <a:ext cx="164592" cy="164592"/>
            </a:xfrm>
            <a:prstGeom prst="rect">
              <a:avLst/>
            </a:prstGeom>
            <a:solidFill>
              <a:srgbClr val="ED7D31"/>
            </a:solidFill>
            <a:ln w="12700">
              <a:solidFill>
                <a:srgbClr val="ED7D31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cs-CZ" sz="24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1471446" y="4578561"/>
              <a:ext cx="2286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33" dirty="0">
                  <a:solidFill>
                    <a:srgbClr val="ED7D31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Chatbot KCVS</a:t>
              </a:r>
              <a:endParaRPr lang="en-US" sz="1333" dirty="0"/>
            </a:p>
          </p:txBody>
        </p:sp>
        <p:sp>
          <p:nvSpPr>
            <p:cNvPr id="10" name="Shape 7"/>
            <p:cNvSpPr/>
            <p:nvPr/>
          </p:nvSpPr>
          <p:spPr>
            <a:xfrm>
              <a:off x="3732087" y="4615137"/>
              <a:ext cx="164592" cy="164592"/>
            </a:xfrm>
            <a:prstGeom prst="rect">
              <a:avLst/>
            </a:prstGeom>
            <a:solidFill>
              <a:srgbClr val="92D050"/>
            </a:solidFill>
            <a:ln w="38100">
              <a:solidFill>
                <a:srgbClr val="007339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cs-CZ" sz="24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3978975" y="4578561"/>
              <a:ext cx="2286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33" dirty="0">
                  <a:solidFill>
                    <a:srgbClr val="92D050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RAG (AI </a:t>
              </a:r>
              <a:r>
                <a:rPr lang="en-US" sz="1333" dirty="0" err="1">
                  <a:solidFill>
                    <a:srgbClr val="92D050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vrstva</a:t>
              </a:r>
              <a:r>
                <a:rPr lang="en-US" sz="1333" dirty="0">
                  <a:solidFill>
                    <a:srgbClr val="92D050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)</a:t>
              </a:r>
              <a:endParaRPr lang="en-US" sz="1333" dirty="0">
                <a:solidFill>
                  <a:srgbClr val="92D050"/>
                </a:solidFill>
              </a:endParaRPr>
            </a:p>
          </p:txBody>
        </p:sp>
        <p:sp>
          <p:nvSpPr>
            <p:cNvPr id="12" name="Shape 9"/>
            <p:cNvSpPr/>
            <p:nvPr/>
          </p:nvSpPr>
          <p:spPr>
            <a:xfrm>
              <a:off x="6475287" y="4615137"/>
              <a:ext cx="164592" cy="164592"/>
            </a:xfrm>
            <a:prstGeom prst="rect">
              <a:avLst/>
            </a:prstGeom>
            <a:solidFill>
              <a:schemeClr val="accent5"/>
            </a:solidFill>
            <a:ln w="38100">
              <a:solidFill>
                <a:srgbClr val="0070C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cs-CZ" sz="2400"/>
            </a:p>
          </p:txBody>
        </p:sp>
        <p:sp>
          <p:nvSpPr>
            <p:cNvPr id="13" name="Text 10"/>
            <p:cNvSpPr/>
            <p:nvPr/>
          </p:nvSpPr>
          <p:spPr>
            <a:xfrm>
              <a:off x="6722175" y="4578561"/>
              <a:ext cx="2286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33" dirty="0" err="1">
                  <a:solidFill>
                    <a:schemeClr val="accent5">
                      <a:lumMod val="75000"/>
                    </a:schemeClr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Katalog</a:t>
              </a:r>
              <a:r>
                <a:rPr lang="en-US" sz="1333" dirty="0">
                  <a:solidFill>
                    <a:schemeClr val="accent5">
                      <a:lumMod val="75000"/>
                    </a:schemeClr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 </a:t>
              </a:r>
              <a:r>
                <a:rPr lang="en-US" sz="1333" dirty="0" err="1">
                  <a:solidFill>
                    <a:schemeClr val="accent5">
                      <a:lumMod val="75000"/>
                    </a:schemeClr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služeb</a:t>
              </a:r>
              <a:r>
                <a:rPr lang="en-US" sz="1333" dirty="0">
                  <a:solidFill>
                    <a:schemeClr val="accent5">
                      <a:lumMod val="75000"/>
                    </a:schemeClr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 (data)</a:t>
              </a:r>
              <a:endParaRPr lang="en-US" sz="1333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grpSp>
        <p:nvGrpSpPr>
          <p:cNvPr id="22" name="Grupa 11">
            <a:extLst>
              <a:ext uri="{FF2B5EF4-FFF2-40B4-BE49-F238E27FC236}">
                <a16:creationId xmlns:a16="http://schemas.microsoft.com/office/drawing/2014/main" id="{11DE0F74-7D28-BE4E-586F-3DB1130D21B6}"/>
              </a:ext>
            </a:extLst>
          </p:cNvPr>
          <p:cNvGrpSpPr>
            <a:grpSpLocks noChangeAspect="1"/>
          </p:cNvGrpSpPr>
          <p:nvPr/>
        </p:nvGrpSpPr>
        <p:grpSpPr>
          <a:xfrm>
            <a:off x="548640" y="255570"/>
            <a:ext cx="1891759" cy="208441"/>
            <a:chOff x="1719263" y="3114675"/>
            <a:chExt cx="5705476" cy="628650"/>
          </a:xfrm>
          <a:solidFill>
            <a:schemeClr val="bg1"/>
          </a:solidFill>
        </p:grpSpPr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0443300B-7FFC-805B-F75D-1186B4A44D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4401" y="3114675"/>
              <a:ext cx="922338" cy="628650"/>
            </a:xfrm>
            <a:custGeom>
              <a:avLst/>
              <a:gdLst>
                <a:gd name="T0" fmla="*/ 2903 w 2905"/>
                <a:gd name="T1" fmla="*/ 136 h 1980"/>
                <a:gd name="T2" fmla="*/ 2887 w 2905"/>
                <a:gd name="T3" fmla="*/ 87 h 1980"/>
                <a:gd name="T4" fmla="*/ 2860 w 2905"/>
                <a:gd name="T5" fmla="*/ 47 h 1980"/>
                <a:gd name="T6" fmla="*/ 2821 w 2905"/>
                <a:gd name="T7" fmla="*/ 19 h 1980"/>
                <a:gd name="T8" fmla="*/ 2771 w 2905"/>
                <a:gd name="T9" fmla="*/ 3 h 1980"/>
                <a:gd name="T10" fmla="*/ 1975 w 2905"/>
                <a:gd name="T11" fmla="*/ 0 h 1980"/>
                <a:gd name="T12" fmla="*/ 1868 w 2905"/>
                <a:gd name="T13" fmla="*/ 5 h 1980"/>
                <a:gd name="T14" fmla="*/ 1771 w 2905"/>
                <a:gd name="T15" fmla="*/ 19 h 1980"/>
                <a:gd name="T16" fmla="*/ 1687 w 2905"/>
                <a:gd name="T17" fmla="*/ 43 h 1980"/>
                <a:gd name="T18" fmla="*/ 1614 w 2905"/>
                <a:gd name="T19" fmla="*/ 77 h 1980"/>
                <a:gd name="T20" fmla="*/ 1551 w 2905"/>
                <a:gd name="T21" fmla="*/ 122 h 1980"/>
                <a:gd name="T22" fmla="*/ 1499 w 2905"/>
                <a:gd name="T23" fmla="*/ 177 h 1980"/>
                <a:gd name="T24" fmla="*/ 1459 w 2905"/>
                <a:gd name="T25" fmla="*/ 242 h 1980"/>
                <a:gd name="T26" fmla="*/ 1428 w 2905"/>
                <a:gd name="T27" fmla="*/ 320 h 1980"/>
                <a:gd name="T28" fmla="*/ 1407 w 2905"/>
                <a:gd name="T29" fmla="*/ 408 h 1980"/>
                <a:gd name="T30" fmla="*/ 1396 w 2905"/>
                <a:gd name="T31" fmla="*/ 509 h 1980"/>
                <a:gd name="T32" fmla="*/ 1395 w 2905"/>
                <a:gd name="T33" fmla="*/ 1398 h 1980"/>
                <a:gd name="T34" fmla="*/ 1387 w 2905"/>
                <a:gd name="T35" fmla="*/ 1479 h 1980"/>
                <a:gd name="T36" fmla="*/ 1372 w 2905"/>
                <a:gd name="T37" fmla="*/ 1523 h 1980"/>
                <a:gd name="T38" fmla="*/ 1358 w 2905"/>
                <a:gd name="T39" fmla="*/ 1551 h 1980"/>
                <a:gd name="T40" fmla="*/ 1338 w 2905"/>
                <a:gd name="T41" fmla="*/ 1575 h 1980"/>
                <a:gd name="T42" fmla="*/ 1314 w 2905"/>
                <a:gd name="T43" fmla="*/ 1594 h 1980"/>
                <a:gd name="T44" fmla="*/ 1286 w 2905"/>
                <a:gd name="T45" fmla="*/ 1609 h 1980"/>
                <a:gd name="T46" fmla="*/ 1241 w 2905"/>
                <a:gd name="T47" fmla="*/ 1623 h 1980"/>
                <a:gd name="T48" fmla="*/ 1158 w 2905"/>
                <a:gd name="T49" fmla="*/ 1631 h 1980"/>
                <a:gd name="T50" fmla="*/ 137 w 2905"/>
                <a:gd name="T51" fmla="*/ 1634 h 1980"/>
                <a:gd name="T52" fmla="*/ 87 w 2905"/>
                <a:gd name="T53" fmla="*/ 1650 h 1980"/>
                <a:gd name="T54" fmla="*/ 47 w 2905"/>
                <a:gd name="T55" fmla="*/ 1679 h 1980"/>
                <a:gd name="T56" fmla="*/ 19 w 2905"/>
                <a:gd name="T57" fmla="*/ 1718 h 1980"/>
                <a:gd name="T58" fmla="*/ 3 w 2905"/>
                <a:gd name="T59" fmla="*/ 1769 h 1980"/>
                <a:gd name="T60" fmla="*/ 1 w 2905"/>
                <a:gd name="T61" fmla="*/ 1826 h 1980"/>
                <a:gd name="T62" fmla="*/ 12 w 2905"/>
                <a:gd name="T63" fmla="*/ 1878 h 1980"/>
                <a:gd name="T64" fmla="*/ 36 w 2905"/>
                <a:gd name="T65" fmla="*/ 1920 h 1980"/>
                <a:gd name="T66" fmla="*/ 71 w 2905"/>
                <a:gd name="T67" fmla="*/ 1953 h 1980"/>
                <a:gd name="T68" fmla="*/ 117 w 2905"/>
                <a:gd name="T69" fmla="*/ 1973 h 1980"/>
                <a:gd name="T70" fmla="*/ 172 w 2905"/>
                <a:gd name="T71" fmla="*/ 1980 h 1980"/>
                <a:gd name="T72" fmla="*/ 1231 w 2905"/>
                <a:gd name="T73" fmla="*/ 1978 h 1980"/>
                <a:gd name="T74" fmla="*/ 1331 w 2905"/>
                <a:gd name="T75" fmla="*/ 1967 h 1980"/>
                <a:gd name="T76" fmla="*/ 1420 w 2905"/>
                <a:gd name="T77" fmla="*/ 1946 h 1980"/>
                <a:gd name="T78" fmla="*/ 1497 w 2905"/>
                <a:gd name="T79" fmla="*/ 1916 h 1980"/>
                <a:gd name="T80" fmla="*/ 1563 w 2905"/>
                <a:gd name="T81" fmla="*/ 1875 h 1980"/>
                <a:gd name="T82" fmla="*/ 1619 w 2905"/>
                <a:gd name="T83" fmla="*/ 1824 h 1980"/>
                <a:gd name="T84" fmla="*/ 1664 w 2905"/>
                <a:gd name="T85" fmla="*/ 1762 h 1980"/>
                <a:gd name="T86" fmla="*/ 1699 w 2905"/>
                <a:gd name="T87" fmla="*/ 1688 h 1980"/>
                <a:gd name="T88" fmla="*/ 1724 w 2905"/>
                <a:gd name="T89" fmla="*/ 1603 h 1980"/>
                <a:gd name="T90" fmla="*/ 1738 w 2905"/>
                <a:gd name="T91" fmla="*/ 1506 h 1980"/>
                <a:gd name="T92" fmla="*/ 1743 w 2905"/>
                <a:gd name="T93" fmla="*/ 1398 h 1980"/>
                <a:gd name="T94" fmla="*/ 1746 w 2905"/>
                <a:gd name="T95" fmla="*/ 523 h 1980"/>
                <a:gd name="T96" fmla="*/ 1759 w 2905"/>
                <a:gd name="T97" fmla="*/ 462 h 1980"/>
                <a:gd name="T98" fmla="*/ 1772 w 2905"/>
                <a:gd name="T99" fmla="*/ 433 h 1980"/>
                <a:gd name="T100" fmla="*/ 1789 w 2905"/>
                <a:gd name="T101" fmla="*/ 408 h 1980"/>
                <a:gd name="T102" fmla="*/ 1810 w 2905"/>
                <a:gd name="T103" fmla="*/ 388 h 1980"/>
                <a:gd name="T104" fmla="*/ 1836 w 2905"/>
                <a:gd name="T105" fmla="*/ 374 h 1980"/>
                <a:gd name="T106" fmla="*/ 1868 w 2905"/>
                <a:gd name="T107" fmla="*/ 362 h 1980"/>
                <a:gd name="T108" fmla="*/ 1945 w 2905"/>
                <a:gd name="T109" fmla="*/ 351 h 1980"/>
                <a:gd name="T110" fmla="*/ 2752 w 2905"/>
                <a:gd name="T111" fmla="*/ 349 h 1980"/>
                <a:gd name="T112" fmla="*/ 2807 w 2905"/>
                <a:gd name="T113" fmla="*/ 338 h 1980"/>
                <a:gd name="T114" fmla="*/ 2849 w 2905"/>
                <a:gd name="T115" fmla="*/ 313 h 1980"/>
                <a:gd name="T116" fmla="*/ 2880 w 2905"/>
                <a:gd name="T117" fmla="*/ 277 h 1980"/>
                <a:gd name="T118" fmla="*/ 2899 w 2905"/>
                <a:gd name="T119" fmla="*/ 231 h 1980"/>
                <a:gd name="T120" fmla="*/ 2905 w 2905"/>
                <a:gd name="T121" fmla="*/ 174 h 1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05" h="1980">
                  <a:moveTo>
                    <a:pt x="2905" y="174"/>
                  </a:moveTo>
                  <a:lnTo>
                    <a:pt x="2905" y="155"/>
                  </a:lnTo>
                  <a:lnTo>
                    <a:pt x="2903" y="136"/>
                  </a:lnTo>
                  <a:lnTo>
                    <a:pt x="2899" y="119"/>
                  </a:lnTo>
                  <a:lnTo>
                    <a:pt x="2894" y="102"/>
                  </a:lnTo>
                  <a:lnTo>
                    <a:pt x="2887" y="87"/>
                  </a:lnTo>
                  <a:lnTo>
                    <a:pt x="2880" y="72"/>
                  </a:lnTo>
                  <a:lnTo>
                    <a:pt x="2871" y="60"/>
                  </a:lnTo>
                  <a:lnTo>
                    <a:pt x="2860" y="47"/>
                  </a:lnTo>
                  <a:lnTo>
                    <a:pt x="2849" y="36"/>
                  </a:lnTo>
                  <a:lnTo>
                    <a:pt x="2836" y="27"/>
                  </a:lnTo>
                  <a:lnTo>
                    <a:pt x="2821" y="19"/>
                  </a:lnTo>
                  <a:lnTo>
                    <a:pt x="2805" y="12"/>
                  </a:lnTo>
                  <a:lnTo>
                    <a:pt x="2789" y="7"/>
                  </a:lnTo>
                  <a:lnTo>
                    <a:pt x="2771" y="3"/>
                  </a:lnTo>
                  <a:lnTo>
                    <a:pt x="2752" y="1"/>
                  </a:lnTo>
                  <a:lnTo>
                    <a:pt x="2731" y="0"/>
                  </a:lnTo>
                  <a:lnTo>
                    <a:pt x="1975" y="0"/>
                  </a:lnTo>
                  <a:lnTo>
                    <a:pt x="1938" y="1"/>
                  </a:lnTo>
                  <a:lnTo>
                    <a:pt x="1902" y="2"/>
                  </a:lnTo>
                  <a:lnTo>
                    <a:pt x="1868" y="5"/>
                  </a:lnTo>
                  <a:lnTo>
                    <a:pt x="1834" y="9"/>
                  </a:lnTo>
                  <a:lnTo>
                    <a:pt x="1802" y="14"/>
                  </a:lnTo>
                  <a:lnTo>
                    <a:pt x="1771" y="19"/>
                  </a:lnTo>
                  <a:lnTo>
                    <a:pt x="1742" y="26"/>
                  </a:lnTo>
                  <a:lnTo>
                    <a:pt x="1714" y="34"/>
                  </a:lnTo>
                  <a:lnTo>
                    <a:pt x="1687" y="43"/>
                  </a:lnTo>
                  <a:lnTo>
                    <a:pt x="1661" y="53"/>
                  </a:lnTo>
                  <a:lnTo>
                    <a:pt x="1636" y="64"/>
                  </a:lnTo>
                  <a:lnTo>
                    <a:pt x="1614" y="77"/>
                  </a:lnTo>
                  <a:lnTo>
                    <a:pt x="1591" y="91"/>
                  </a:lnTo>
                  <a:lnTo>
                    <a:pt x="1571" y="106"/>
                  </a:lnTo>
                  <a:lnTo>
                    <a:pt x="1551" y="122"/>
                  </a:lnTo>
                  <a:lnTo>
                    <a:pt x="1533" y="138"/>
                  </a:lnTo>
                  <a:lnTo>
                    <a:pt x="1516" y="156"/>
                  </a:lnTo>
                  <a:lnTo>
                    <a:pt x="1499" y="177"/>
                  </a:lnTo>
                  <a:lnTo>
                    <a:pt x="1485" y="197"/>
                  </a:lnTo>
                  <a:lnTo>
                    <a:pt x="1471" y="219"/>
                  </a:lnTo>
                  <a:lnTo>
                    <a:pt x="1459" y="242"/>
                  </a:lnTo>
                  <a:lnTo>
                    <a:pt x="1448" y="267"/>
                  </a:lnTo>
                  <a:lnTo>
                    <a:pt x="1437" y="293"/>
                  </a:lnTo>
                  <a:lnTo>
                    <a:pt x="1428" y="320"/>
                  </a:lnTo>
                  <a:lnTo>
                    <a:pt x="1420" y="348"/>
                  </a:lnTo>
                  <a:lnTo>
                    <a:pt x="1413" y="377"/>
                  </a:lnTo>
                  <a:lnTo>
                    <a:pt x="1407" y="408"/>
                  </a:lnTo>
                  <a:lnTo>
                    <a:pt x="1403" y="441"/>
                  </a:lnTo>
                  <a:lnTo>
                    <a:pt x="1399" y="474"/>
                  </a:lnTo>
                  <a:lnTo>
                    <a:pt x="1396" y="509"/>
                  </a:lnTo>
                  <a:lnTo>
                    <a:pt x="1395" y="546"/>
                  </a:lnTo>
                  <a:lnTo>
                    <a:pt x="1395" y="583"/>
                  </a:lnTo>
                  <a:lnTo>
                    <a:pt x="1395" y="1398"/>
                  </a:lnTo>
                  <a:lnTo>
                    <a:pt x="1394" y="1427"/>
                  </a:lnTo>
                  <a:lnTo>
                    <a:pt x="1391" y="1455"/>
                  </a:lnTo>
                  <a:lnTo>
                    <a:pt x="1387" y="1479"/>
                  </a:lnTo>
                  <a:lnTo>
                    <a:pt x="1380" y="1502"/>
                  </a:lnTo>
                  <a:lnTo>
                    <a:pt x="1377" y="1513"/>
                  </a:lnTo>
                  <a:lnTo>
                    <a:pt x="1372" y="1523"/>
                  </a:lnTo>
                  <a:lnTo>
                    <a:pt x="1368" y="1533"/>
                  </a:lnTo>
                  <a:lnTo>
                    <a:pt x="1363" y="1542"/>
                  </a:lnTo>
                  <a:lnTo>
                    <a:pt x="1358" y="1551"/>
                  </a:lnTo>
                  <a:lnTo>
                    <a:pt x="1351" y="1559"/>
                  </a:lnTo>
                  <a:lnTo>
                    <a:pt x="1344" y="1567"/>
                  </a:lnTo>
                  <a:lnTo>
                    <a:pt x="1338" y="1575"/>
                  </a:lnTo>
                  <a:lnTo>
                    <a:pt x="1331" y="1582"/>
                  </a:lnTo>
                  <a:lnTo>
                    <a:pt x="1322" y="1589"/>
                  </a:lnTo>
                  <a:lnTo>
                    <a:pt x="1314" y="1594"/>
                  </a:lnTo>
                  <a:lnTo>
                    <a:pt x="1305" y="1600"/>
                  </a:lnTo>
                  <a:lnTo>
                    <a:pt x="1296" y="1604"/>
                  </a:lnTo>
                  <a:lnTo>
                    <a:pt x="1286" y="1609"/>
                  </a:lnTo>
                  <a:lnTo>
                    <a:pt x="1275" y="1613"/>
                  </a:lnTo>
                  <a:lnTo>
                    <a:pt x="1265" y="1617"/>
                  </a:lnTo>
                  <a:lnTo>
                    <a:pt x="1241" y="1623"/>
                  </a:lnTo>
                  <a:lnTo>
                    <a:pt x="1215" y="1628"/>
                  </a:lnTo>
                  <a:lnTo>
                    <a:pt x="1187" y="1630"/>
                  </a:lnTo>
                  <a:lnTo>
                    <a:pt x="1158" y="1631"/>
                  </a:lnTo>
                  <a:lnTo>
                    <a:pt x="174" y="1631"/>
                  </a:lnTo>
                  <a:lnTo>
                    <a:pt x="155" y="1631"/>
                  </a:lnTo>
                  <a:lnTo>
                    <a:pt x="137" y="1634"/>
                  </a:lnTo>
                  <a:lnTo>
                    <a:pt x="119" y="1638"/>
                  </a:lnTo>
                  <a:lnTo>
                    <a:pt x="102" y="1644"/>
                  </a:lnTo>
                  <a:lnTo>
                    <a:pt x="87" y="1650"/>
                  </a:lnTo>
                  <a:lnTo>
                    <a:pt x="73" y="1658"/>
                  </a:lnTo>
                  <a:lnTo>
                    <a:pt x="59" y="1667"/>
                  </a:lnTo>
                  <a:lnTo>
                    <a:pt x="47" y="1679"/>
                  </a:lnTo>
                  <a:lnTo>
                    <a:pt x="37" y="1690"/>
                  </a:lnTo>
                  <a:lnTo>
                    <a:pt x="27" y="1703"/>
                  </a:lnTo>
                  <a:lnTo>
                    <a:pt x="19" y="1718"/>
                  </a:lnTo>
                  <a:lnTo>
                    <a:pt x="12" y="1734"/>
                  </a:lnTo>
                  <a:lnTo>
                    <a:pt x="7" y="1751"/>
                  </a:lnTo>
                  <a:lnTo>
                    <a:pt x="3" y="1769"/>
                  </a:lnTo>
                  <a:lnTo>
                    <a:pt x="1" y="1787"/>
                  </a:lnTo>
                  <a:lnTo>
                    <a:pt x="0" y="1807"/>
                  </a:lnTo>
                  <a:lnTo>
                    <a:pt x="1" y="1826"/>
                  </a:lnTo>
                  <a:lnTo>
                    <a:pt x="3" y="1844"/>
                  </a:lnTo>
                  <a:lnTo>
                    <a:pt x="7" y="1862"/>
                  </a:lnTo>
                  <a:lnTo>
                    <a:pt x="12" y="1878"/>
                  </a:lnTo>
                  <a:lnTo>
                    <a:pt x="19" y="1893"/>
                  </a:lnTo>
                  <a:lnTo>
                    <a:pt x="27" y="1907"/>
                  </a:lnTo>
                  <a:lnTo>
                    <a:pt x="36" y="1920"/>
                  </a:lnTo>
                  <a:lnTo>
                    <a:pt x="46" y="1933"/>
                  </a:lnTo>
                  <a:lnTo>
                    <a:pt x="58" y="1943"/>
                  </a:lnTo>
                  <a:lnTo>
                    <a:pt x="71" y="1953"/>
                  </a:lnTo>
                  <a:lnTo>
                    <a:pt x="85" y="1961"/>
                  </a:lnTo>
                  <a:lnTo>
                    <a:pt x="101" y="1968"/>
                  </a:lnTo>
                  <a:lnTo>
                    <a:pt x="117" y="1973"/>
                  </a:lnTo>
                  <a:lnTo>
                    <a:pt x="135" y="1977"/>
                  </a:lnTo>
                  <a:lnTo>
                    <a:pt x="153" y="1979"/>
                  </a:lnTo>
                  <a:lnTo>
                    <a:pt x="172" y="1980"/>
                  </a:lnTo>
                  <a:lnTo>
                    <a:pt x="1158" y="1980"/>
                  </a:lnTo>
                  <a:lnTo>
                    <a:pt x="1195" y="1980"/>
                  </a:lnTo>
                  <a:lnTo>
                    <a:pt x="1231" y="1978"/>
                  </a:lnTo>
                  <a:lnTo>
                    <a:pt x="1266" y="1976"/>
                  </a:lnTo>
                  <a:lnTo>
                    <a:pt x="1298" y="1972"/>
                  </a:lnTo>
                  <a:lnTo>
                    <a:pt x="1331" y="1967"/>
                  </a:lnTo>
                  <a:lnTo>
                    <a:pt x="1361" y="1961"/>
                  </a:lnTo>
                  <a:lnTo>
                    <a:pt x="1391" y="1954"/>
                  </a:lnTo>
                  <a:lnTo>
                    <a:pt x="1420" y="1946"/>
                  </a:lnTo>
                  <a:lnTo>
                    <a:pt x="1446" y="1937"/>
                  </a:lnTo>
                  <a:lnTo>
                    <a:pt x="1472" y="1927"/>
                  </a:lnTo>
                  <a:lnTo>
                    <a:pt x="1497" y="1916"/>
                  </a:lnTo>
                  <a:lnTo>
                    <a:pt x="1521" y="1904"/>
                  </a:lnTo>
                  <a:lnTo>
                    <a:pt x="1542" y="1890"/>
                  </a:lnTo>
                  <a:lnTo>
                    <a:pt x="1563" y="1875"/>
                  </a:lnTo>
                  <a:lnTo>
                    <a:pt x="1583" y="1859"/>
                  </a:lnTo>
                  <a:lnTo>
                    <a:pt x="1601" y="1842"/>
                  </a:lnTo>
                  <a:lnTo>
                    <a:pt x="1619" y="1824"/>
                  </a:lnTo>
                  <a:lnTo>
                    <a:pt x="1635" y="1805"/>
                  </a:lnTo>
                  <a:lnTo>
                    <a:pt x="1651" y="1783"/>
                  </a:lnTo>
                  <a:lnTo>
                    <a:pt x="1664" y="1762"/>
                  </a:lnTo>
                  <a:lnTo>
                    <a:pt x="1677" y="1738"/>
                  </a:lnTo>
                  <a:lnTo>
                    <a:pt x="1689" y="1713"/>
                  </a:lnTo>
                  <a:lnTo>
                    <a:pt x="1699" y="1688"/>
                  </a:lnTo>
                  <a:lnTo>
                    <a:pt x="1708" y="1661"/>
                  </a:lnTo>
                  <a:lnTo>
                    <a:pt x="1716" y="1632"/>
                  </a:lnTo>
                  <a:lnTo>
                    <a:pt x="1724" y="1603"/>
                  </a:lnTo>
                  <a:lnTo>
                    <a:pt x="1729" y="1572"/>
                  </a:lnTo>
                  <a:lnTo>
                    <a:pt x="1734" y="1540"/>
                  </a:lnTo>
                  <a:lnTo>
                    <a:pt x="1738" y="1506"/>
                  </a:lnTo>
                  <a:lnTo>
                    <a:pt x="1741" y="1472"/>
                  </a:lnTo>
                  <a:lnTo>
                    <a:pt x="1743" y="1436"/>
                  </a:lnTo>
                  <a:lnTo>
                    <a:pt x="1743" y="1398"/>
                  </a:lnTo>
                  <a:lnTo>
                    <a:pt x="1743" y="583"/>
                  </a:lnTo>
                  <a:lnTo>
                    <a:pt x="1744" y="551"/>
                  </a:lnTo>
                  <a:lnTo>
                    <a:pt x="1746" y="523"/>
                  </a:lnTo>
                  <a:lnTo>
                    <a:pt x="1750" y="497"/>
                  </a:lnTo>
                  <a:lnTo>
                    <a:pt x="1755" y="474"/>
                  </a:lnTo>
                  <a:lnTo>
                    <a:pt x="1759" y="462"/>
                  </a:lnTo>
                  <a:lnTo>
                    <a:pt x="1763" y="452"/>
                  </a:lnTo>
                  <a:lnTo>
                    <a:pt x="1767" y="442"/>
                  </a:lnTo>
                  <a:lnTo>
                    <a:pt x="1772" y="433"/>
                  </a:lnTo>
                  <a:lnTo>
                    <a:pt x="1777" y="424"/>
                  </a:lnTo>
                  <a:lnTo>
                    <a:pt x="1782" y="416"/>
                  </a:lnTo>
                  <a:lnTo>
                    <a:pt x="1789" y="408"/>
                  </a:lnTo>
                  <a:lnTo>
                    <a:pt x="1796" y="402"/>
                  </a:lnTo>
                  <a:lnTo>
                    <a:pt x="1802" y="395"/>
                  </a:lnTo>
                  <a:lnTo>
                    <a:pt x="1810" y="388"/>
                  </a:lnTo>
                  <a:lnTo>
                    <a:pt x="1818" y="383"/>
                  </a:lnTo>
                  <a:lnTo>
                    <a:pt x="1827" y="378"/>
                  </a:lnTo>
                  <a:lnTo>
                    <a:pt x="1836" y="374"/>
                  </a:lnTo>
                  <a:lnTo>
                    <a:pt x="1846" y="369"/>
                  </a:lnTo>
                  <a:lnTo>
                    <a:pt x="1856" y="366"/>
                  </a:lnTo>
                  <a:lnTo>
                    <a:pt x="1868" y="362"/>
                  </a:lnTo>
                  <a:lnTo>
                    <a:pt x="1891" y="357"/>
                  </a:lnTo>
                  <a:lnTo>
                    <a:pt x="1917" y="353"/>
                  </a:lnTo>
                  <a:lnTo>
                    <a:pt x="1945" y="351"/>
                  </a:lnTo>
                  <a:lnTo>
                    <a:pt x="1975" y="350"/>
                  </a:lnTo>
                  <a:lnTo>
                    <a:pt x="2731" y="350"/>
                  </a:lnTo>
                  <a:lnTo>
                    <a:pt x="2752" y="349"/>
                  </a:lnTo>
                  <a:lnTo>
                    <a:pt x="2771" y="347"/>
                  </a:lnTo>
                  <a:lnTo>
                    <a:pt x="2790" y="343"/>
                  </a:lnTo>
                  <a:lnTo>
                    <a:pt x="2807" y="338"/>
                  </a:lnTo>
                  <a:lnTo>
                    <a:pt x="2821" y="331"/>
                  </a:lnTo>
                  <a:lnTo>
                    <a:pt x="2836" y="323"/>
                  </a:lnTo>
                  <a:lnTo>
                    <a:pt x="2849" y="313"/>
                  </a:lnTo>
                  <a:lnTo>
                    <a:pt x="2860" y="303"/>
                  </a:lnTo>
                  <a:lnTo>
                    <a:pt x="2871" y="290"/>
                  </a:lnTo>
                  <a:lnTo>
                    <a:pt x="2880" y="277"/>
                  </a:lnTo>
                  <a:lnTo>
                    <a:pt x="2887" y="263"/>
                  </a:lnTo>
                  <a:lnTo>
                    <a:pt x="2894" y="248"/>
                  </a:lnTo>
                  <a:lnTo>
                    <a:pt x="2899" y="231"/>
                  </a:lnTo>
                  <a:lnTo>
                    <a:pt x="2903" y="213"/>
                  </a:lnTo>
                  <a:lnTo>
                    <a:pt x="2905" y="195"/>
                  </a:lnTo>
                  <a:lnTo>
                    <a:pt x="2905" y="17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pl-PL" sz="4267">
                <a:solidFill>
                  <a:schemeClr val="tx2"/>
                </a:solidFill>
              </a:endParaRPr>
            </a:p>
          </p:txBody>
        </p:sp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22087F13-145D-40F9-6854-E4CBF4C348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19263" y="3114675"/>
              <a:ext cx="922338" cy="628650"/>
            </a:xfrm>
            <a:custGeom>
              <a:avLst/>
              <a:gdLst>
                <a:gd name="T0" fmla="*/ 486 w 2906"/>
                <a:gd name="T1" fmla="*/ 7 h 1980"/>
                <a:gd name="T2" fmla="*/ 344 w 2906"/>
                <a:gd name="T3" fmla="*/ 43 h 1980"/>
                <a:gd name="T4" fmla="*/ 221 w 2906"/>
                <a:gd name="T5" fmla="*/ 108 h 1980"/>
                <a:gd name="T6" fmla="*/ 124 w 2906"/>
                <a:gd name="T7" fmla="*/ 200 h 1980"/>
                <a:gd name="T8" fmla="*/ 53 w 2906"/>
                <a:gd name="T9" fmla="*/ 318 h 1980"/>
                <a:gd name="T10" fmla="*/ 10 w 2906"/>
                <a:gd name="T11" fmla="*/ 458 h 1980"/>
                <a:gd name="T12" fmla="*/ 0 w 2906"/>
                <a:gd name="T13" fmla="*/ 1398 h 1980"/>
                <a:gd name="T14" fmla="*/ 17 w 2906"/>
                <a:gd name="T15" fmla="*/ 1553 h 1980"/>
                <a:gd name="T16" fmla="*/ 64 w 2906"/>
                <a:gd name="T17" fmla="*/ 1688 h 1980"/>
                <a:gd name="T18" fmla="*/ 142 w 2906"/>
                <a:gd name="T19" fmla="*/ 1800 h 1980"/>
                <a:gd name="T20" fmla="*/ 244 w 2906"/>
                <a:gd name="T21" fmla="*/ 1888 h 1980"/>
                <a:gd name="T22" fmla="*/ 371 w 2906"/>
                <a:gd name="T23" fmla="*/ 1947 h 1980"/>
                <a:gd name="T24" fmla="*/ 517 w 2906"/>
                <a:gd name="T25" fmla="*/ 1977 h 1980"/>
                <a:gd name="T26" fmla="*/ 1998 w 2906"/>
                <a:gd name="T27" fmla="*/ 1979 h 1980"/>
                <a:gd name="T28" fmla="*/ 2051 w 2906"/>
                <a:gd name="T29" fmla="*/ 1964 h 1980"/>
                <a:gd name="T30" fmla="*/ 2135 w 2906"/>
                <a:gd name="T31" fmla="*/ 1907 h 1980"/>
                <a:gd name="T32" fmla="*/ 2192 w 2906"/>
                <a:gd name="T33" fmla="*/ 1823 h 1980"/>
                <a:gd name="T34" fmla="*/ 2207 w 2906"/>
                <a:gd name="T35" fmla="*/ 1770 h 1980"/>
                <a:gd name="T36" fmla="*/ 2205 w 2906"/>
                <a:gd name="T37" fmla="*/ 1303 h 1980"/>
                <a:gd name="T38" fmla="*/ 2170 w 2906"/>
                <a:gd name="T39" fmla="*/ 1227 h 1980"/>
                <a:gd name="T40" fmla="*/ 2105 w 2906"/>
                <a:gd name="T41" fmla="*/ 1178 h 1980"/>
                <a:gd name="T42" fmla="*/ 2017 w 2906"/>
                <a:gd name="T43" fmla="*/ 1166 h 1980"/>
                <a:gd name="T44" fmla="*/ 1933 w 2906"/>
                <a:gd name="T45" fmla="*/ 1193 h 1980"/>
                <a:gd name="T46" fmla="*/ 1879 w 2906"/>
                <a:gd name="T47" fmla="*/ 1252 h 1980"/>
                <a:gd name="T48" fmla="*/ 1860 w 2906"/>
                <a:gd name="T49" fmla="*/ 1340 h 1980"/>
                <a:gd name="T50" fmla="*/ 548 w 2906"/>
                <a:gd name="T51" fmla="*/ 1628 h 1980"/>
                <a:gd name="T52" fmla="*/ 495 w 2906"/>
                <a:gd name="T53" fmla="*/ 1611 h 1980"/>
                <a:gd name="T54" fmla="*/ 405 w 2906"/>
                <a:gd name="T55" fmla="*/ 1541 h 1980"/>
                <a:gd name="T56" fmla="*/ 359 w 2906"/>
                <a:gd name="T57" fmla="*/ 1463 h 1980"/>
                <a:gd name="T58" fmla="*/ 349 w 2906"/>
                <a:gd name="T59" fmla="*/ 1409 h 1980"/>
                <a:gd name="T60" fmla="*/ 352 w 2906"/>
                <a:gd name="T61" fmla="*/ 550 h 1980"/>
                <a:gd name="T62" fmla="*/ 368 w 2906"/>
                <a:gd name="T63" fmla="*/ 497 h 1980"/>
                <a:gd name="T64" fmla="*/ 438 w 2906"/>
                <a:gd name="T65" fmla="*/ 407 h 1980"/>
                <a:gd name="T66" fmla="*/ 517 w 2906"/>
                <a:gd name="T67" fmla="*/ 361 h 1980"/>
                <a:gd name="T68" fmla="*/ 571 w 2906"/>
                <a:gd name="T69" fmla="*/ 350 h 1980"/>
                <a:gd name="T70" fmla="*/ 2357 w 2906"/>
                <a:gd name="T71" fmla="*/ 353 h 1980"/>
                <a:gd name="T72" fmla="*/ 2410 w 2906"/>
                <a:gd name="T73" fmla="*/ 370 h 1980"/>
                <a:gd name="T74" fmla="*/ 2500 w 2906"/>
                <a:gd name="T75" fmla="*/ 440 h 1980"/>
                <a:gd name="T76" fmla="*/ 2546 w 2906"/>
                <a:gd name="T77" fmla="*/ 518 h 1980"/>
                <a:gd name="T78" fmla="*/ 2556 w 2906"/>
                <a:gd name="T79" fmla="*/ 572 h 1980"/>
                <a:gd name="T80" fmla="*/ 2564 w 2906"/>
                <a:gd name="T81" fmla="*/ 1856 h 1980"/>
                <a:gd name="T82" fmla="*/ 2605 w 2906"/>
                <a:gd name="T83" fmla="*/ 1927 h 1980"/>
                <a:gd name="T84" fmla="*/ 2676 w 2906"/>
                <a:gd name="T85" fmla="*/ 1972 h 1980"/>
                <a:gd name="T86" fmla="*/ 2767 w 2906"/>
                <a:gd name="T87" fmla="*/ 1978 h 1980"/>
                <a:gd name="T88" fmla="*/ 2844 w 2906"/>
                <a:gd name="T89" fmla="*/ 1947 h 1980"/>
                <a:gd name="T90" fmla="*/ 2892 w 2906"/>
                <a:gd name="T91" fmla="*/ 1883 h 1980"/>
                <a:gd name="T92" fmla="*/ 2906 w 2906"/>
                <a:gd name="T93" fmla="*/ 583 h 1980"/>
                <a:gd name="T94" fmla="*/ 2889 w 2906"/>
                <a:gd name="T95" fmla="*/ 428 h 1980"/>
                <a:gd name="T96" fmla="*/ 2842 w 2906"/>
                <a:gd name="T97" fmla="*/ 293 h 1980"/>
                <a:gd name="T98" fmla="*/ 2764 w 2906"/>
                <a:gd name="T99" fmla="*/ 180 h 1980"/>
                <a:gd name="T100" fmla="*/ 2662 w 2906"/>
                <a:gd name="T101" fmla="*/ 92 h 1980"/>
                <a:gd name="T102" fmla="*/ 2535 w 2906"/>
                <a:gd name="T103" fmla="*/ 33 h 1980"/>
                <a:gd name="T104" fmla="*/ 2389 w 2906"/>
                <a:gd name="T105" fmla="*/ 2 h 1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906" h="1980">
                  <a:moveTo>
                    <a:pt x="2325" y="0"/>
                  </a:moveTo>
                  <a:lnTo>
                    <a:pt x="581" y="0"/>
                  </a:lnTo>
                  <a:lnTo>
                    <a:pt x="548" y="1"/>
                  </a:lnTo>
                  <a:lnTo>
                    <a:pt x="517" y="3"/>
                  </a:lnTo>
                  <a:lnTo>
                    <a:pt x="486" y="7"/>
                  </a:lnTo>
                  <a:lnTo>
                    <a:pt x="456" y="11"/>
                  </a:lnTo>
                  <a:lnTo>
                    <a:pt x="427" y="17"/>
                  </a:lnTo>
                  <a:lnTo>
                    <a:pt x="398" y="24"/>
                  </a:lnTo>
                  <a:lnTo>
                    <a:pt x="371" y="33"/>
                  </a:lnTo>
                  <a:lnTo>
                    <a:pt x="344" y="43"/>
                  </a:lnTo>
                  <a:lnTo>
                    <a:pt x="317" y="53"/>
                  </a:lnTo>
                  <a:lnTo>
                    <a:pt x="292" y="65"/>
                  </a:lnTo>
                  <a:lnTo>
                    <a:pt x="267" y="79"/>
                  </a:lnTo>
                  <a:lnTo>
                    <a:pt x="244" y="92"/>
                  </a:lnTo>
                  <a:lnTo>
                    <a:pt x="221" y="108"/>
                  </a:lnTo>
                  <a:lnTo>
                    <a:pt x="200" y="125"/>
                  </a:lnTo>
                  <a:lnTo>
                    <a:pt x="180" y="142"/>
                  </a:lnTo>
                  <a:lnTo>
                    <a:pt x="159" y="161"/>
                  </a:lnTo>
                  <a:lnTo>
                    <a:pt x="142" y="180"/>
                  </a:lnTo>
                  <a:lnTo>
                    <a:pt x="124" y="200"/>
                  </a:lnTo>
                  <a:lnTo>
                    <a:pt x="108" y="223"/>
                  </a:lnTo>
                  <a:lnTo>
                    <a:pt x="92" y="245"/>
                  </a:lnTo>
                  <a:lnTo>
                    <a:pt x="77" y="269"/>
                  </a:lnTo>
                  <a:lnTo>
                    <a:pt x="64" y="293"/>
                  </a:lnTo>
                  <a:lnTo>
                    <a:pt x="53" y="318"/>
                  </a:lnTo>
                  <a:lnTo>
                    <a:pt x="42" y="344"/>
                  </a:lnTo>
                  <a:lnTo>
                    <a:pt x="33" y="371"/>
                  </a:lnTo>
                  <a:lnTo>
                    <a:pt x="24" y="399"/>
                  </a:lnTo>
                  <a:lnTo>
                    <a:pt x="17" y="428"/>
                  </a:lnTo>
                  <a:lnTo>
                    <a:pt x="10" y="458"/>
                  </a:lnTo>
                  <a:lnTo>
                    <a:pt x="6" y="487"/>
                  </a:lnTo>
                  <a:lnTo>
                    <a:pt x="2" y="519"/>
                  </a:lnTo>
                  <a:lnTo>
                    <a:pt x="1" y="550"/>
                  </a:lnTo>
                  <a:lnTo>
                    <a:pt x="0" y="583"/>
                  </a:lnTo>
                  <a:lnTo>
                    <a:pt x="0" y="1398"/>
                  </a:lnTo>
                  <a:lnTo>
                    <a:pt x="1" y="1430"/>
                  </a:lnTo>
                  <a:lnTo>
                    <a:pt x="2" y="1463"/>
                  </a:lnTo>
                  <a:lnTo>
                    <a:pt x="6" y="1493"/>
                  </a:lnTo>
                  <a:lnTo>
                    <a:pt x="10" y="1523"/>
                  </a:lnTo>
                  <a:lnTo>
                    <a:pt x="17" y="1553"/>
                  </a:lnTo>
                  <a:lnTo>
                    <a:pt x="24" y="1582"/>
                  </a:lnTo>
                  <a:lnTo>
                    <a:pt x="33" y="1609"/>
                  </a:lnTo>
                  <a:lnTo>
                    <a:pt x="42" y="1637"/>
                  </a:lnTo>
                  <a:lnTo>
                    <a:pt x="53" y="1663"/>
                  </a:lnTo>
                  <a:lnTo>
                    <a:pt x="64" y="1688"/>
                  </a:lnTo>
                  <a:lnTo>
                    <a:pt x="77" y="1712"/>
                  </a:lnTo>
                  <a:lnTo>
                    <a:pt x="92" y="1736"/>
                  </a:lnTo>
                  <a:lnTo>
                    <a:pt x="108" y="1758"/>
                  </a:lnTo>
                  <a:lnTo>
                    <a:pt x="124" y="1780"/>
                  </a:lnTo>
                  <a:lnTo>
                    <a:pt x="142" y="1800"/>
                  </a:lnTo>
                  <a:lnTo>
                    <a:pt x="159" y="1820"/>
                  </a:lnTo>
                  <a:lnTo>
                    <a:pt x="180" y="1838"/>
                  </a:lnTo>
                  <a:lnTo>
                    <a:pt x="200" y="1856"/>
                  </a:lnTo>
                  <a:lnTo>
                    <a:pt x="221" y="1872"/>
                  </a:lnTo>
                  <a:lnTo>
                    <a:pt x="244" y="1888"/>
                  </a:lnTo>
                  <a:lnTo>
                    <a:pt x="267" y="1902"/>
                  </a:lnTo>
                  <a:lnTo>
                    <a:pt x="292" y="1915"/>
                  </a:lnTo>
                  <a:lnTo>
                    <a:pt x="317" y="1927"/>
                  </a:lnTo>
                  <a:lnTo>
                    <a:pt x="344" y="1938"/>
                  </a:lnTo>
                  <a:lnTo>
                    <a:pt x="371" y="1947"/>
                  </a:lnTo>
                  <a:lnTo>
                    <a:pt x="398" y="1956"/>
                  </a:lnTo>
                  <a:lnTo>
                    <a:pt x="427" y="1963"/>
                  </a:lnTo>
                  <a:lnTo>
                    <a:pt x="456" y="1969"/>
                  </a:lnTo>
                  <a:lnTo>
                    <a:pt x="486" y="1973"/>
                  </a:lnTo>
                  <a:lnTo>
                    <a:pt x="517" y="1977"/>
                  </a:lnTo>
                  <a:lnTo>
                    <a:pt x="548" y="1979"/>
                  </a:lnTo>
                  <a:lnTo>
                    <a:pt x="581" y="1980"/>
                  </a:lnTo>
                  <a:lnTo>
                    <a:pt x="1976" y="1980"/>
                  </a:lnTo>
                  <a:lnTo>
                    <a:pt x="1987" y="1979"/>
                  </a:lnTo>
                  <a:lnTo>
                    <a:pt x="1998" y="1979"/>
                  </a:lnTo>
                  <a:lnTo>
                    <a:pt x="2008" y="1977"/>
                  </a:lnTo>
                  <a:lnTo>
                    <a:pt x="2019" y="1974"/>
                  </a:lnTo>
                  <a:lnTo>
                    <a:pt x="2029" y="1972"/>
                  </a:lnTo>
                  <a:lnTo>
                    <a:pt x="2041" y="1969"/>
                  </a:lnTo>
                  <a:lnTo>
                    <a:pt x="2051" y="1964"/>
                  </a:lnTo>
                  <a:lnTo>
                    <a:pt x="2061" y="1960"/>
                  </a:lnTo>
                  <a:lnTo>
                    <a:pt x="2081" y="1950"/>
                  </a:lnTo>
                  <a:lnTo>
                    <a:pt x="2100" y="1937"/>
                  </a:lnTo>
                  <a:lnTo>
                    <a:pt x="2118" y="1923"/>
                  </a:lnTo>
                  <a:lnTo>
                    <a:pt x="2135" y="1907"/>
                  </a:lnTo>
                  <a:lnTo>
                    <a:pt x="2151" y="1890"/>
                  </a:lnTo>
                  <a:lnTo>
                    <a:pt x="2165" y="1872"/>
                  </a:lnTo>
                  <a:lnTo>
                    <a:pt x="2178" y="1853"/>
                  </a:lnTo>
                  <a:lnTo>
                    <a:pt x="2188" y="1833"/>
                  </a:lnTo>
                  <a:lnTo>
                    <a:pt x="2192" y="1823"/>
                  </a:lnTo>
                  <a:lnTo>
                    <a:pt x="2197" y="1812"/>
                  </a:lnTo>
                  <a:lnTo>
                    <a:pt x="2200" y="1801"/>
                  </a:lnTo>
                  <a:lnTo>
                    <a:pt x="2202" y="1791"/>
                  </a:lnTo>
                  <a:lnTo>
                    <a:pt x="2205" y="1780"/>
                  </a:lnTo>
                  <a:lnTo>
                    <a:pt x="2207" y="1770"/>
                  </a:lnTo>
                  <a:lnTo>
                    <a:pt x="2208" y="1758"/>
                  </a:lnTo>
                  <a:lnTo>
                    <a:pt x="2208" y="1747"/>
                  </a:lnTo>
                  <a:lnTo>
                    <a:pt x="2208" y="1340"/>
                  </a:lnTo>
                  <a:lnTo>
                    <a:pt x="2207" y="1321"/>
                  </a:lnTo>
                  <a:lnTo>
                    <a:pt x="2205" y="1303"/>
                  </a:lnTo>
                  <a:lnTo>
                    <a:pt x="2200" y="1286"/>
                  </a:lnTo>
                  <a:lnTo>
                    <a:pt x="2195" y="1270"/>
                  </a:lnTo>
                  <a:lnTo>
                    <a:pt x="2188" y="1254"/>
                  </a:lnTo>
                  <a:lnTo>
                    <a:pt x="2179" y="1240"/>
                  </a:lnTo>
                  <a:lnTo>
                    <a:pt x="2170" y="1227"/>
                  </a:lnTo>
                  <a:lnTo>
                    <a:pt x="2159" y="1215"/>
                  </a:lnTo>
                  <a:lnTo>
                    <a:pt x="2146" y="1204"/>
                  </a:lnTo>
                  <a:lnTo>
                    <a:pt x="2134" y="1194"/>
                  </a:lnTo>
                  <a:lnTo>
                    <a:pt x="2119" y="1186"/>
                  </a:lnTo>
                  <a:lnTo>
                    <a:pt x="2105" y="1178"/>
                  </a:lnTo>
                  <a:lnTo>
                    <a:pt x="2089" y="1172"/>
                  </a:lnTo>
                  <a:lnTo>
                    <a:pt x="2072" y="1169"/>
                  </a:lnTo>
                  <a:lnTo>
                    <a:pt x="2055" y="1166"/>
                  </a:lnTo>
                  <a:lnTo>
                    <a:pt x="2037" y="1166"/>
                  </a:lnTo>
                  <a:lnTo>
                    <a:pt x="2017" y="1166"/>
                  </a:lnTo>
                  <a:lnTo>
                    <a:pt x="1998" y="1169"/>
                  </a:lnTo>
                  <a:lnTo>
                    <a:pt x="1981" y="1172"/>
                  </a:lnTo>
                  <a:lnTo>
                    <a:pt x="1964" y="1178"/>
                  </a:lnTo>
                  <a:lnTo>
                    <a:pt x="1949" y="1185"/>
                  </a:lnTo>
                  <a:lnTo>
                    <a:pt x="1933" y="1193"/>
                  </a:lnTo>
                  <a:lnTo>
                    <a:pt x="1921" y="1202"/>
                  </a:lnTo>
                  <a:lnTo>
                    <a:pt x="1908" y="1213"/>
                  </a:lnTo>
                  <a:lnTo>
                    <a:pt x="1897" y="1225"/>
                  </a:lnTo>
                  <a:lnTo>
                    <a:pt x="1887" y="1238"/>
                  </a:lnTo>
                  <a:lnTo>
                    <a:pt x="1879" y="1252"/>
                  </a:lnTo>
                  <a:lnTo>
                    <a:pt x="1872" y="1268"/>
                  </a:lnTo>
                  <a:lnTo>
                    <a:pt x="1867" y="1285"/>
                  </a:lnTo>
                  <a:lnTo>
                    <a:pt x="1863" y="1302"/>
                  </a:lnTo>
                  <a:lnTo>
                    <a:pt x="1860" y="1321"/>
                  </a:lnTo>
                  <a:lnTo>
                    <a:pt x="1860" y="1340"/>
                  </a:lnTo>
                  <a:lnTo>
                    <a:pt x="1860" y="1631"/>
                  </a:lnTo>
                  <a:lnTo>
                    <a:pt x="581" y="1631"/>
                  </a:lnTo>
                  <a:lnTo>
                    <a:pt x="571" y="1630"/>
                  </a:lnTo>
                  <a:lnTo>
                    <a:pt x="559" y="1629"/>
                  </a:lnTo>
                  <a:lnTo>
                    <a:pt x="548" y="1628"/>
                  </a:lnTo>
                  <a:lnTo>
                    <a:pt x="538" y="1626"/>
                  </a:lnTo>
                  <a:lnTo>
                    <a:pt x="527" y="1622"/>
                  </a:lnTo>
                  <a:lnTo>
                    <a:pt x="517" y="1619"/>
                  </a:lnTo>
                  <a:lnTo>
                    <a:pt x="505" y="1616"/>
                  </a:lnTo>
                  <a:lnTo>
                    <a:pt x="495" y="1611"/>
                  </a:lnTo>
                  <a:lnTo>
                    <a:pt x="475" y="1600"/>
                  </a:lnTo>
                  <a:lnTo>
                    <a:pt x="456" y="1587"/>
                  </a:lnTo>
                  <a:lnTo>
                    <a:pt x="438" y="1574"/>
                  </a:lnTo>
                  <a:lnTo>
                    <a:pt x="421" y="1558"/>
                  </a:lnTo>
                  <a:lnTo>
                    <a:pt x="405" y="1541"/>
                  </a:lnTo>
                  <a:lnTo>
                    <a:pt x="391" y="1523"/>
                  </a:lnTo>
                  <a:lnTo>
                    <a:pt x="378" y="1503"/>
                  </a:lnTo>
                  <a:lnTo>
                    <a:pt x="368" y="1484"/>
                  </a:lnTo>
                  <a:lnTo>
                    <a:pt x="364" y="1473"/>
                  </a:lnTo>
                  <a:lnTo>
                    <a:pt x="359" y="1463"/>
                  </a:lnTo>
                  <a:lnTo>
                    <a:pt x="356" y="1452"/>
                  </a:lnTo>
                  <a:lnTo>
                    <a:pt x="354" y="1441"/>
                  </a:lnTo>
                  <a:lnTo>
                    <a:pt x="352" y="1431"/>
                  </a:lnTo>
                  <a:lnTo>
                    <a:pt x="349" y="1420"/>
                  </a:lnTo>
                  <a:lnTo>
                    <a:pt x="349" y="1409"/>
                  </a:lnTo>
                  <a:lnTo>
                    <a:pt x="348" y="1398"/>
                  </a:lnTo>
                  <a:lnTo>
                    <a:pt x="348" y="583"/>
                  </a:lnTo>
                  <a:lnTo>
                    <a:pt x="349" y="572"/>
                  </a:lnTo>
                  <a:lnTo>
                    <a:pt x="349" y="561"/>
                  </a:lnTo>
                  <a:lnTo>
                    <a:pt x="352" y="550"/>
                  </a:lnTo>
                  <a:lnTo>
                    <a:pt x="354" y="539"/>
                  </a:lnTo>
                  <a:lnTo>
                    <a:pt x="356" y="529"/>
                  </a:lnTo>
                  <a:lnTo>
                    <a:pt x="359" y="518"/>
                  </a:lnTo>
                  <a:lnTo>
                    <a:pt x="364" y="507"/>
                  </a:lnTo>
                  <a:lnTo>
                    <a:pt x="368" y="497"/>
                  </a:lnTo>
                  <a:lnTo>
                    <a:pt x="378" y="477"/>
                  </a:lnTo>
                  <a:lnTo>
                    <a:pt x="391" y="458"/>
                  </a:lnTo>
                  <a:lnTo>
                    <a:pt x="405" y="440"/>
                  </a:lnTo>
                  <a:lnTo>
                    <a:pt x="421" y="423"/>
                  </a:lnTo>
                  <a:lnTo>
                    <a:pt x="438" y="407"/>
                  </a:lnTo>
                  <a:lnTo>
                    <a:pt x="456" y="393"/>
                  </a:lnTo>
                  <a:lnTo>
                    <a:pt x="475" y="380"/>
                  </a:lnTo>
                  <a:lnTo>
                    <a:pt x="495" y="370"/>
                  </a:lnTo>
                  <a:lnTo>
                    <a:pt x="505" y="366"/>
                  </a:lnTo>
                  <a:lnTo>
                    <a:pt x="517" y="361"/>
                  </a:lnTo>
                  <a:lnTo>
                    <a:pt x="527" y="358"/>
                  </a:lnTo>
                  <a:lnTo>
                    <a:pt x="538" y="354"/>
                  </a:lnTo>
                  <a:lnTo>
                    <a:pt x="548" y="352"/>
                  </a:lnTo>
                  <a:lnTo>
                    <a:pt x="559" y="351"/>
                  </a:lnTo>
                  <a:lnTo>
                    <a:pt x="571" y="350"/>
                  </a:lnTo>
                  <a:lnTo>
                    <a:pt x="581" y="350"/>
                  </a:lnTo>
                  <a:lnTo>
                    <a:pt x="2325" y="350"/>
                  </a:lnTo>
                  <a:lnTo>
                    <a:pt x="2335" y="350"/>
                  </a:lnTo>
                  <a:lnTo>
                    <a:pt x="2346" y="351"/>
                  </a:lnTo>
                  <a:lnTo>
                    <a:pt x="2357" y="353"/>
                  </a:lnTo>
                  <a:lnTo>
                    <a:pt x="2368" y="356"/>
                  </a:lnTo>
                  <a:lnTo>
                    <a:pt x="2379" y="358"/>
                  </a:lnTo>
                  <a:lnTo>
                    <a:pt x="2389" y="361"/>
                  </a:lnTo>
                  <a:lnTo>
                    <a:pt x="2400" y="366"/>
                  </a:lnTo>
                  <a:lnTo>
                    <a:pt x="2410" y="370"/>
                  </a:lnTo>
                  <a:lnTo>
                    <a:pt x="2430" y="380"/>
                  </a:lnTo>
                  <a:lnTo>
                    <a:pt x="2450" y="393"/>
                  </a:lnTo>
                  <a:lnTo>
                    <a:pt x="2468" y="407"/>
                  </a:lnTo>
                  <a:lnTo>
                    <a:pt x="2484" y="423"/>
                  </a:lnTo>
                  <a:lnTo>
                    <a:pt x="2500" y="440"/>
                  </a:lnTo>
                  <a:lnTo>
                    <a:pt x="2515" y="458"/>
                  </a:lnTo>
                  <a:lnTo>
                    <a:pt x="2527" y="477"/>
                  </a:lnTo>
                  <a:lnTo>
                    <a:pt x="2537" y="497"/>
                  </a:lnTo>
                  <a:lnTo>
                    <a:pt x="2542" y="507"/>
                  </a:lnTo>
                  <a:lnTo>
                    <a:pt x="2546" y="518"/>
                  </a:lnTo>
                  <a:lnTo>
                    <a:pt x="2549" y="529"/>
                  </a:lnTo>
                  <a:lnTo>
                    <a:pt x="2552" y="539"/>
                  </a:lnTo>
                  <a:lnTo>
                    <a:pt x="2554" y="550"/>
                  </a:lnTo>
                  <a:lnTo>
                    <a:pt x="2556" y="561"/>
                  </a:lnTo>
                  <a:lnTo>
                    <a:pt x="2556" y="572"/>
                  </a:lnTo>
                  <a:lnTo>
                    <a:pt x="2557" y="583"/>
                  </a:lnTo>
                  <a:lnTo>
                    <a:pt x="2557" y="1806"/>
                  </a:lnTo>
                  <a:lnTo>
                    <a:pt x="2558" y="1823"/>
                  </a:lnTo>
                  <a:lnTo>
                    <a:pt x="2561" y="1839"/>
                  </a:lnTo>
                  <a:lnTo>
                    <a:pt x="2564" y="1856"/>
                  </a:lnTo>
                  <a:lnTo>
                    <a:pt x="2570" y="1872"/>
                  </a:lnTo>
                  <a:lnTo>
                    <a:pt x="2576" y="1887"/>
                  </a:lnTo>
                  <a:lnTo>
                    <a:pt x="2584" y="1901"/>
                  </a:lnTo>
                  <a:lnTo>
                    <a:pt x="2594" y="1915"/>
                  </a:lnTo>
                  <a:lnTo>
                    <a:pt x="2605" y="1927"/>
                  </a:lnTo>
                  <a:lnTo>
                    <a:pt x="2617" y="1938"/>
                  </a:lnTo>
                  <a:lnTo>
                    <a:pt x="2630" y="1949"/>
                  </a:lnTo>
                  <a:lnTo>
                    <a:pt x="2645" y="1958"/>
                  </a:lnTo>
                  <a:lnTo>
                    <a:pt x="2660" y="1965"/>
                  </a:lnTo>
                  <a:lnTo>
                    <a:pt x="2676" y="1972"/>
                  </a:lnTo>
                  <a:lnTo>
                    <a:pt x="2694" y="1977"/>
                  </a:lnTo>
                  <a:lnTo>
                    <a:pt x="2712" y="1979"/>
                  </a:lnTo>
                  <a:lnTo>
                    <a:pt x="2731" y="1980"/>
                  </a:lnTo>
                  <a:lnTo>
                    <a:pt x="2749" y="1979"/>
                  </a:lnTo>
                  <a:lnTo>
                    <a:pt x="2767" y="1978"/>
                  </a:lnTo>
                  <a:lnTo>
                    <a:pt x="2784" y="1974"/>
                  </a:lnTo>
                  <a:lnTo>
                    <a:pt x="2800" y="1970"/>
                  </a:lnTo>
                  <a:lnTo>
                    <a:pt x="2816" y="1963"/>
                  </a:lnTo>
                  <a:lnTo>
                    <a:pt x="2830" y="1956"/>
                  </a:lnTo>
                  <a:lnTo>
                    <a:pt x="2844" y="1947"/>
                  </a:lnTo>
                  <a:lnTo>
                    <a:pt x="2856" y="1937"/>
                  </a:lnTo>
                  <a:lnTo>
                    <a:pt x="2866" y="1926"/>
                  </a:lnTo>
                  <a:lnTo>
                    <a:pt x="2876" y="1913"/>
                  </a:lnTo>
                  <a:lnTo>
                    <a:pt x="2885" y="1899"/>
                  </a:lnTo>
                  <a:lnTo>
                    <a:pt x="2892" y="1883"/>
                  </a:lnTo>
                  <a:lnTo>
                    <a:pt x="2898" y="1866"/>
                  </a:lnTo>
                  <a:lnTo>
                    <a:pt x="2902" y="1847"/>
                  </a:lnTo>
                  <a:lnTo>
                    <a:pt x="2904" y="1827"/>
                  </a:lnTo>
                  <a:lnTo>
                    <a:pt x="2906" y="1806"/>
                  </a:lnTo>
                  <a:lnTo>
                    <a:pt x="2906" y="583"/>
                  </a:lnTo>
                  <a:lnTo>
                    <a:pt x="2904" y="550"/>
                  </a:lnTo>
                  <a:lnTo>
                    <a:pt x="2903" y="519"/>
                  </a:lnTo>
                  <a:lnTo>
                    <a:pt x="2900" y="487"/>
                  </a:lnTo>
                  <a:lnTo>
                    <a:pt x="2895" y="458"/>
                  </a:lnTo>
                  <a:lnTo>
                    <a:pt x="2889" y="428"/>
                  </a:lnTo>
                  <a:lnTo>
                    <a:pt x="2882" y="399"/>
                  </a:lnTo>
                  <a:lnTo>
                    <a:pt x="2873" y="371"/>
                  </a:lnTo>
                  <a:lnTo>
                    <a:pt x="2864" y="344"/>
                  </a:lnTo>
                  <a:lnTo>
                    <a:pt x="2853" y="318"/>
                  </a:lnTo>
                  <a:lnTo>
                    <a:pt x="2842" y="293"/>
                  </a:lnTo>
                  <a:lnTo>
                    <a:pt x="2828" y="269"/>
                  </a:lnTo>
                  <a:lnTo>
                    <a:pt x="2813" y="245"/>
                  </a:lnTo>
                  <a:lnTo>
                    <a:pt x="2799" y="223"/>
                  </a:lnTo>
                  <a:lnTo>
                    <a:pt x="2782" y="200"/>
                  </a:lnTo>
                  <a:lnTo>
                    <a:pt x="2764" y="180"/>
                  </a:lnTo>
                  <a:lnTo>
                    <a:pt x="2746" y="161"/>
                  </a:lnTo>
                  <a:lnTo>
                    <a:pt x="2726" y="142"/>
                  </a:lnTo>
                  <a:lnTo>
                    <a:pt x="2706" y="125"/>
                  </a:lnTo>
                  <a:lnTo>
                    <a:pt x="2684" y="108"/>
                  </a:lnTo>
                  <a:lnTo>
                    <a:pt x="2662" y="92"/>
                  </a:lnTo>
                  <a:lnTo>
                    <a:pt x="2638" y="78"/>
                  </a:lnTo>
                  <a:lnTo>
                    <a:pt x="2614" y="65"/>
                  </a:lnTo>
                  <a:lnTo>
                    <a:pt x="2589" y="53"/>
                  </a:lnTo>
                  <a:lnTo>
                    <a:pt x="2563" y="42"/>
                  </a:lnTo>
                  <a:lnTo>
                    <a:pt x="2535" y="33"/>
                  </a:lnTo>
                  <a:lnTo>
                    <a:pt x="2508" y="24"/>
                  </a:lnTo>
                  <a:lnTo>
                    <a:pt x="2479" y="17"/>
                  </a:lnTo>
                  <a:lnTo>
                    <a:pt x="2450" y="11"/>
                  </a:lnTo>
                  <a:lnTo>
                    <a:pt x="2419" y="6"/>
                  </a:lnTo>
                  <a:lnTo>
                    <a:pt x="2389" y="2"/>
                  </a:lnTo>
                  <a:lnTo>
                    <a:pt x="2356" y="1"/>
                  </a:lnTo>
                  <a:lnTo>
                    <a:pt x="23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pl-PL" sz="4267">
                <a:solidFill>
                  <a:schemeClr val="tx2"/>
                </a:solidFill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941DE9C1-CB35-2075-CD27-784113A991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7863" y="3114675"/>
              <a:ext cx="922338" cy="628650"/>
            </a:xfrm>
            <a:custGeom>
              <a:avLst/>
              <a:gdLst>
                <a:gd name="T0" fmla="*/ 8 w 2905"/>
                <a:gd name="T1" fmla="*/ 1540 h 1980"/>
                <a:gd name="T2" fmla="*/ 41 w 2905"/>
                <a:gd name="T3" fmla="*/ 1688 h 1980"/>
                <a:gd name="T4" fmla="*/ 103 w 2905"/>
                <a:gd name="T5" fmla="*/ 1805 h 1980"/>
                <a:gd name="T6" fmla="*/ 194 w 2905"/>
                <a:gd name="T7" fmla="*/ 1890 h 1980"/>
                <a:gd name="T8" fmla="*/ 316 w 2905"/>
                <a:gd name="T9" fmla="*/ 1946 h 1980"/>
                <a:gd name="T10" fmla="*/ 471 w 2905"/>
                <a:gd name="T11" fmla="*/ 1976 h 1980"/>
                <a:gd name="T12" fmla="*/ 849 w 2905"/>
                <a:gd name="T13" fmla="*/ 1980 h 1980"/>
                <a:gd name="T14" fmla="*/ 1522 w 2905"/>
                <a:gd name="T15" fmla="*/ 1980 h 1980"/>
                <a:gd name="T16" fmla="*/ 2193 w 2905"/>
                <a:gd name="T17" fmla="*/ 1980 h 1980"/>
                <a:gd name="T18" fmla="*/ 2749 w 2905"/>
                <a:gd name="T19" fmla="*/ 1979 h 1980"/>
                <a:gd name="T20" fmla="*/ 2832 w 2905"/>
                <a:gd name="T21" fmla="*/ 1953 h 1980"/>
                <a:gd name="T22" fmla="*/ 2886 w 2905"/>
                <a:gd name="T23" fmla="*/ 1893 h 1980"/>
                <a:gd name="T24" fmla="*/ 2905 w 2905"/>
                <a:gd name="T25" fmla="*/ 1805 h 1980"/>
                <a:gd name="T26" fmla="*/ 2886 w 2905"/>
                <a:gd name="T27" fmla="*/ 1718 h 1980"/>
                <a:gd name="T28" fmla="*/ 2833 w 2905"/>
                <a:gd name="T29" fmla="*/ 1658 h 1980"/>
                <a:gd name="T30" fmla="*/ 2751 w 2905"/>
                <a:gd name="T31" fmla="*/ 1631 h 1980"/>
                <a:gd name="T32" fmla="*/ 494 w 2905"/>
                <a:gd name="T33" fmla="*/ 1623 h 1980"/>
                <a:gd name="T34" fmla="*/ 430 w 2905"/>
                <a:gd name="T35" fmla="*/ 1601 h 1980"/>
                <a:gd name="T36" fmla="*/ 392 w 2905"/>
                <a:gd name="T37" fmla="*/ 1571 h 1980"/>
                <a:gd name="T38" fmla="*/ 367 w 2905"/>
                <a:gd name="T39" fmla="*/ 1527 h 1980"/>
                <a:gd name="T40" fmla="*/ 349 w 2905"/>
                <a:gd name="T41" fmla="*/ 1429 h 1980"/>
                <a:gd name="T42" fmla="*/ 355 w 2905"/>
                <a:gd name="T43" fmla="*/ 496 h 1980"/>
                <a:gd name="T44" fmla="*/ 377 w 2905"/>
                <a:gd name="T45" fmla="*/ 432 h 1980"/>
                <a:gd name="T46" fmla="*/ 407 w 2905"/>
                <a:gd name="T47" fmla="*/ 395 h 1980"/>
                <a:gd name="T48" fmla="*/ 451 w 2905"/>
                <a:gd name="T49" fmla="*/ 369 h 1980"/>
                <a:gd name="T50" fmla="*/ 550 w 2905"/>
                <a:gd name="T51" fmla="*/ 351 h 1980"/>
                <a:gd name="T52" fmla="*/ 2407 w 2905"/>
                <a:gd name="T53" fmla="*/ 357 h 1980"/>
                <a:gd name="T54" fmla="*/ 2469 w 2905"/>
                <a:gd name="T55" fmla="*/ 378 h 1980"/>
                <a:gd name="T56" fmla="*/ 2509 w 2905"/>
                <a:gd name="T57" fmla="*/ 410 h 1980"/>
                <a:gd name="T58" fmla="*/ 2536 w 2905"/>
                <a:gd name="T59" fmla="*/ 452 h 1980"/>
                <a:gd name="T60" fmla="*/ 2555 w 2905"/>
                <a:gd name="T61" fmla="*/ 551 h 1980"/>
                <a:gd name="T62" fmla="*/ 2544 w 2905"/>
                <a:gd name="T63" fmla="*/ 693 h 1980"/>
                <a:gd name="T64" fmla="*/ 2522 w 2905"/>
                <a:gd name="T65" fmla="*/ 741 h 1980"/>
                <a:gd name="T66" fmla="*/ 2490 w 2905"/>
                <a:gd name="T67" fmla="*/ 777 h 1980"/>
                <a:gd name="T68" fmla="*/ 2444 w 2905"/>
                <a:gd name="T69" fmla="*/ 800 h 1980"/>
                <a:gd name="T70" fmla="*/ 2323 w 2905"/>
                <a:gd name="T71" fmla="*/ 816 h 1980"/>
                <a:gd name="T72" fmla="*/ 796 w 2905"/>
                <a:gd name="T73" fmla="*/ 827 h 1980"/>
                <a:gd name="T74" fmla="*/ 731 w 2905"/>
                <a:gd name="T75" fmla="*/ 871 h 1980"/>
                <a:gd name="T76" fmla="*/ 701 w 2905"/>
                <a:gd name="T77" fmla="*/ 950 h 1980"/>
                <a:gd name="T78" fmla="*/ 704 w 2905"/>
                <a:gd name="T79" fmla="*/ 1047 h 1980"/>
                <a:gd name="T80" fmla="*/ 742 w 2905"/>
                <a:gd name="T81" fmla="*/ 1119 h 1980"/>
                <a:gd name="T82" fmla="*/ 814 w 2905"/>
                <a:gd name="T83" fmla="*/ 1159 h 1980"/>
                <a:gd name="T84" fmla="*/ 2362 w 2905"/>
                <a:gd name="T85" fmla="*/ 1164 h 1980"/>
                <a:gd name="T86" fmla="*/ 2530 w 2905"/>
                <a:gd name="T87" fmla="*/ 1146 h 1980"/>
                <a:gd name="T88" fmla="*/ 2665 w 2905"/>
                <a:gd name="T89" fmla="*/ 1100 h 1980"/>
                <a:gd name="T90" fmla="*/ 2768 w 2905"/>
                <a:gd name="T91" fmla="*/ 1027 h 1980"/>
                <a:gd name="T92" fmla="*/ 2842 w 2905"/>
                <a:gd name="T93" fmla="*/ 923 h 1980"/>
                <a:gd name="T94" fmla="*/ 2886 w 2905"/>
                <a:gd name="T95" fmla="*/ 788 h 1980"/>
                <a:gd name="T96" fmla="*/ 2904 w 2905"/>
                <a:gd name="T97" fmla="*/ 620 h 1980"/>
                <a:gd name="T98" fmla="*/ 2896 w 2905"/>
                <a:gd name="T99" fmla="*/ 441 h 1980"/>
                <a:gd name="T100" fmla="*/ 2863 w 2905"/>
                <a:gd name="T101" fmla="*/ 293 h 1980"/>
                <a:gd name="T102" fmla="*/ 2800 w 2905"/>
                <a:gd name="T103" fmla="*/ 177 h 1980"/>
                <a:gd name="T104" fmla="*/ 2708 w 2905"/>
                <a:gd name="T105" fmla="*/ 91 h 1980"/>
                <a:gd name="T106" fmla="*/ 2586 w 2905"/>
                <a:gd name="T107" fmla="*/ 34 h 1980"/>
                <a:gd name="T108" fmla="*/ 2432 w 2905"/>
                <a:gd name="T109" fmla="*/ 5 h 1980"/>
                <a:gd name="T110" fmla="*/ 542 w 2905"/>
                <a:gd name="T111" fmla="*/ 1 h 1980"/>
                <a:gd name="T112" fmla="*/ 371 w 2905"/>
                <a:gd name="T113" fmla="*/ 19 h 1980"/>
                <a:gd name="T114" fmla="*/ 236 w 2905"/>
                <a:gd name="T115" fmla="*/ 64 h 1980"/>
                <a:gd name="T116" fmla="*/ 133 w 2905"/>
                <a:gd name="T117" fmla="*/ 138 h 1980"/>
                <a:gd name="T118" fmla="*/ 60 w 2905"/>
                <a:gd name="T119" fmla="*/ 243 h 1980"/>
                <a:gd name="T120" fmla="*/ 17 w 2905"/>
                <a:gd name="T121" fmla="*/ 378 h 1980"/>
                <a:gd name="T122" fmla="*/ 0 w 2905"/>
                <a:gd name="T123" fmla="*/ 546 h 1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905" h="1980">
                  <a:moveTo>
                    <a:pt x="0" y="1398"/>
                  </a:moveTo>
                  <a:lnTo>
                    <a:pt x="0" y="1436"/>
                  </a:lnTo>
                  <a:lnTo>
                    <a:pt x="1" y="1472"/>
                  </a:lnTo>
                  <a:lnTo>
                    <a:pt x="4" y="1506"/>
                  </a:lnTo>
                  <a:lnTo>
                    <a:pt x="8" y="1540"/>
                  </a:lnTo>
                  <a:lnTo>
                    <a:pt x="12" y="1572"/>
                  </a:lnTo>
                  <a:lnTo>
                    <a:pt x="18" y="1603"/>
                  </a:lnTo>
                  <a:lnTo>
                    <a:pt x="24" y="1632"/>
                  </a:lnTo>
                  <a:lnTo>
                    <a:pt x="32" y="1661"/>
                  </a:lnTo>
                  <a:lnTo>
                    <a:pt x="41" y="1688"/>
                  </a:lnTo>
                  <a:lnTo>
                    <a:pt x="51" y="1713"/>
                  </a:lnTo>
                  <a:lnTo>
                    <a:pt x="63" y="1738"/>
                  </a:lnTo>
                  <a:lnTo>
                    <a:pt x="75" y="1762"/>
                  </a:lnTo>
                  <a:lnTo>
                    <a:pt x="88" y="1783"/>
                  </a:lnTo>
                  <a:lnTo>
                    <a:pt x="103" y="1805"/>
                  </a:lnTo>
                  <a:lnTo>
                    <a:pt x="119" y="1824"/>
                  </a:lnTo>
                  <a:lnTo>
                    <a:pt x="136" y="1842"/>
                  </a:lnTo>
                  <a:lnTo>
                    <a:pt x="155" y="1859"/>
                  </a:lnTo>
                  <a:lnTo>
                    <a:pt x="174" y="1875"/>
                  </a:lnTo>
                  <a:lnTo>
                    <a:pt x="194" y="1890"/>
                  </a:lnTo>
                  <a:lnTo>
                    <a:pt x="216" y="1904"/>
                  </a:lnTo>
                  <a:lnTo>
                    <a:pt x="239" y="1916"/>
                  </a:lnTo>
                  <a:lnTo>
                    <a:pt x="264" y="1927"/>
                  </a:lnTo>
                  <a:lnTo>
                    <a:pt x="289" y="1937"/>
                  </a:lnTo>
                  <a:lnTo>
                    <a:pt x="316" y="1946"/>
                  </a:lnTo>
                  <a:lnTo>
                    <a:pt x="344" y="1954"/>
                  </a:lnTo>
                  <a:lnTo>
                    <a:pt x="375" y="1961"/>
                  </a:lnTo>
                  <a:lnTo>
                    <a:pt x="405" y="1967"/>
                  </a:lnTo>
                  <a:lnTo>
                    <a:pt x="438" y="1972"/>
                  </a:lnTo>
                  <a:lnTo>
                    <a:pt x="471" y="1976"/>
                  </a:lnTo>
                  <a:lnTo>
                    <a:pt x="506" y="1978"/>
                  </a:lnTo>
                  <a:lnTo>
                    <a:pt x="542" y="1980"/>
                  </a:lnTo>
                  <a:lnTo>
                    <a:pt x="580" y="1980"/>
                  </a:lnTo>
                  <a:lnTo>
                    <a:pt x="715" y="1980"/>
                  </a:lnTo>
                  <a:lnTo>
                    <a:pt x="849" y="1980"/>
                  </a:lnTo>
                  <a:lnTo>
                    <a:pt x="984" y="1980"/>
                  </a:lnTo>
                  <a:lnTo>
                    <a:pt x="1118" y="1980"/>
                  </a:lnTo>
                  <a:lnTo>
                    <a:pt x="1252" y="1980"/>
                  </a:lnTo>
                  <a:lnTo>
                    <a:pt x="1387" y="1980"/>
                  </a:lnTo>
                  <a:lnTo>
                    <a:pt x="1522" y="1980"/>
                  </a:lnTo>
                  <a:lnTo>
                    <a:pt x="1655" y="1980"/>
                  </a:lnTo>
                  <a:lnTo>
                    <a:pt x="1790" y="1980"/>
                  </a:lnTo>
                  <a:lnTo>
                    <a:pt x="1924" y="1980"/>
                  </a:lnTo>
                  <a:lnTo>
                    <a:pt x="2058" y="1980"/>
                  </a:lnTo>
                  <a:lnTo>
                    <a:pt x="2193" y="1980"/>
                  </a:lnTo>
                  <a:lnTo>
                    <a:pt x="2327" y="1980"/>
                  </a:lnTo>
                  <a:lnTo>
                    <a:pt x="2462" y="1980"/>
                  </a:lnTo>
                  <a:lnTo>
                    <a:pt x="2596" y="1980"/>
                  </a:lnTo>
                  <a:lnTo>
                    <a:pt x="2730" y="1980"/>
                  </a:lnTo>
                  <a:lnTo>
                    <a:pt x="2749" y="1979"/>
                  </a:lnTo>
                  <a:lnTo>
                    <a:pt x="2768" y="1977"/>
                  </a:lnTo>
                  <a:lnTo>
                    <a:pt x="2785" y="1973"/>
                  </a:lnTo>
                  <a:lnTo>
                    <a:pt x="2802" y="1968"/>
                  </a:lnTo>
                  <a:lnTo>
                    <a:pt x="2818" y="1961"/>
                  </a:lnTo>
                  <a:lnTo>
                    <a:pt x="2832" y="1953"/>
                  </a:lnTo>
                  <a:lnTo>
                    <a:pt x="2845" y="1943"/>
                  </a:lnTo>
                  <a:lnTo>
                    <a:pt x="2857" y="1933"/>
                  </a:lnTo>
                  <a:lnTo>
                    <a:pt x="2868" y="1920"/>
                  </a:lnTo>
                  <a:lnTo>
                    <a:pt x="2877" y="1907"/>
                  </a:lnTo>
                  <a:lnTo>
                    <a:pt x="2886" y="1893"/>
                  </a:lnTo>
                  <a:lnTo>
                    <a:pt x="2893" y="1878"/>
                  </a:lnTo>
                  <a:lnTo>
                    <a:pt x="2897" y="1861"/>
                  </a:lnTo>
                  <a:lnTo>
                    <a:pt x="2902" y="1843"/>
                  </a:lnTo>
                  <a:lnTo>
                    <a:pt x="2904" y="1824"/>
                  </a:lnTo>
                  <a:lnTo>
                    <a:pt x="2905" y="1805"/>
                  </a:lnTo>
                  <a:lnTo>
                    <a:pt x="2904" y="1785"/>
                  </a:lnTo>
                  <a:lnTo>
                    <a:pt x="2902" y="1767"/>
                  </a:lnTo>
                  <a:lnTo>
                    <a:pt x="2898" y="1749"/>
                  </a:lnTo>
                  <a:lnTo>
                    <a:pt x="2893" y="1734"/>
                  </a:lnTo>
                  <a:lnTo>
                    <a:pt x="2886" y="1718"/>
                  </a:lnTo>
                  <a:lnTo>
                    <a:pt x="2878" y="1703"/>
                  </a:lnTo>
                  <a:lnTo>
                    <a:pt x="2869" y="1691"/>
                  </a:lnTo>
                  <a:lnTo>
                    <a:pt x="2858" y="1679"/>
                  </a:lnTo>
                  <a:lnTo>
                    <a:pt x="2847" y="1667"/>
                  </a:lnTo>
                  <a:lnTo>
                    <a:pt x="2833" y="1658"/>
                  </a:lnTo>
                  <a:lnTo>
                    <a:pt x="2819" y="1650"/>
                  </a:lnTo>
                  <a:lnTo>
                    <a:pt x="2804" y="1644"/>
                  </a:lnTo>
                  <a:lnTo>
                    <a:pt x="2787" y="1638"/>
                  </a:lnTo>
                  <a:lnTo>
                    <a:pt x="2770" y="1634"/>
                  </a:lnTo>
                  <a:lnTo>
                    <a:pt x="2751" y="1631"/>
                  </a:lnTo>
                  <a:lnTo>
                    <a:pt x="2732" y="1631"/>
                  </a:lnTo>
                  <a:lnTo>
                    <a:pt x="580" y="1631"/>
                  </a:lnTo>
                  <a:lnTo>
                    <a:pt x="549" y="1630"/>
                  </a:lnTo>
                  <a:lnTo>
                    <a:pt x="521" y="1627"/>
                  </a:lnTo>
                  <a:lnTo>
                    <a:pt x="494" y="1623"/>
                  </a:lnTo>
                  <a:lnTo>
                    <a:pt x="470" y="1618"/>
                  </a:lnTo>
                  <a:lnTo>
                    <a:pt x="459" y="1613"/>
                  </a:lnTo>
                  <a:lnTo>
                    <a:pt x="449" y="1610"/>
                  </a:lnTo>
                  <a:lnTo>
                    <a:pt x="439" y="1605"/>
                  </a:lnTo>
                  <a:lnTo>
                    <a:pt x="430" y="1601"/>
                  </a:lnTo>
                  <a:lnTo>
                    <a:pt x="422" y="1595"/>
                  </a:lnTo>
                  <a:lnTo>
                    <a:pt x="413" y="1590"/>
                  </a:lnTo>
                  <a:lnTo>
                    <a:pt x="406" y="1584"/>
                  </a:lnTo>
                  <a:lnTo>
                    <a:pt x="398" y="1577"/>
                  </a:lnTo>
                  <a:lnTo>
                    <a:pt x="392" y="1571"/>
                  </a:lnTo>
                  <a:lnTo>
                    <a:pt x="386" y="1563"/>
                  </a:lnTo>
                  <a:lnTo>
                    <a:pt x="380" y="1555"/>
                  </a:lnTo>
                  <a:lnTo>
                    <a:pt x="375" y="1546"/>
                  </a:lnTo>
                  <a:lnTo>
                    <a:pt x="370" y="1537"/>
                  </a:lnTo>
                  <a:lnTo>
                    <a:pt x="367" y="1527"/>
                  </a:lnTo>
                  <a:lnTo>
                    <a:pt x="362" y="1517"/>
                  </a:lnTo>
                  <a:lnTo>
                    <a:pt x="359" y="1505"/>
                  </a:lnTo>
                  <a:lnTo>
                    <a:pt x="355" y="1483"/>
                  </a:lnTo>
                  <a:lnTo>
                    <a:pt x="350" y="1457"/>
                  </a:lnTo>
                  <a:lnTo>
                    <a:pt x="349" y="1429"/>
                  </a:lnTo>
                  <a:lnTo>
                    <a:pt x="348" y="1398"/>
                  </a:lnTo>
                  <a:lnTo>
                    <a:pt x="348" y="583"/>
                  </a:lnTo>
                  <a:lnTo>
                    <a:pt x="349" y="551"/>
                  </a:lnTo>
                  <a:lnTo>
                    <a:pt x="351" y="523"/>
                  </a:lnTo>
                  <a:lnTo>
                    <a:pt x="355" y="496"/>
                  </a:lnTo>
                  <a:lnTo>
                    <a:pt x="360" y="473"/>
                  </a:lnTo>
                  <a:lnTo>
                    <a:pt x="364" y="462"/>
                  </a:lnTo>
                  <a:lnTo>
                    <a:pt x="368" y="451"/>
                  </a:lnTo>
                  <a:lnTo>
                    <a:pt x="371" y="442"/>
                  </a:lnTo>
                  <a:lnTo>
                    <a:pt x="377" y="432"/>
                  </a:lnTo>
                  <a:lnTo>
                    <a:pt x="382" y="424"/>
                  </a:lnTo>
                  <a:lnTo>
                    <a:pt x="387" y="416"/>
                  </a:lnTo>
                  <a:lnTo>
                    <a:pt x="394" y="408"/>
                  </a:lnTo>
                  <a:lnTo>
                    <a:pt x="401" y="401"/>
                  </a:lnTo>
                  <a:lnTo>
                    <a:pt x="407" y="395"/>
                  </a:lnTo>
                  <a:lnTo>
                    <a:pt x="415" y="388"/>
                  </a:lnTo>
                  <a:lnTo>
                    <a:pt x="423" y="383"/>
                  </a:lnTo>
                  <a:lnTo>
                    <a:pt x="432" y="378"/>
                  </a:lnTo>
                  <a:lnTo>
                    <a:pt x="441" y="374"/>
                  </a:lnTo>
                  <a:lnTo>
                    <a:pt x="451" y="369"/>
                  </a:lnTo>
                  <a:lnTo>
                    <a:pt x="461" y="366"/>
                  </a:lnTo>
                  <a:lnTo>
                    <a:pt x="473" y="362"/>
                  </a:lnTo>
                  <a:lnTo>
                    <a:pt x="496" y="357"/>
                  </a:lnTo>
                  <a:lnTo>
                    <a:pt x="522" y="353"/>
                  </a:lnTo>
                  <a:lnTo>
                    <a:pt x="550" y="351"/>
                  </a:lnTo>
                  <a:lnTo>
                    <a:pt x="580" y="350"/>
                  </a:lnTo>
                  <a:lnTo>
                    <a:pt x="2323" y="350"/>
                  </a:lnTo>
                  <a:lnTo>
                    <a:pt x="2354" y="351"/>
                  </a:lnTo>
                  <a:lnTo>
                    <a:pt x="2381" y="353"/>
                  </a:lnTo>
                  <a:lnTo>
                    <a:pt x="2407" y="357"/>
                  </a:lnTo>
                  <a:lnTo>
                    <a:pt x="2429" y="362"/>
                  </a:lnTo>
                  <a:lnTo>
                    <a:pt x="2440" y="366"/>
                  </a:lnTo>
                  <a:lnTo>
                    <a:pt x="2450" y="369"/>
                  </a:lnTo>
                  <a:lnTo>
                    <a:pt x="2460" y="374"/>
                  </a:lnTo>
                  <a:lnTo>
                    <a:pt x="2469" y="378"/>
                  </a:lnTo>
                  <a:lnTo>
                    <a:pt x="2478" y="384"/>
                  </a:lnTo>
                  <a:lnTo>
                    <a:pt x="2486" y="389"/>
                  </a:lnTo>
                  <a:lnTo>
                    <a:pt x="2494" y="395"/>
                  </a:lnTo>
                  <a:lnTo>
                    <a:pt x="2502" y="402"/>
                  </a:lnTo>
                  <a:lnTo>
                    <a:pt x="2509" y="410"/>
                  </a:lnTo>
                  <a:lnTo>
                    <a:pt x="2514" y="416"/>
                  </a:lnTo>
                  <a:lnTo>
                    <a:pt x="2520" y="425"/>
                  </a:lnTo>
                  <a:lnTo>
                    <a:pt x="2526" y="433"/>
                  </a:lnTo>
                  <a:lnTo>
                    <a:pt x="2531" y="443"/>
                  </a:lnTo>
                  <a:lnTo>
                    <a:pt x="2536" y="452"/>
                  </a:lnTo>
                  <a:lnTo>
                    <a:pt x="2539" y="462"/>
                  </a:lnTo>
                  <a:lnTo>
                    <a:pt x="2542" y="474"/>
                  </a:lnTo>
                  <a:lnTo>
                    <a:pt x="2549" y="497"/>
                  </a:lnTo>
                  <a:lnTo>
                    <a:pt x="2553" y="523"/>
                  </a:lnTo>
                  <a:lnTo>
                    <a:pt x="2555" y="551"/>
                  </a:lnTo>
                  <a:lnTo>
                    <a:pt x="2556" y="583"/>
                  </a:lnTo>
                  <a:lnTo>
                    <a:pt x="2556" y="614"/>
                  </a:lnTo>
                  <a:lnTo>
                    <a:pt x="2554" y="642"/>
                  </a:lnTo>
                  <a:lnTo>
                    <a:pt x="2549" y="669"/>
                  </a:lnTo>
                  <a:lnTo>
                    <a:pt x="2544" y="693"/>
                  </a:lnTo>
                  <a:lnTo>
                    <a:pt x="2540" y="703"/>
                  </a:lnTo>
                  <a:lnTo>
                    <a:pt x="2537" y="714"/>
                  </a:lnTo>
                  <a:lnTo>
                    <a:pt x="2532" y="723"/>
                  </a:lnTo>
                  <a:lnTo>
                    <a:pt x="2528" y="734"/>
                  </a:lnTo>
                  <a:lnTo>
                    <a:pt x="2522" y="741"/>
                  </a:lnTo>
                  <a:lnTo>
                    <a:pt x="2517" y="750"/>
                  </a:lnTo>
                  <a:lnTo>
                    <a:pt x="2511" y="757"/>
                  </a:lnTo>
                  <a:lnTo>
                    <a:pt x="2504" y="765"/>
                  </a:lnTo>
                  <a:lnTo>
                    <a:pt x="2498" y="771"/>
                  </a:lnTo>
                  <a:lnTo>
                    <a:pt x="2490" y="777"/>
                  </a:lnTo>
                  <a:lnTo>
                    <a:pt x="2482" y="783"/>
                  </a:lnTo>
                  <a:lnTo>
                    <a:pt x="2473" y="788"/>
                  </a:lnTo>
                  <a:lnTo>
                    <a:pt x="2464" y="792"/>
                  </a:lnTo>
                  <a:lnTo>
                    <a:pt x="2454" y="797"/>
                  </a:lnTo>
                  <a:lnTo>
                    <a:pt x="2444" y="800"/>
                  </a:lnTo>
                  <a:lnTo>
                    <a:pt x="2432" y="803"/>
                  </a:lnTo>
                  <a:lnTo>
                    <a:pt x="2409" y="809"/>
                  </a:lnTo>
                  <a:lnTo>
                    <a:pt x="2383" y="812"/>
                  </a:lnTo>
                  <a:lnTo>
                    <a:pt x="2355" y="815"/>
                  </a:lnTo>
                  <a:lnTo>
                    <a:pt x="2323" y="816"/>
                  </a:lnTo>
                  <a:lnTo>
                    <a:pt x="872" y="816"/>
                  </a:lnTo>
                  <a:lnTo>
                    <a:pt x="851" y="816"/>
                  </a:lnTo>
                  <a:lnTo>
                    <a:pt x="831" y="818"/>
                  </a:lnTo>
                  <a:lnTo>
                    <a:pt x="813" y="821"/>
                  </a:lnTo>
                  <a:lnTo>
                    <a:pt x="796" y="827"/>
                  </a:lnTo>
                  <a:lnTo>
                    <a:pt x="780" y="833"/>
                  </a:lnTo>
                  <a:lnTo>
                    <a:pt x="766" y="840"/>
                  </a:lnTo>
                  <a:lnTo>
                    <a:pt x="752" y="849"/>
                  </a:lnTo>
                  <a:lnTo>
                    <a:pt x="741" y="860"/>
                  </a:lnTo>
                  <a:lnTo>
                    <a:pt x="731" y="871"/>
                  </a:lnTo>
                  <a:lnTo>
                    <a:pt x="722" y="884"/>
                  </a:lnTo>
                  <a:lnTo>
                    <a:pt x="715" y="899"/>
                  </a:lnTo>
                  <a:lnTo>
                    <a:pt x="708" y="914"/>
                  </a:lnTo>
                  <a:lnTo>
                    <a:pt x="704" y="932"/>
                  </a:lnTo>
                  <a:lnTo>
                    <a:pt x="701" y="950"/>
                  </a:lnTo>
                  <a:lnTo>
                    <a:pt x="698" y="969"/>
                  </a:lnTo>
                  <a:lnTo>
                    <a:pt x="698" y="990"/>
                  </a:lnTo>
                  <a:lnTo>
                    <a:pt x="698" y="1010"/>
                  </a:lnTo>
                  <a:lnTo>
                    <a:pt x="701" y="1029"/>
                  </a:lnTo>
                  <a:lnTo>
                    <a:pt x="704" y="1047"/>
                  </a:lnTo>
                  <a:lnTo>
                    <a:pt x="708" y="1064"/>
                  </a:lnTo>
                  <a:lnTo>
                    <a:pt x="715" y="1080"/>
                  </a:lnTo>
                  <a:lnTo>
                    <a:pt x="723" y="1095"/>
                  </a:lnTo>
                  <a:lnTo>
                    <a:pt x="732" y="1108"/>
                  </a:lnTo>
                  <a:lnTo>
                    <a:pt x="742" y="1119"/>
                  </a:lnTo>
                  <a:lnTo>
                    <a:pt x="753" y="1131"/>
                  </a:lnTo>
                  <a:lnTo>
                    <a:pt x="767" y="1140"/>
                  </a:lnTo>
                  <a:lnTo>
                    <a:pt x="780" y="1148"/>
                  </a:lnTo>
                  <a:lnTo>
                    <a:pt x="796" y="1153"/>
                  </a:lnTo>
                  <a:lnTo>
                    <a:pt x="814" y="1159"/>
                  </a:lnTo>
                  <a:lnTo>
                    <a:pt x="832" y="1162"/>
                  </a:lnTo>
                  <a:lnTo>
                    <a:pt x="851" y="1164"/>
                  </a:lnTo>
                  <a:lnTo>
                    <a:pt x="872" y="1166"/>
                  </a:lnTo>
                  <a:lnTo>
                    <a:pt x="2323" y="1166"/>
                  </a:lnTo>
                  <a:lnTo>
                    <a:pt x="2362" y="1164"/>
                  </a:lnTo>
                  <a:lnTo>
                    <a:pt x="2399" y="1163"/>
                  </a:lnTo>
                  <a:lnTo>
                    <a:pt x="2434" y="1161"/>
                  </a:lnTo>
                  <a:lnTo>
                    <a:pt x="2467" y="1157"/>
                  </a:lnTo>
                  <a:lnTo>
                    <a:pt x="2500" y="1152"/>
                  </a:lnTo>
                  <a:lnTo>
                    <a:pt x="2530" y="1146"/>
                  </a:lnTo>
                  <a:lnTo>
                    <a:pt x="2560" y="1140"/>
                  </a:lnTo>
                  <a:lnTo>
                    <a:pt x="2588" y="1132"/>
                  </a:lnTo>
                  <a:lnTo>
                    <a:pt x="2615" y="1123"/>
                  </a:lnTo>
                  <a:lnTo>
                    <a:pt x="2641" y="1113"/>
                  </a:lnTo>
                  <a:lnTo>
                    <a:pt x="2665" y="1100"/>
                  </a:lnTo>
                  <a:lnTo>
                    <a:pt x="2688" y="1088"/>
                  </a:lnTo>
                  <a:lnTo>
                    <a:pt x="2711" y="1074"/>
                  </a:lnTo>
                  <a:lnTo>
                    <a:pt x="2731" y="1060"/>
                  </a:lnTo>
                  <a:lnTo>
                    <a:pt x="2750" y="1044"/>
                  </a:lnTo>
                  <a:lnTo>
                    <a:pt x="2768" y="1027"/>
                  </a:lnTo>
                  <a:lnTo>
                    <a:pt x="2786" y="1008"/>
                  </a:lnTo>
                  <a:lnTo>
                    <a:pt x="2802" y="989"/>
                  </a:lnTo>
                  <a:lnTo>
                    <a:pt x="2816" y="969"/>
                  </a:lnTo>
                  <a:lnTo>
                    <a:pt x="2830" y="946"/>
                  </a:lnTo>
                  <a:lnTo>
                    <a:pt x="2842" y="923"/>
                  </a:lnTo>
                  <a:lnTo>
                    <a:pt x="2854" y="899"/>
                  </a:lnTo>
                  <a:lnTo>
                    <a:pt x="2863" y="873"/>
                  </a:lnTo>
                  <a:lnTo>
                    <a:pt x="2872" y="846"/>
                  </a:lnTo>
                  <a:lnTo>
                    <a:pt x="2879" y="818"/>
                  </a:lnTo>
                  <a:lnTo>
                    <a:pt x="2886" y="788"/>
                  </a:lnTo>
                  <a:lnTo>
                    <a:pt x="2892" y="757"/>
                  </a:lnTo>
                  <a:lnTo>
                    <a:pt x="2897" y="725"/>
                  </a:lnTo>
                  <a:lnTo>
                    <a:pt x="2901" y="691"/>
                  </a:lnTo>
                  <a:lnTo>
                    <a:pt x="2903" y="656"/>
                  </a:lnTo>
                  <a:lnTo>
                    <a:pt x="2904" y="620"/>
                  </a:lnTo>
                  <a:lnTo>
                    <a:pt x="2905" y="583"/>
                  </a:lnTo>
                  <a:lnTo>
                    <a:pt x="2904" y="546"/>
                  </a:lnTo>
                  <a:lnTo>
                    <a:pt x="2903" y="509"/>
                  </a:lnTo>
                  <a:lnTo>
                    <a:pt x="2901" y="474"/>
                  </a:lnTo>
                  <a:lnTo>
                    <a:pt x="2896" y="441"/>
                  </a:lnTo>
                  <a:lnTo>
                    <a:pt x="2892" y="408"/>
                  </a:lnTo>
                  <a:lnTo>
                    <a:pt x="2886" y="378"/>
                  </a:lnTo>
                  <a:lnTo>
                    <a:pt x="2879" y="348"/>
                  </a:lnTo>
                  <a:lnTo>
                    <a:pt x="2872" y="320"/>
                  </a:lnTo>
                  <a:lnTo>
                    <a:pt x="2863" y="293"/>
                  </a:lnTo>
                  <a:lnTo>
                    <a:pt x="2852" y="267"/>
                  </a:lnTo>
                  <a:lnTo>
                    <a:pt x="2840" y="243"/>
                  </a:lnTo>
                  <a:lnTo>
                    <a:pt x="2828" y="219"/>
                  </a:lnTo>
                  <a:lnTo>
                    <a:pt x="2814" y="197"/>
                  </a:lnTo>
                  <a:lnTo>
                    <a:pt x="2800" y="177"/>
                  </a:lnTo>
                  <a:lnTo>
                    <a:pt x="2784" y="158"/>
                  </a:lnTo>
                  <a:lnTo>
                    <a:pt x="2767" y="138"/>
                  </a:lnTo>
                  <a:lnTo>
                    <a:pt x="2748" y="122"/>
                  </a:lnTo>
                  <a:lnTo>
                    <a:pt x="2729" y="106"/>
                  </a:lnTo>
                  <a:lnTo>
                    <a:pt x="2708" y="91"/>
                  </a:lnTo>
                  <a:lnTo>
                    <a:pt x="2686" y="78"/>
                  </a:lnTo>
                  <a:lnTo>
                    <a:pt x="2663" y="65"/>
                  </a:lnTo>
                  <a:lnTo>
                    <a:pt x="2639" y="53"/>
                  </a:lnTo>
                  <a:lnTo>
                    <a:pt x="2613" y="43"/>
                  </a:lnTo>
                  <a:lnTo>
                    <a:pt x="2586" y="34"/>
                  </a:lnTo>
                  <a:lnTo>
                    <a:pt x="2558" y="26"/>
                  </a:lnTo>
                  <a:lnTo>
                    <a:pt x="2528" y="19"/>
                  </a:lnTo>
                  <a:lnTo>
                    <a:pt x="2498" y="14"/>
                  </a:lnTo>
                  <a:lnTo>
                    <a:pt x="2465" y="9"/>
                  </a:lnTo>
                  <a:lnTo>
                    <a:pt x="2432" y="5"/>
                  </a:lnTo>
                  <a:lnTo>
                    <a:pt x="2398" y="2"/>
                  </a:lnTo>
                  <a:lnTo>
                    <a:pt x="2362" y="1"/>
                  </a:lnTo>
                  <a:lnTo>
                    <a:pt x="2323" y="0"/>
                  </a:lnTo>
                  <a:lnTo>
                    <a:pt x="580" y="0"/>
                  </a:lnTo>
                  <a:lnTo>
                    <a:pt x="542" y="1"/>
                  </a:lnTo>
                  <a:lnTo>
                    <a:pt x="505" y="2"/>
                  </a:lnTo>
                  <a:lnTo>
                    <a:pt x="469" y="5"/>
                  </a:lnTo>
                  <a:lnTo>
                    <a:pt x="435" y="9"/>
                  </a:lnTo>
                  <a:lnTo>
                    <a:pt x="403" y="14"/>
                  </a:lnTo>
                  <a:lnTo>
                    <a:pt x="371" y="19"/>
                  </a:lnTo>
                  <a:lnTo>
                    <a:pt x="342" y="26"/>
                  </a:lnTo>
                  <a:lnTo>
                    <a:pt x="313" y="34"/>
                  </a:lnTo>
                  <a:lnTo>
                    <a:pt x="286" y="43"/>
                  </a:lnTo>
                  <a:lnTo>
                    <a:pt x="260" y="53"/>
                  </a:lnTo>
                  <a:lnTo>
                    <a:pt x="236" y="64"/>
                  </a:lnTo>
                  <a:lnTo>
                    <a:pt x="213" y="78"/>
                  </a:lnTo>
                  <a:lnTo>
                    <a:pt x="191" y="91"/>
                  </a:lnTo>
                  <a:lnTo>
                    <a:pt x="170" y="106"/>
                  </a:lnTo>
                  <a:lnTo>
                    <a:pt x="151" y="122"/>
                  </a:lnTo>
                  <a:lnTo>
                    <a:pt x="133" y="138"/>
                  </a:lnTo>
                  <a:lnTo>
                    <a:pt x="117" y="158"/>
                  </a:lnTo>
                  <a:lnTo>
                    <a:pt x="101" y="177"/>
                  </a:lnTo>
                  <a:lnTo>
                    <a:pt x="86" y="197"/>
                  </a:lnTo>
                  <a:lnTo>
                    <a:pt x="73" y="219"/>
                  </a:lnTo>
                  <a:lnTo>
                    <a:pt x="60" y="243"/>
                  </a:lnTo>
                  <a:lnTo>
                    <a:pt x="50" y="267"/>
                  </a:lnTo>
                  <a:lnTo>
                    <a:pt x="40" y="293"/>
                  </a:lnTo>
                  <a:lnTo>
                    <a:pt x="31" y="320"/>
                  </a:lnTo>
                  <a:lnTo>
                    <a:pt x="23" y="348"/>
                  </a:lnTo>
                  <a:lnTo>
                    <a:pt x="17" y="378"/>
                  </a:lnTo>
                  <a:lnTo>
                    <a:pt x="12" y="408"/>
                  </a:lnTo>
                  <a:lnTo>
                    <a:pt x="8" y="441"/>
                  </a:lnTo>
                  <a:lnTo>
                    <a:pt x="4" y="474"/>
                  </a:lnTo>
                  <a:lnTo>
                    <a:pt x="1" y="509"/>
                  </a:lnTo>
                  <a:lnTo>
                    <a:pt x="0" y="546"/>
                  </a:lnTo>
                  <a:lnTo>
                    <a:pt x="0" y="583"/>
                  </a:lnTo>
                  <a:lnTo>
                    <a:pt x="0" y="13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pl-PL" sz="4267">
                <a:solidFill>
                  <a:schemeClr val="tx2"/>
                </a:solidFill>
              </a:endParaRPr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A67BAC07-F582-7270-3B7D-57D74512A6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519738" y="3114675"/>
              <a:ext cx="860425" cy="628650"/>
            </a:xfrm>
            <a:custGeom>
              <a:avLst/>
              <a:gdLst>
                <a:gd name="T0" fmla="*/ 5 w 2709"/>
                <a:gd name="T1" fmla="*/ 1506 h 1980"/>
                <a:gd name="T2" fmla="*/ 26 w 2709"/>
                <a:gd name="T3" fmla="*/ 1632 h 1980"/>
                <a:gd name="T4" fmla="*/ 64 w 2709"/>
                <a:gd name="T5" fmla="*/ 1738 h 1980"/>
                <a:gd name="T6" fmla="*/ 121 w 2709"/>
                <a:gd name="T7" fmla="*/ 1824 h 1980"/>
                <a:gd name="T8" fmla="*/ 196 w 2709"/>
                <a:gd name="T9" fmla="*/ 1890 h 1980"/>
                <a:gd name="T10" fmla="*/ 291 w 2709"/>
                <a:gd name="T11" fmla="*/ 1937 h 1980"/>
                <a:gd name="T12" fmla="*/ 407 w 2709"/>
                <a:gd name="T13" fmla="*/ 1967 h 1980"/>
                <a:gd name="T14" fmla="*/ 544 w 2709"/>
                <a:gd name="T15" fmla="*/ 1980 h 1980"/>
                <a:gd name="T16" fmla="*/ 966 w 2709"/>
                <a:gd name="T17" fmla="*/ 1980 h 1980"/>
                <a:gd name="T18" fmla="*/ 1442 w 2709"/>
                <a:gd name="T19" fmla="*/ 1980 h 1980"/>
                <a:gd name="T20" fmla="*/ 1909 w 2709"/>
                <a:gd name="T21" fmla="*/ 1980 h 1980"/>
                <a:gd name="T22" fmla="*/ 2403 w 2709"/>
                <a:gd name="T23" fmla="*/ 1980 h 1980"/>
                <a:gd name="T24" fmla="*/ 2590 w 2709"/>
                <a:gd name="T25" fmla="*/ 1973 h 1980"/>
                <a:gd name="T26" fmla="*/ 2650 w 2709"/>
                <a:gd name="T27" fmla="*/ 1943 h 1980"/>
                <a:gd name="T28" fmla="*/ 2690 w 2709"/>
                <a:gd name="T29" fmla="*/ 1893 h 1980"/>
                <a:gd name="T30" fmla="*/ 2708 w 2709"/>
                <a:gd name="T31" fmla="*/ 1824 h 1980"/>
                <a:gd name="T32" fmla="*/ 2704 w 2709"/>
                <a:gd name="T33" fmla="*/ 1749 h 1980"/>
                <a:gd name="T34" fmla="*/ 2676 w 2709"/>
                <a:gd name="T35" fmla="*/ 1691 h 1980"/>
                <a:gd name="T36" fmla="*/ 2626 w 2709"/>
                <a:gd name="T37" fmla="*/ 1650 h 1980"/>
                <a:gd name="T38" fmla="*/ 2558 w 2709"/>
                <a:gd name="T39" fmla="*/ 1631 h 1980"/>
                <a:gd name="T40" fmla="*/ 522 w 2709"/>
                <a:gd name="T41" fmla="*/ 1627 h 1980"/>
                <a:gd name="T42" fmla="*/ 451 w 2709"/>
                <a:gd name="T43" fmla="*/ 1610 h 1980"/>
                <a:gd name="T44" fmla="*/ 415 w 2709"/>
                <a:gd name="T45" fmla="*/ 1590 h 1980"/>
                <a:gd name="T46" fmla="*/ 388 w 2709"/>
                <a:gd name="T47" fmla="*/ 1563 h 1980"/>
                <a:gd name="T48" fmla="*/ 368 w 2709"/>
                <a:gd name="T49" fmla="*/ 1527 h 1980"/>
                <a:gd name="T50" fmla="*/ 352 w 2709"/>
                <a:gd name="T51" fmla="*/ 1457 h 1980"/>
                <a:gd name="T52" fmla="*/ 349 w 2709"/>
                <a:gd name="T53" fmla="*/ 1296 h 1980"/>
                <a:gd name="T54" fmla="*/ 349 w 2709"/>
                <a:gd name="T55" fmla="*/ 1092 h 1980"/>
                <a:gd name="T56" fmla="*/ 349 w 2709"/>
                <a:gd name="T57" fmla="*/ 889 h 1980"/>
                <a:gd name="T58" fmla="*/ 349 w 2709"/>
                <a:gd name="T59" fmla="*/ 685 h 1980"/>
                <a:gd name="T60" fmla="*/ 352 w 2709"/>
                <a:gd name="T61" fmla="*/ 524 h 1980"/>
                <a:gd name="T62" fmla="*/ 368 w 2709"/>
                <a:gd name="T63" fmla="*/ 453 h 1980"/>
                <a:gd name="T64" fmla="*/ 388 w 2709"/>
                <a:gd name="T65" fmla="*/ 419 h 1980"/>
                <a:gd name="T66" fmla="*/ 415 w 2709"/>
                <a:gd name="T67" fmla="*/ 390 h 1980"/>
                <a:gd name="T68" fmla="*/ 451 w 2709"/>
                <a:gd name="T69" fmla="*/ 371 h 1980"/>
                <a:gd name="T70" fmla="*/ 522 w 2709"/>
                <a:gd name="T71" fmla="*/ 353 h 1980"/>
                <a:gd name="T72" fmla="*/ 842 w 2709"/>
                <a:gd name="T73" fmla="*/ 350 h 1980"/>
                <a:gd name="T74" fmla="*/ 1325 w 2709"/>
                <a:gd name="T75" fmla="*/ 350 h 1980"/>
                <a:gd name="T76" fmla="*/ 1790 w 2709"/>
                <a:gd name="T77" fmla="*/ 350 h 1980"/>
                <a:gd name="T78" fmla="*/ 2272 w 2709"/>
                <a:gd name="T79" fmla="*/ 350 h 1980"/>
                <a:gd name="T80" fmla="*/ 2570 w 2709"/>
                <a:gd name="T81" fmla="*/ 347 h 1980"/>
                <a:gd name="T82" fmla="*/ 2634 w 2709"/>
                <a:gd name="T83" fmla="*/ 323 h 1980"/>
                <a:gd name="T84" fmla="*/ 2680 w 2709"/>
                <a:gd name="T85" fmla="*/ 278 h 1980"/>
                <a:gd name="T86" fmla="*/ 2704 w 2709"/>
                <a:gd name="T87" fmla="*/ 214 h 1980"/>
                <a:gd name="T88" fmla="*/ 2704 w 2709"/>
                <a:gd name="T89" fmla="*/ 137 h 1980"/>
                <a:gd name="T90" fmla="*/ 2680 w 2709"/>
                <a:gd name="T91" fmla="*/ 74 h 1980"/>
                <a:gd name="T92" fmla="*/ 2635 w 2709"/>
                <a:gd name="T93" fmla="*/ 28 h 1980"/>
                <a:gd name="T94" fmla="*/ 2572 w 2709"/>
                <a:gd name="T95" fmla="*/ 3 h 1980"/>
                <a:gd name="T96" fmla="*/ 544 w 2709"/>
                <a:gd name="T97" fmla="*/ 1 h 1980"/>
                <a:gd name="T98" fmla="*/ 407 w 2709"/>
                <a:gd name="T99" fmla="*/ 14 h 1980"/>
                <a:gd name="T100" fmla="*/ 291 w 2709"/>
                <a:gd name="T101" fmla="*/ 43 h 1980"/>
                <a:gd name="T102" fmla="*/ 196 w 2709"/>
                <a:gd name="T103" fmla="*/ 91 h 1980"/>
                <a:gd name="T104" fmla="*/ 121 w 2709"/>
                <a:gd name="T105" fmla="*/ 156 h 1980"/>
                <a:gd name="T106" fmla="*/ 64 w 2709"/>
                <a:gd name="T107" fmla="*/ 242 h 1980"/>
                <a:gd name="T108" fmla="*/ 26 w 2709"/>
                <a:gd name="T109" fmla="*/ 348 h 1980"/>
                <a:gd name="T110" fmla="*/ 5 w 2709"/>
                <a:gd name="T111" fmla="*/ 474 h 1980"/>
                <a:gd name="T112" fmla="*/ 0 w 2709"/>
                <a:gd name="T113" fmla="*/ 1398 h 1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709" h="1980">
                  <a:moveTo>
                    <a:pt x="0" y="1398"/>
                  </a:moveTo>
                  <a:lnTo>
                    <a:pt x="2" y="1436"/>
                  </a:lnTo>
                  <a:lnTo>
                    <a:pt x="3" y="1472"/>
                  </a:lnTo>
                  <a:lnTo>
                    <a:pt x="5" y="1506"/>
                  </a:lnTo>
                  <a:lnTo>
                    <a:pt x="8" y="1540"/>
                  </a:lnTo>
                  <a:lnTo>
                    <a:pt x="14" y="1572"/>
                  </a:lnTo>
                  <a:lnTo>
                    <a:pt x="19" y="1603"/>
                  </a:lnTo>
                  <a:lnTo>
                    <a:pt x="26" y="1632"/>
                  </a:lnTo>
                  <a:lnTo>
                    <a:pt x="34" y="1661"/>
                  </a:lnTo>
                  <a:lnTo>
                    <a:pt x="43" y="1688"/>
                  </a:lnTo>
                  <a:lnTo>
                    <a:pt x="53" y="1713"/>
                  </a:lnTo>
                  <a:lnTo>
                    <a:pt x="64" y="1738"/>
                  </a:lnTo>
                  <a:lnTo>
                    <a:pt x="77" y="1762"/>
                  </a:lnTo>
                  <a:lnTo>
                    <a:pt x="90" y="1783"/>
                  </a:lnTo>
                  <a:lnTo>
                    <a:pt x="105" y="1805"/>
                  </a:lnTo>
                  <a:lnTo>
                    <a:pt x="121" y="1824"/>
                  </a:lnTo>
                  <a:lnTo>
                    <a:pt x="137" y="1842"/>
                  </a:lnTo>
                  <a:lnTo>
                    <a:pt x="155" y="1859"/>
                  </a:lnTo>
                  <a:lnTo>
                    <a:pt x="174" y="1875"/>
                  </a:lnTo>
                  <a:lnTo>
                    <a:pt x="196" y="1890"/>
                  </a:lnTo>
                  <a:lnTo>
                    <a:pt x="217" y="1904"/>
                  </a:lnTo>
                  <a:lnTo>
                    <a:pt x="241" y="1916"/>
                  </a:lnTo>
                  <a:lnTo>
                    <a:pt x="265" y="1927"/>
                  </a:lnTo>
                  <a:lnTo>
                    <a:pt x="291" y="1937"/>
                  </a:lnTo>
                  <a:lnTo>
                    <a:pt x="318" y="1946"/>
                  </a:lnTo>
                  <a:lnTo>
                    <a:pt x="346" y="1954"/>
                  </a:lnTo>
                  <a:lnTo>
                    <a:pt x="376" y="1961"/>
                  </a:lnTo>
                  <a:lnTo>
                    <a:pt x="407" y="1967"/>
                  </a:lnTo>
                  <a:lnTo>
                    <a:pt x="440" y="1972"/>
                  </a:lnTo>
                  <a:lnTo>
                    <a:pt x="472" y="1976"/>
                  </a:lnTo>
                  <a:lnTo>
                    <a:pt x="508" y="1978"/>
                  </a:lnTo>
                  <a:lnTo>
                    <a:pt x="544" y="1980"/>
                  </a:lnTo>
                  <a:lnTo>
                    <a:pt x="582" y="1980"/>
                  </a:lnTo>
                  <a:lnTo>
                    <a:pt x="714" y="1980"/>
                  </a:lnTo>
                  <a:lnTo>
                    <a:pt x="842" y="1980"/>
                  </a:lnTo>
                  <a:lnTo>
                    <a:pt x="966" y="1980"/>
                  </a:lnTo>
                  <a:lnTo>
                    <a:pt x="1089" y="1980"/>
                  </a:lnTo>
                  <a:lnTo>
                    <a:pt x="1208" y="1980"/>
                  </a:lnTo>
                  <a:lnTo>
                    <a:pt x="1326" y="1980"/>
                  </a:lnTo>
                  <a:lnTo>
                    <a:pt x="1442" y="1980"/>
                  </a:lnTo>
                  <a:lnTo>
                    <a:pt x="1558" y="1980"/>
                  </a:lnTo>
                  <a:lnTo>
                    <a:pt x="1674" y="1980"/>
                  </a:lnTo>
                  <a:lnTo>
                    <a:pt x="1791" y="1980"/>
                  </a:lnTo>
                  <a:lnTo>
                    <a:pt x="1909" y="1980"/>
                  </a:lnTo>
                  <a:lnTo>
                    <a:pt x="2028" y="1980"/>
                  </a:lnTo>
                  <a:lnTo>
                    <a:pt x="2150" y="1980"/>
                  </a:lnTo>
                  <a:lnTo>
                    <a:pt x="2275" y="1980"/>
                  </a:lnTo>
                  <a:lnTo>
                    <a:pt x="2403" y="1980"/>
                  </a:lnTo>
                  <a:lnTo>
                    <a:pt x="2535" y="1980"/>
                  </a:lnTo>
                  <a:lnTo>
                    <a:pt x="2554" y="1979"/>
                  </a:lnTo>
                  <a:lnTo>
                    <a:pt x="2572" y="1977"/>
                  </a:lnTo>
                  <a:lnTo>
                    <a:pt x="2590" y="1973"/>
                  </a:lnTo>
                  <a:lnTo>
                    <a:pt x="2607" y="1968"/>
                  </a:lnTo>
                  <a:lnTo>
                    <a:pt x="2622" y="1961"/>
                  </a:lnTo>
                  <a:lnTo>
                    <a:pt x="2636" y="1953"/>
                  </a:lnTo>
                  <a:lnTo>
                    <a:pt x="2650" y="1943"/>
                  </a:lnTo>
                  <a:lnTo>
                    <a:pt x="2662" y="1933"/>
                  </a:lnTo>
                  <a:lnTo>
                    <a:pt x="2672" y="1920"/>
                  </a:lnTo>
                  <a:lnTo>
                    <a:pt x="2682" y="1907"/>
                  </a:lnTo>
                  <a:lnTo>
                    <a:pt x="2690" y="1893"/>
                  </a:lnTo>
                  <a:lnTo>
                    <a:pt x="2697" y="1878"/>
                  </a:lnTo>
                  <a:lnTo>
                    <a:pt x="2703" y="1861"/>
                  </a:lnTo>
                  <a:lnTo>
                    <a:pt x="2706" y="1843"/>
                  </a:lnTo>
                  <a:lnTo>
                    <a:pt x="2708" y="1824"/>
                  </a:lnTo>
                  <a:lnTo>
                    <a:pt x="2709" y="1805"/>
                  </a:lnTo>
                  <a:lnTo>
                    <a:pt x="2709" y="1785"/>
                  </a:lnTo>
                  <a:lnTo>
                    <a:pt x="2707" y="1767"/>
                  </a:lnTo>
                  <a:lnTo>
                    <a:pt x="2704" y="1749"/>
                  </a:lnTo>
                  <a:lnTo>
                    <a:pt x="2698" y="1734"/>
                  </a:lnTo>
                  <a:lnTo>
                    <a:pt x="2693" y="1718"/>
                  </a:lnTo>
                  <a:lnTo>
                    <a:pt x="2685" y="1703"/>
                  </a:lnTo>
                  <a:lnTo>
                    <a:pt x="2676" y="1691"/>
                  </a:lnTo>
                  <a:lnTo>
                    <a:pt x="2666" y="1679"/>
                  </a:lnTo>
                  <a:lnTo>
                    <a:pt x="2653" y="1667"/>
                  </a:lnTo>
                  <a:lnTo>
                    <a:pt x="2641" y="1658"/>
                  </a:lnTo>
                  <a:lnTo>
                    <a:pt x="2626" y="1650"/>
                  </a:lnTo>
                  <a:lnTo>
                    <a:pt x="2612" y="1644"/>
                  </a:lnTo>
                  <a:lnTo>
                    <a:pt x="2595" y="1638"/>
                  </a:lnTo>
                  <a:lnTo>
                    <a:pt x="2577" y="1634"/>
                  </a:lnTo>
                  <a:lnTo>
                    <a:pt x="2558" y="1631"/>
                  </a:lnTo>
                  <a:lnTo>
                    <a:pt x="2538" y="1631"/>
                  </a:lnTo>
                  <a:lnTo>
                    <a:pt x="582" y="1631"/>
                  </a:lnTo>
                  <a:lnTo>
                    <a:pt x="551" y="1630"/>
                  </a:lnTo>
                  <a:lnTo>
                    <a:pt x="522" y="1627"/>
                  </a:lnTo>
                  <a:lnTo>
                    <a:pt x="496" y="1623"/>
                  </a:lnTo>
                  <a:lnTo>
                    <a:pt x="472" y="1618"/>
                  </a:lnTo>
                  <a:lnTo>
                    <a:pt x="461" y="1613"/>
                  </a:lnTo>
                  <a:lnTo>
                    <a:pt x="451" y="1610"/>
                  </a:lnTo>
                  <a:lnTo>
                    <a:pt x="441" y="1605"/>
                  </a:lnTo>
                  <a:lnTo>
                    <a:pt x="432" y="1601"/>
                  </a:lnTo>
                  <a:lnTo>
                    <a:pt x="423" y="1595"/>
                  </a:lnTo>
                  <a:lnTo>
                    <a:pt x="415" y="1590"/>
                  </a:lnTo>
                  <a:lnTo>
                    <a:pt x="407" y="1584"/>
                  </a:lnTo>
                  <a:lnTo>
                    <a:pt x="400" y="1577"/>
                  </a:lnTo>
                  <a:lnTo>
                    <a:pt x="393" y="1571"/>
                  </a:lnTo>
                  <a:lnTo>
                    <a:pt x="388" y="1563"/>
                  </a:lnTo>
                  <a:lnTo>
                    <a:pt x="382" y="1555"/>
                  </a:lnTo>
                  <a:lnTo>
                    <a:pt x="377" y="1546"/>
                  </a:lnTo>
                  <a:lnTo>
                    <a:pt x="372" y="1537"/>
                  </a:lnTo>
                  <a:lnTo>
                    <a:pt x="368" y="1527"/>
                  </a:lnTo>
                  <a:lnTo>
                    <a:pt x="364" y="1517"/>
                  </a:lnTo>
                  <a:lnTo>
                    <a:pt x="361" y="1505"/>
                  </a:lnTo>
                  <a:lnTo>
                    <a:pt x="355" y="1483"/>
                  </a:lnTo>
                  <a:lnTo>
                    <a:pt x="352" y="1457"/>
                  </a:lnTo>
                  <a:lnTo>
                    <a:pt x="350" y="1429"/>
                  </a:lnTo>
                  <a:lnTo>
                    <a:pt x="349" y="1398"/>
                  </a:lnTo>
                  <a:lnTo>
                    <a:pt x="349" y="1347"/>
                  </a:lnTo>
                  <a:lnTo>
                    <a:pt x="349" y="1296"/>
                  </a:lnTo>
                  <a:lnTo>
                    <a:pt x="349" y="1245"/>
                  </a:lnTo>
                  <a:lnTo>
                    <a:pt x="349" y="1194"/>
                  </a:lnTo>
                  <a:lnTo>
                    <a:pt x="349" y="1143"/>
                  </a:lnTo>
                  <a:lnTo>
                    <a:pt x="349" y="1092"/>
                  </a:lnTo>
                  <a:lnTo>
                    <a:pt x="349" y="1042"/>
                  </a:lnTo>
                  <a:lnTo>
                    <a:pt x="349" y="990"/>
                  </a:lnTo>
                  <a:lnTo>
                    <a:pt x="349" y="939"/>
                  </a:lnTo>
                  <a:lnTo>
                    <a:pt x="349" y="889"/>
                  </a:lnTo>
                  <a:lnTo>
                    <a:pt x="349" y="837"/>
                  </a:lnTo>
                  <a:lnTo>
                    <a:pt x="349" y="786"/>
                  </a:lnTo>
                  <a:lnTo>
                    <a:pt x="349" y="736"/>
                  </a:lnTo>
                  <a:lnTo>
                    <a:pt x="349" y="685"/>
                  </a:lnTo>
                  <a:lnTo>
                    <a:pt x="349" y="633"/>
                  </a:lnTo>
                  <a:lnTo>
                    <a:pt x="349" y="583"/>
                  </a:lnTo>
                  <a:lnTo>
                    <a:pt x="350" y="552"/>
                  </a:lnTo>
                  <a:lnTo>
                    <a:pt x="352" y="524"/>
                  </a:lnTo>
                  <a:lnTo>
                    <a:pt x="355" y="498"/>
                  </a:lnTo>
                  <a:lnTo>
                    <a:pt x="361" y="475"/>
                  </a:lnTo>
                  <a:lnTo>
                    <a:pt x="364" y="464"/>
                  </a:lnTo>
                  <a:lnTo>
                    <a:pt x="368" y="453"/>
                  </a:lnTo>
                  <a:lnTo>
                    <a:pt x="372" y="444"/>
                  </a:lnTo>
                  <a:lnTo>
                    <a:pt x="377" y="435"/>
                  </a:lnTo>
                  <a:lnTo>
                    <a:pt x="382" y="426"/>
                  </a:lnTo>
                  <a:lnTo>
                    <a:pt x="388" y="419"/>
                  </a:lnTo>
                  <a:lnTo>
                    <a:pt x="393" y="411"/>
                  </a:lnTo>
                  <a:lnTo>
                    <a:pt x="400" y="404"/>
                  </a:lnTo>
                  <a:lnTo>
                    <a:pt x="407" y="397"/>
                  </a:lnTo>
                  <a:lnTo>
                    <a:pt x="415" y="390"/>
                  </a:lnTo>
                  <a:lnTo>
                    <a:pt x="423" y="385"/>
                  </a:lnTo>
                  <a:lnTo>
                    <a:pt x="432" y="380"/>
                  </a:lnTo>
                  <a:lnTo>
                    <a:pt x="441" y="375"/>
                  </a:lnTo>
                  <a:lnTo>
                    <a:pt x="451" y="371"/>
                  </a:lnTo>
                  <a:lnTo>
                    <a:pt x="461" y="367"/>
                  </a:lnTo>
                  <a:lnTo>
                    <a:pt x="472" y="363"/>
                  </a:lnTo>
                  <a:lnTo>
                    <a:pt x="496" y="358"/>
                  </a:lnTo>
                  <a:lnTo>
                    <a:pt x="522" y="353"/>
                  </a:lnTo>
                  <a:lnTo>
                    <a:pt x="551" y="351"/>
                  </a:lnTo>
                  <a:lnTo>
                    <a:pt x="582" y="350"/>
                  </a:lnTo>
                  <a:lnTo>
                    <a:pt x="714" y="350"/>
                  </a:lnTo>
                  <a:lnTo>
                    <a:pt x="842" y="350"/>
                  </a:lnTo>
                  <a:lnTo>
                    <a:pt x="966" y="350"/>
                  </a:lnTo>
                  <a:lnTo>
                    <a:pt x="1088" y="350"/>
                  </a:lnTo>
                  <a:lnTo>
                    <a:pt x="1208" y="350"/>
                  </a:lnTo>
                  <a:lnTo>
                    <a:pt x="1325" y="350"/>
                  </a:lnTo>
                  <a:lnTo>
                    <a:pt x="1441" y="350"/>
                  </a:lnTo>
                  <a:lnTo>
                    <a:pt x="1557" y="350"/>
                  </a:lnTo>
                  <a:lnTo>
                    <a:pt x="1673" y="350"/>
                  </a:lnTo>
                  <a:lnTo>
                    <a:pt x="1790" y="350"/>
                  </a:lnTo>
                  <a:lnTo>
                    <a:pt x="1906" y="350"/>
                  </a:lnTo>
                  <a:lnTo>
                    <a:pt x="2027" y="350"/>
                  </a:lnTo>
                  <a:lnTo>
                    <a:pt x="2148" y="350"/>
                  </a:lnTo>
                  <a:lnTo>
                    <a:pt x="2272" y="350"/>
                  </a:lnTo>
                  <a:lnTo>
                    <a:pt x="2401" y="350"/>
                  </a:lnTo>
                  <a:lnTo>
                    <a:pt x="2533" y="350"/>
                  </a:lnTo>
                  <a:lnTo>
                    <a:pt x="2552" y="349"/>
                  </a:lnTo>
                  <a:lnTo>
                    <a:pt x="2570" y="347"/>
                  </a:lnTo>
                  <a:lnTo>
                    <a:pt x="2588" y="343"/>
                  </a:lnTo>
                  <a:lnTo>
                    <a:pt x="2604" y="338"/>
                  </a:lnTo>
                  <a:lnTo>
                    <a:pt x="2620" y="331"/>
                  </a:lnTo>
                  <a:lnTo>
                    <a:pt x="2634" y="323"/>
                  </a:lnTo>
                  <a:lnTo>
                    <a:pt x="2648" y="314"/>
                  </a:lnTo>
                  <a:lnTo>
                    <a:pt x="2660" y="303"/>
                  </a:lnTo>
                  <a:lnTo>
                    <a:pt x="2670" y="291"/>
                  </a:lnTo>
                  <a:lnTo>
                    <a:pt x="2680" y="278"/>
                  </a:lnTo>
                  <a:lnTo>
                    <a:pt x="2688" y="263"/>
                  </a:lnTo>
                  <a:lnTo>
                    <a:pt x="2695" y="248"/>
                  </a:lnTo>
                  <a:lnTo>
                    <a:pt x="2700" y="232"/>
                  </a:lnTo>
                  <a:lnTo>
                    <a:pt x="2704" y="214"/>
                  </a:lnTo>
                  <a:lnTo>
                    <a:pt x="2706" y="195"/>
                  </a:lnTo>
                  <a:lnTo>
                    <a:pt x="2707" y="176"/>
                  </a:lnTo>
                  <a:lnTo>
                    <a:pt x="2706" y="156"/>
                  </a:lnTo>
                  <a:lnTo>
                    <a:pt x="2704" y="137"/>
                  </a:lnTo>
                  <a:lnTo>
                    <a:pt x="2700" y="120"/>
                  </a:lnTo>
                  <a:lnTo>
                    <a:pt x="2695" y="104"/>
                  </a:lnTo>
                  <a:lnTo>
                    <a:pt x="2688" y="88"/>
                  </a:lnTo>
                  <a:lnTo>
                    <a:pt x="2680" y="74"/>
                  </a:lnTo>
                  <a:lnTo>
                    <a:pt x="2671" y="61"/>
                  </a:lnTo>
                  <a:lnTo>
                    <a:pt x="2661" y="48"/>
                  </a:lnTo>
                  <a:lnTo>
                    <a:pt x="2649" y="37"/>
                  </a:lnTo>
                  <a:lnTo>
                    <a:pt x="2635" y="28"/>
                  </a:lnTo>
                  <a:lnTo>
                    <a:pt x="2622" y="20"/>
                  </a:lnTo>
                  <a:lnTo>
                    <a:pt x="2606" y="14"/>
                  </a:lnTo>
                  <a:lnTo>
                    <a:pt x="2590" y="8"/>
                  </a:lnTo>
                  <a:lnTo>
                    <a:pt x="2572" y="3"/>
                  </a:lnTo>
                  <a:lnTo>
                    <a:pt x="2554" y="1"/>
                  </a:lnTo>
                  <a:lnTo>
                    <a:pt x="2535" y="0"/>
                  </a:lnTo>
                  <a:lnTo>
                    <a:pt x="582" y="0"/>
                  </a:lnTo>
                  <a:lnTo>
                    <a:pt x="544" y="1"/>
                  </a:lnTo>
                  <a:lnTo>
                    <a:pt x="508" y="2"/>
                  </a:lnTo>
                  <a:lnTo>
                    <a:pt x="472" y="5"/>
                  </a:lnTo>
                  <a:lnTo>
                    <a:pt x="440" y="9"/>
                  </a:lnTo>
                  <a:lnTo>
                    <a:pt x="407" y="14"/>
                  </a:lnTo>
                  <a:lnTo>
                    <a:pt x="376" y="19"/>
                  </a:lnTo>
                  <a:lnTo>
                    <a:pt x="346" y="26"/>
                  </a:lnTo>
                  <a:lnTo>
                    <a:pt x="318" y="34"/>
                  </a:lnTo>
                  <a:lnTo>
                    <a:pt x="291" y="43"/>
                  </a:lnTo>
                  <a:lnTo>
                    <a:pt x="265" y="53"/>
                  </a:lnTo>
                  <a:lnTo>
                    <a:pt x="241" y="64"/>
                  </a:lnTo>
                  <a:lnTo>
                    <a:pt x="217" y="78"/>
                  </a:lnTo>
                  <a:lnTo>
                    <a:pt x="196" y="91"/>
                  </a:lnTo>
                  <a:lnTo>
                    <a:pt x="174" y="106"/>
                  </a:lnTo>
                  <a:lnTo>
                    <a:pt x="155" y="122"/>
                  </a:lnTo>
                  <a:lnTo>
                    <a:pt x="137" y="138"/>
                  </a:lnTo>
                  <a:lnTo>
                    <a:pt x="121" y="156"/>
                  </a:lnTo>
                  <a:lnTo>
                    <a:pt x="105" y="177"/>
                  </a:lnTo>
                  <a:lnTo>
                    <a:pt x="90" y="197"/>
                  </a:lnTo>
                  <a:lnTo>
                    <a:pt x="77" y="219"/>
                  </a:lnTo>
                  <a:lnTo>
                    <a:pt x="64" y="242"/>
                  </a:lnTo>
                  <a:lnTo>
                    <a:pt x="53" y="267"/>
                  </a:lnTo>
                  <a:lnTo>
                    <a:pt x="43" y="293"/>
                  </a:lnTo>
                  <a:lnTo>
                    <a:pt x="34" y="320"/>
                  </a:lnTo>
                  <a:lnTo>
                    <a:pt x="26" y="348"/>
                  </a:lnTo>
                  <a:lnTo>
                    <a:pt x="19" y="378"/>
                  </a:lnTo>
                  <a:lnTo>
                    <a:pt x="14" y="408"/>
                  </a:lnTo>
                  <a:lnTo>
                    <a:pt x="8" y="441"/>
                  </a:lnTo>
                  <a:lnTo>
                    <a:pt x="5" y="474"/>
                  </a:lnTo>
                  <a:lnTo>
                    <a:pt x="3" y="509"/>
                  </a:lnTo>
                  <a:lnTo>
                    <a:pt x="2" y="546"/>
                  </a:lnTo>
                  <a:lnTo>
                    <a:pt x="0" y="583"/>
                  </a:lnTo>
                  <a:lnTo>
                    <a:pt x="0" y="13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pl-PL" sz="4267">
                <a:solidFill>
                  <a:schemeClr val="tx2"/>
                </a:solidFill>
              </a:endParaRPr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C8F4DDF8-7802-2CEE-EFBE-A3B981821B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02401" y="3114675"/>
              <a:ext cx="922338" cy="628650"/>
            </a:xfrm>
            <a:custGeom>
              <a:avLst/>
              <a:gdLst>
                <a:gd name="T0" fmla="*/ 496 w 2906"/>
                <a:gd name="T1" fmla="*/ 1622 h 1980"/>
                <a:gd name="T2" fmla="*/ 441 w 2906"/>
                <a:gd name="T3" fmla="*/ 1604 h 1980"/>
                <a:gd name="T4" fmla="*/ 407 w 2906"/>
                <a:gd name="T5" fmla="*/ 1582 h 1980"/>
                <a:gd name="T6" fmla="*/ 382 w 2906"/>
                <a:gd name="T7" fmla="*/ 1553 h 1980"/>
                <a:gd name="T8" fmla="*/ 364 w 2906"/>
                <a:gd name="T9" fmla="*/ 1514 h 1980"/>
                <a:gd name="T10" fmla="*/ 350 w 2906"/>
                <a:gd name="T11" fmla="*/ 1425 h 1980"/>
                <a:gd name="T12" fmla="*/ 352 w 2906"/>
                <a:gd name="T13" fmla="*/ 521 h 1980"/>
                <a:gd name="T14" fmla="*/ 368 w 2906"/>
                <a:gd name="T15" fmla="*/ 451 h 1980"/>
                <a:gd name="T16" fmla="*/ 387 w 2906"/>
                <a:gd name="T17" fmla="*/ 416 h 1980"/>
                <a:gd name="T18" fmla="*/ 415 w 2906"/>
                <a:gd name="T19" fmla="*/ 389 h 1980"/>
                <a:gd name="T20" fmla="*/ 451 w 2906"/>
                <a:gd name="T21" fmla="*/ 370 h 1980"/>
                <a:gd name="T22" fmla="*/ 522 w 2906"/>
                <a:gd name="T23" fmla="*/ 353 h 1980"/>
                <a:gd name="T24" fmla="*/ 2356 w 2906"/>
                <a:gd name="T25" fmla="*/ 351 h 1980"/>
                <a:gd name="T26" fmla="*/ 2446 w 2906"/>
                <a:gd name="T27" fmla="*/ 367 h 1980"/>
                <a:gd name="T28" fmla="*/ 2484 w 2906"/>
                <a:gd name="T29" fmla="*/ 385 h 1980"/>
                <a:gd name="T30" fmla="*/ 2513 w 2906"/>
                <a:gd name="T31" fmla="*/ 411 h 1980"/>
                <a:gd name="T32" fmla="*/ 2534 w 2906"/>
                <a:gd name="T33" fmla="*/ 444 h 1980"/>
                <a:gd name="T34" fmla="*/ 2551 w 2906"/>
                <a:gd name="T35" fmla="*/ 498 h 1980"/>
                <a:gd name="T36" fmla="*/ 2558 w 2906"/>
                <a:gd name="T37" fmla="*/ 633 h 1980"/>
                <a:gd name="T38" fmla="*/ 2558 w 2906"/>
                <a:gd name="T39" fmla="*/ 837 h 1980"/>
                <a:gd name="T40" fmla="*/ 2558 w 2906"/>
                <a:gd name="T41" fmla="*/ 1040 h 1980"/>
                <a:gd name="T42" fmla="*/ 2558 w 2906"/>
                <a:gd name="T43" fmla="*/ 1242 h 1980"/>
                <a:gd name="T44" fmla="*/ 2557 w 2906"/>
                <a:gd name="T45" fmla="*/ 1425 h 1980"/>
                <a:gd name="T46" fmla="*/ 2542 w 2906"/>
                <a:gd name="T47" fmla="*/ 1514 h 1980"/>
                <a:gd name="T48" fmla="*/ 2525 w 2906"/>
                <a:gd name="T49" fmla="*/ 1553 h 1980"/>
                <a:gd name="T50" fmla="*/ 2499 w 2906"/>
                <a:gd name="T51" fmla="*/ 1582 h 1980"/>
                <a:gd name="T52" fmla="*/ 2466 w 2906"/>
                <a:gd name="T53" fmla="*/ 1604 h 1980"/>
                <a:gd name="T54" fmla="*/ 2411 w 2906"/>
                <a:gd name="T55" fmla="*/ 1622 h 1980"/>
                <a:gd name="T56" fmla="*/ 581 w 2906"/>
                <a:gd name="T57" fmla="*/ 1630 h 1980"/>
                <a:gd name="T58" fmla="*/ 5 w 2906"/>
                <a:gd name="T59" fmla="*/ 1504 h 1980"/>
                <a:gd name="T60" fmla="*/ 26 w 2906"/>
                <a:gd name="T61" fmla="*/ 1630 h 1980"/>
                <a:gd name="T62" fmla="*/ 64 w 2906"/>
                <a:gd name="T63" fmla="*/ 1736 h 1980"/>
                <a:gd name="T64" fmla="*/ 121 w 2906"/>
                <a:gd name="T65" fmla="*/ 1823 h 1980"/>
                <a:gd name="T66" fmla="*/ 196 w 2906"/>
                <a:gd name="T67" fmla="*/ 1889 h 1980"/>
                <a:gd name="T68" fmla="*/ 291 w 2906"/>
                <a:gd name="T69" fmla="*/ 1937 h 1980"/>
                <a:gd name="T70" fmla="*/ 407 w 2906"/>
                <a:gd name="T71" fmla="*/ 1967 h 1980"/>
                <a:gd name="T72" fmla="*/ 544 w 2906"/>
                <a:gd name="T73" fmla="*/ 1980 h 1980"/>
                <a:gd name="T74" fmla="*/ 2399 w 2906"/>
                <a:gd name="T75" fmla="*/ 1978 h 1980"/>
                <a:gd name="T76" fmla="*/ 2531 w 2906"/>
                <a:gd name="T77" fmla="*/ 1961 h 1980"/>
                <a:gd name="T78" fmla="*/ 2641 w 2906"/>
                <a:gd name="T79" fmla="*/ 1926 h 1980"/>
                <a:gd name="T80" fmla="*/ 2732 w 2906"/>
                <a:gd name="T81" fmla="*/ 1874 h 1980"/>
                <a:gd name="T82" fmla="*/ 2803 w 2906"/>
                <a:gd name="T83" fmla="*/ 1802 h 1980"/>
                <a:gd name="T84" fmla="*/ 2854 w 2906"/>
                <a:gd name="T85" fmla="*/ 1711 h 1980"/>
                <a:gd name="T86" fmla="*/ 2888 w 2906"/>
                <a:gd name="T87" fmla="*/ 1601 h 1980"/>
                <a:gd name="T88" fmla="*/ 2904 w 2906"/>
                <a:gd name="T89" fmla="*/ 1468 h 1980"/>
                <a:gd name="T90" fmla="*/ 2906 w 2906"/>
                <a:gd name="T91" fmla="*/ 542 h 1980"/>
                <a:gd name="T92" fmla="*/ 2894 w 2906"/>
                <a:gd name="T93" fmla="*/ 406 h 1980"/>
                <a:gd name="T94" fmla="*/ 2864 w 2906"/>
                <a:gd name="T95" fmla="*/ 290 h 1980"/>
                <a:gd name="T96" fmla="*/ 2817 w 2906"/>
                <a:gd name="T97" fmla="*/ 196 h 1980"/>
                <a:gd name="T98" fmla="*/ 2751 w 2906"/>
                <a:gd name="T99" fmla="*/ 120 h 1980"/>
                <a:gd name="T100" fmla="*/ 2666 w 2906"/>
                <a:gd name="T101" fmla="*/ 64 h 1980"/>
                <a:gd name="T102" fmla="*/ 2560 w 2906"/>
                <a:gd name="T103" fmla="*/ 26 h 1980"/>
                <a:gd name="T104" fmla="*/ 2434 w 2906"/>
                <a:gd name="T105" fmla="*/ 5 h 1980"/>
                <a:gd name="T106" fmla="*/ 581 w 2906"/>
                <a:gd name="T107" fmla="*/ 0 h 1980"/>
                <a:gd name="T108" fmla="*/ 438 w 2906"/>
                <a:gd name="T109" fmla="*/ 9 h 1980"/>
                <a:gd name="T110" fmla="*/ 318 w 2906"/>
                <a:gd name="T111" fmla="*/ 34 h 1980"/>
                <a:gd name="T112" fmla="*/ 217 w 2906"/>
                <a:gd name="T113" fmla="*/ 77 h 1980"/>
                <a:gd name="T114" fmla="*/ 137 w 2906"/>
                <a:gd name="T115" fmla="*/ 137 h 1980"/>
                <a:gd name="T116" fmla="*/ 77 w 2906"/>
                <a:gd name="T117" fmla="*/ 217 h 1980"/>
                <a:gd name="T118" fmla="*/ 34 w 2906"/>
                <a:gd name="T119" fmla="*/ 317 h 1980"/>
                <a:gd name="T120" fmla="*/ 8 w 2906"/>
                <a:gd name="T121" fmla="*/ 438 h 1980"/>
                <a:gd name="T122" fmla="*/ 0 w 2906"/>
                <a:gd name="T123" fmla="*/ 579 h 1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906" h="1980">
                  <a:moveTo>
                    <a:pt x="581" y="1630"/>
                  </a:moveTo>
                  <a:lnTo>
                    <a:pt x="550" y="1629"/>
                  </a:lnTo>
                  <a:lnTo>
                    <a:pt x="522" y="1627"/>
                  </a:lnTo>
                  <a:lnTo>
                    <a:pt x="496" y="1622"/>
                  </a:lnTo>
                  <a:lnTo>
                    <a:pt x="472" y="1617"/>
                  </a:lnTo>
                  <a:lnTo>
                    <a:pt x="461" y="1613"/>
                  </a:lnTo>
                  <a:lnTo>
                    <a:pt x="451" y="1609"/>
                  </a:lnTo>
                  <a:lnTo>
                    <a:pt x="441" y="1604"/>
                  </a:lnTo>
                  <a:lnTo>
                    <a:pt x="432" y="1600"/>
                  </a:lnTo>
                  <a:lnTo>
                    <a:pt x="423" y="1594"/>
                  </a:lnTo>
                  <a:lnTo>
                    <a:pt x="415" y="1589"/>
                  </a:lnTo>
                  <a:lnTo>
                    <a:pt x="407" y="1582"/>
                  </a:lnTo>
                  <a:lnTo>
                    <a:pt x="400" y="1575"/>
                  </a:lnTo>
                  <a:lnTo>
                    <a:pt x="394" y="1568"/>
                  </a:lnTo>
                  <a:lnTo>
                    <a:pt x="387" y="1560"/>
                  </a:lnTo>
                  <a:lnTo>
                    <a:pt x="382" y="1553"/>
                  </a:lnTo>
                  <a:lnTo>
                    <a:pt x="377" y="1544"/>
                  </a:lnTo>
                  <a:lnTo>
                    <a:pt x="372" y="1535"/>
                  </a:lnTo>
                  <a:lnTo>
                    <a:pt x="368" y="1524"/>
                  </a:lnTo>
                  <a:lnTo>
                    <a:pt x="364" y="1514"/>
                  </a:lnTo>
                  <a:lnTo>
                    <a:pt x="361" y="1503"/>
                  </a:lnTo>
                  <a:lnTo>
                    <a:pt x="355" y="1479"/>
                  </a:lnTo>
                  <a:lnTo>
                    <a:pt x="352" y="1454"/>
                  </a:lnTo>
                  <a:lnTo>
                    <a:pt x="350" y="1425"/>
                  </a:lnTo>
                  <a:lnTo>
                    <a:pt x="349" y="1395"/>
                  </a:lnTo>
                  <a:lnTo>
                    <a:pt x="349" y="579"/>
                  </a:lnTo>
                  <a:lnTo>
                    <a:pt x="350" y="549"/>
                  </a:lnTo>
                  <a:lnTo>
                    <a:pt x="352" y="521"/>
                  </a:lnTo>
                  <a:lnTo>
                    <a:pt x="355" y="496"/>
                  </a:lnTo>
                  <a:lnTo>
                    <a:pt x="361" y="473"/>
                  </a:lnTo>
                  <a:lnTo>
                    <a:pt x="364" y="461"/>
                  </a:lnTo>
                  <a:lnTo>
                    <a:pt x="368" y="451"/>
                  </a:lnTo>
                  <a:lnTo>
                    <a:pt x="372" y="442"/>
                  </a:lnTo>
                  <a:lnTo>
                    <a:pt x="377" y="433"/>
                  </a:lnTo>
                  <a:lnTo>
                    <a:pt x="382" y="424"/>
                  </a:lnTo>
                  <a:lnTo>
                    <a:pt x="387" y="416"/>
                  </a:lnTo>
                  <a:lnTo>
                    <a:pt x="394" y="410"/>
                  </a:lnTo>
                  <a:lnTo>
                    <a:pt x="400" y="402"/>
                  </a:lnTo>
                  <a:lnTo>
                    <a:pt x="407" y="396"/>
                  </a:lnTo>
                  <a:lnTo>
                    <a:pt x="415" y="389"/>
                  </a:lnTo>
                  <a:lnTo>
                    <a:pt x="423" y="384"/>
                  </a:lnTo>
                  <a:lnTo>
                    <a:pt x="432" y="379"/>
                  </a:lnTo>
                  <a:lnTo>
                    <a:pt x="441" y="375"/>
                  </a:lnTo>
                  <a:lnTo>
                    <a:pt x="451" y="370"/>
                  </a:lnTo>
                  <a:lnTo>
                    <a:pt x="461" y="367"/>
                  </a:lnTo>
                  <a:lnTo>
                    <a:pt x="472" y="363"/>
                  </a:lnTo>
                  <a:lnTo>
                    <a:pt x="496" y="358"/>
                  </a:lnTo>
                  <a:lnTo>
                    <a:pt x="522" y="353"/>
                  </a:lnTo>
                  <a:lnTo>
                    <a:pt x="550" y="351"/>
                  </a:lnTo>
                  <a:lnTo>
                    <a:pt x="581" y="350"/>
                  </a:lnTo>
                  <a:lnTo>
                    <a:pt x="2325" y="350"/>
                  </a:lnTo>
                  <a:lnTo>
                    <a:pt x="2356" y="351"/>
                  </a:lnTo>
                  <a:lnTo>
                    <a:pt x="2385" y="353"/>
                  </a:lnTo>
                  <a:lnTo>
                    <a:pt x="2411" y="358"/>
                  </a:lnTo>
                  <a:lnTo>
                    <a:pt x="2434" y="363"/>
                  </a:lnTo>
                  <a:lnTo>
                    <a:pt x="2446" y="367"/>
                  </a:lnTo>
                  <a:lnTo>
                    <a:pt x="2456" y="371"/>
                  </a:lnTo>
                  <a:lnTo>
                    <a:pt x="2466" y="375"/>
                  </a:lnTo>
                  <a:lnTo>
                    <a:pt x="2475" y="380"/>
                  </a:lnTo>
                  <a:lnTo>
                    <a:pt x="2484" y="385"/>
                  </a:lnTo>
                  <a:lnTo>
                    <a:pt x="2492" y="390"/>
                  </a:lnTo>
                  <a:lnTo>
                    <a:pt x="2499" y="397"/>
                  </a:lnTo>
                  <a:lnTo>
                    <a:pt x="2506" y="404"/>
                  </a:lnTo>
                  <a:lnTo>
                    <a:pt x="2513" y="411"/>
                  </a:lnTo>
                  <a:lnTo>
                    <a:pt x="2520" y="419"/>
                  </a:lnTo>
                  <a:lnTo>
                    <a:pt x="2525" y="426"/>
                  </a:lnTo>
                  <a:lnTo>
                    <a:pt x="2530" y="435"/>
                  </a:lnTo>
                  <a:lnTo>
                    <a:pt x="2534" y="444"/>
                  </a:lnTo>
                  <a:lnTo>
                    <a:pt x="2539" y="453"/>
                  </a:lnTo>
                  <a:lnTo>
                    <a:pt x="2542" y="464"/>
                  </a:lnTo>
                  <a:lnTo>
                    <a:pt x="2545" y="475"/>
                  </a:lnTo>
                  <a:lnTo>
                    <a:pt x="2551" y="498"/>
                  </a:lnTo>
                  <a:lnTo>
                    <a:pt x="2554" y="524"/>
                  </a:lnTo>
                  <a:lnTo>
                    <a:pt x="2557" y="552"/>
                  </a:lnTo>
                  <a:lnTo>
                    <a:pt x="2558" y="583"/>
                  </a:lnTo>
                  <a:lnTo>
                    <a:pt x="2558" y="633"/>
                  </a:lnTo>
                  <a:lnTo>
                    <a:pt x="2558" y="684"/>
                  </a:lnTo>
                  <a:lnTo>
                    <a:pt x="2558" y="736"/>
                  </a:lnTo>
                  <a:lnTo>
                    <a:pt x="2558" y="786"/>
                  </a:lnTo>
                  <a:lnTo>
                    <a:pt x="2558" y="837"/>
                  </a:lnTo>
                  <a:lnTo>
                    <a:pt x="2558" y="888"/>
                  </a:lnTo>
                  <a:lnTo>
                    <a:pt x="2558" y="938"/>
                  </a:lnTo>
                  <a:lnTo>
                    <a:pt x="2558" y="989"/>
                  </a:lnTo>
                  <a:lnTo>
                    <a:pt x="2558" y="1040"/>
                  </a:lnTo>
                  <a:lnTo>
                    <a:pt x="2558" y="1090"/>
                  </a:lnTo>
                  <a:lnTo>
                    <a:pt x="2558" y="1141"/>
                  </a:lnTo>
                  <a:lnTo>
                    <a:pt x="2558" y="1191"/>
                  </a:lnTo>
                  <a:lnTo>
                    <a:pt x="2558" y="1242"/>
                  </a:lnTo>
                  <a:lnTo>
                    <a:pt x="2558" y="1294"/>
                  </a:lnTo>
                  <a:lnTo>
                    <a:pt x="2558" y="1344"/>
                  </a:lnTo>
                  <a:lnTo>
                    <a:pt x="2558" y="1395"/>
                  </a:lnTo>
                  <a:lnTo>
                    <a:pt x="2557" y="1425"/>
                  </a:lnTo>
                  <a:lnTo>
                    <a:pt x="2554" y="1454"/>
                  </a:lnTo>
                  <a:lnTo>
                    <a:pt x="2551" y="1479"/>
                  </a:lnTo>
                  <a:lnTo>
                    <a:pt x="2545" y="1503"/>
                  </a:lnTo>
                  <a:lnTo>
                    <a:pt x="2542" y="1514"/>
                  </a:lnTo>
                  <a:lnTo>
                    <a:pt x="2539" y="1524"/>
                  </a:lnTo>
                  <a:lnTo>
                    <a:pt x="2534" y="1535"/>
                  </a:lnTo>
                  <a:lnTo>
                    <a:pt x="2530" y="1544"/>
                  </a:lnTo>
                  <a:lnTo>
                    <a:pt x="2525" y="1553"/>
                  </a:lnTo>
                  <a:lnTo>
                    <a:pt x="2520" y="1560"/>
                  </a:lnTo>
                  <a:lnTo>
                    <a:pt x="2513" y="1568"/>
                  </a:lnTo>
                  <a:lnTo>
                    <a:pt x="2506" y="1575"/>
                  </a:lnTo>
                  <a:lnTo>
                    <a:pt x="2499" y="1582"/>
                  </a:lnTo>
                  <a:lnTo>
                    <a:pt x="2492" y="1589"/>
                  </a:lnTo>
                  <a:lnTo>
                    <a:pt x="2484" y="1594"/>
                  </a:lnTo>
                  <a:lnTo>
                    <a:pt x="2475" y="1600"/>
                  </a:lnTo>
                  <a:lnTo>
                    <a:pt x="2466" y="1604"/>
                  </a:lnTo>
                  <a:lnTo>
                    <a:pt x="2456" y="1609"/>
                  </a:lnTo>
                  <a:lnTo>
                    <a:pt x="2446" y="1613"/>
                  </a:lnTo>
                  <a:lnTo>
                    <a:pt x="2434" y="1617"/>
                  </a:lnTo>
                  <a:lnTo>
                    <a:pt x="2411" y="1622"/>
                  </a:lnTo>
                  <a:lnTo>
                    <a:pt x="2385" y="1627"/>
                  </a:lnTo>
                  <a:lnTo>
                    <a:pt x="2356" y="1630"/>
                  </a:lnTo>
                  <a:lnTo>
                    <a:pt x="2325" y="1631"/>
                  </a:lnTo>
                  <a:lnTo>
                    <a:pt x="581" y="1630"/>
                  </a:lnTo>
                  <a:close/>
                  <a:moveTo>
                    <a:pt x="0" y="1395"/>
                  </a:moveTo>
                  <a:lnTo>
                    <a:pt x="2" y="1432"/>
                  </a:lnTo>
                  <a:lnTo>
                    <a:pt x="3" y="1468"/>
                  </a:lnTo>
                  <a:lnTo>
                    <a:pt x="5" y="1504"/>
                  </a:lnTo>
                  <a:lnTo>
                    <a:pt x="8" y="1537"/>
                  </a:lnTo>
                  <a:lnTo>
                    <a:pt x="13" y="1569"/>
                  </a:lnTo>
                  <a:lnTo>
                    <a:pt x="20" y="1601"/>
                  </a:lnTo>
                  <a:lnTo>
                    <a:pt x="26" y="1630"/>
                  </a:lnTo>
                  <a:lnTo>
                    <a:pt x="34" y="1658"/>
                  </a:lnTo>
                  <a:lnTo>
                    <a:pt x="43" y="1685"/>
                  </a:lnTo>
                  <a:lnTo>
                    <a:pt x="53" y="1711"/>
                  </a:lnTo>
                  <a:lnTo>
                    <a:pt x="64" y="1736"/>
                  </a:lnTo>
                  <a:lnTo>
                    <a:pt x="77" y="1760"/>
                  </a:lnTo>
                  <a:lnTo>
                    <a:pt x="90" y="1781"/>
                  </a:lnTo>
                  <a:lnTo>
                    <a:pt x="105" y="1802"/>
                  </a:lnTo>
                  <a:lnTo>
                    <a:pt x="121" y="1823"/>
                  </a:lnTo>
                  <a:lnTo>
                    <a:pt x="137" y="1841"/>
                  </a:lnTo>
                  <a:lnTo>
                    <a:pt x="155" y="1857"/>
                  </a:lnTo>
                  <a:lnTo>
                    <a:pt x="175" y="1874"/>
                  </a:lnTo>
                  <a:lnTo>
                    <a:pt x="196" y="1889"/>
                  </a:lnTo>
                  <a:lnTo>
                    <a:pt x="217" y="1902"/>
                  </a:lnTo>
                  <a:lnTo>
                    <a:pt x="241" y="1915"/>
                  </a:lnTo>
                  <a:lnTo>
                    <a:pt x="266" y="1926"/>
                  </a:lnTo>
                  <a:lnTo>
                    <a:pt x="291" y="1937"/>
                  </a:lnTo>
                  <a:lnTo>
                    <a:pt x="318" y="1946"/>
                  </a:lnTo>
                  <a:lnTo>
                    <a:pt x="346" y="1954"/>
                  </a:lnTo>
                  <a:lnTo>
                    <a:pt x="376" y="1961"/>
                  </a:lnTo>
                  <a:lnTo>
                    <a:pt x="407" y="1967"/>
                  </a:lnTo>
                  <a:lnTo>
                    <a:pt x="438" y="1972"/>
                  </a:lnTo>
                  <a:lnTo>
                    <a:pt x="472" y="1976"/>
                  </a:lnTo>
                  <a:lnTo>
                    <a:pt x="507" y="1978"/>
                  </a:lnTo>
                  <a:lnTo>
                    <a:pt x="544" y="1980"/>
                  </a:lnTo>
                  <a:lnTo>
                    <a:pt x="581" y="1980"/>
                  </a:lnTo>
                  <a:lnTo>
                    <a:pt x="2325" y="1980"/>
                  </a:lnTo>
                  <a:lnTo>
                    <a:pt x="2362" y="1980"/>
                  </a:lnTo>
                  <a:lnTo>
                    <a:pt x="2399" y="1978"/>
                  </a:lnTo>
                  <a:lnTo>
                    <a:pt x="2434" y="1976"/>
                  </a:lnTo>
                  <a:lnTo>
                    <a:pt x="2468" y="1972"/>
                  </a:lnTo>
                  <a:lnTo>
                    <a:pt x="2499" y="1967"/>
                  </a:lnTo>
                  <a:lnTo>
                    <a:pt x="2531" y="1961"/>
                  </a:lnTo>
                  <a:lnTo>
                    <a:pt x="2560" y="1954"/>
                  </a:lnTo>
                  <a:lnTo>
                    <a:pt x="2589" y="1946"/>
                  </a:lnTo>
                  <a:lnTo>
                    <a:pt x="2616" y="1937"/>
                  </a:lnTo>
                  <a:lnTo>
                    <a:pt x="2641" y="1926"/>
                  </a:lnTo>
                  <a:lnTo>
                    <a:pt x="2666" y="1915"/>
                  </a:lnTo>
                  <a:lnTo>
                    <a:pt x="2689" y="1902"/>
                  </a:lnTo>
                  <a:lnTo>
                    <a:pt x="2711" y="1889"/>
                  </a:lnTo>
                  <a:lnTo>
                    <a:pt x="2732" y="1874"/>
                  </a:lnTo>
                  <a:lnTo>
                    <a:pt x="2751" y="1857"/>
                  </a:lnTo>
                  <a:lnTo>
                    <a:pt x="2769" y="1841"/>
                  </a:lnTo>
                  <a:lnTo>
                    <a:pt x="2786" y="1823"/>
                  </a:lnTo>
                  <a:lnTo>
                    <a:pt x="2803" y="1802"/>
                  </a:lnTo>
                  <a:lnTo>
                    <a:pt x="2817" y="1781"/>
                  </a:lnTo>
                  <a:lnTo>
                    <a:pt x="2831" y="1760"/>
                  </a:lnTo>
                  <a:lnTo>
                    <a:pt x="2843" y="1736"/>
                  </a:lnTo>
                  <a:lnTo>
                    <a:pt x="2854" y="1711"/>
                  </a:lnTo>
                  <a:lnTo>
                    <a:pt x="2864" y="1685"/>
                  </a:lnTo>
                  <a:lnTo>
                    <a:pt x="2873" y="1658"/>
                  </a:lnTo>
                  <a:lnTo>
                    <a:pt x="2881" y="1630"/>
                  </a:lnTo>
                  <a:lnTo>
                    <a:pt x="2888" y="1601"/>
                  </a:lnTo>
                  <a:lnTo>
                    <a:pt x="2894" y="1569"/>
                  </a:lnTo>
                  <a:lnTo>
                    <a:pt x="2898" y="1537"/>
                  </a:lnTo>
                  <a:lnTo>
                    <a:pt x="2902" y="1504"/>
                  </a:lnTo>
                  <a:lnTo>
                    <a:pt x="2904" y="1468"/>
                  </a:lnTo>
                  <a:lnTo>
                    <a:pt x="2906" y="1432"/>
                  </a:lnTo>
                  <a:lnTo>
                    <a:pt x="2906" y="1395"/>
                  </a:lnTo>
                  <a:lnTo>
                    <a:pt x="2906" y="579"/>
                  </a:lnTo>
                  <a:lnTo>
                    <a:pt x="2906" y="542"/>
                  </a:lnTo>
                  <a:lnTo>
                    <a:pt x="2904" y="506"/>
                  </a:lnTo>
                  <a:lnTo>
                    <a:pt x="2902" y="471"/>
                  </a:lnTo>
                  <a:lnTo>
                    <a:pt x="2898" y="438"/>
                  </a:lnTo>
                  <a:lnTo>
                    <a:pt x="2894" y="406"/>
                  </a:lnTo>
                  <a:lnTo>
                    <a:pt x="2888" y="375"/>
                  </a:lnTo>
                  <a:lnTo>
                    <a:pt x="2881" y="345"/>
                  </a:lnTo>
                  <a:lnTo>
                    <a:pt x="2873" y="317"/>
                  </a:lnTo>
                  <a:lnTo>
                    <a:pt x="2864" y="290"/>
                  </a:lnTo>
                  <a:lnTo>
                    <a:pt x="2854" y="264"/>
                  </a:lnTo>
                  <a:lnTo>
                    <a:pt x="2843" y="241"/>
                  </a:lnTo>
                  <a:lnTo>
                    <a:pt x="2831" y="217"/>
                  </a:lnTo>
                  <a:lnTo>
                    <a:pt x="2817" y="196"/>
                  </a:lnTo>
                  <a:lnTo>
                    <a:pt x="2803" y="174"/>
                  </a:lnTo>
                  <a:lnTo>
                    <a:pt x="2786" y="155"/>
                  </a:lnTo>
                  <a:lnTo>
                    <a:pt x="2769" y="137"/>
                  </a:lnTo>
                  <a:lnTo>
                    <a:pt x="2751" y="120"/>
                  </a:lnTo>
                  <a:lnTo>
                    <a:pt x="2732" y="105"/>
                  </a:lnTo>
                  <a:lnTo>
                    <a:pt x="2711" y="90"/>
                  </a:lnTo>
                  <a:lnTo>
                    <a:pt x="2689" y="77"/>
                  </a:lnTo>
                  <a:lnTo>
                    <a:pt x="2666" y="64"/>
                  </a:lnTo>
                  <a:lnTo>
                    <a:pt x="2641" y="53"/>
                  </a:lnTo>
                  <a:lnTo>
                    <a:pt x="2616" y="43"/>
                  </a:lnTo>
                  <a:lnTo>
                    <a:pt x="2589" y="34"/>
                  </a:lnTo>
                  <a:lnTo>
                    <a:pt x="2560" y="26"/>
                  </a:lnTo>
                  <a:lnTo>
                    <a:pt x="2531" y="19"/>
                  </a:lnTo>
                  <a:lnTo>
                    <a:pt x="2499" y="14"/>
                  </a:lnTo>
                  <a:lnTo>
                    <a:pt x="2468" y="9"/>
                  </a:lnTo>
                  <a:lnTo>
                    <a:pt x="2434" y="5"/>
                  </a:lnTo>
                  <a:lnTo>
                    <a:pt x="2399" y="2"/>
                  </a:lnTo>
                  <a:lnTo>
                    <a:pt x="2362" y="1"/>
                  </a:lnTo>
                  <a:lnTo>
                    <a:pt x="2325" y="0"/>
                  </a:lnTo>
                  <a:lnTo>
                    <a:pt x="581" y="0"/>
                  </a:lnTo>
                  <a:lnTo>
                    <a:pt x="544" y="1"/>
                  </a:lnTo>
                  <a:lnTo>
                    <a:pt x="507" y="2"/>
                  </a:lnTo>
                  <a:lnTo>
                    <a:pt x="472" y="5"/>
                  </a:lnTo>
                  <a:lnTo>
                    <a:pt x="438" y="9"/>
                  </a:lnTo>
                  <a:lnTo>
                    <a:pt x="407" y="14"/>
                  </a:lnTo>
                  <a:lnTo>
                    <a:pt x="376" y="19"/>
                  </a:lnTo>
                  <a:lnTo>
                    <a:pt x="346" y="26"/>
                  </a:lnTo>
                  <a:lnTo>
                    <a:pt x="318" y="34"/>
                  </a:lnTo>
                  <a:lnTo>
                    <a:pt x="291" y="43"/>
                  </a:lnTo>
                  <a:lnTo>
                    <a:pt x="266" y="53"/>
                  </a:lnTo>
                  <a:lnTo>
                    <a:pt x="241" y="64"/>
                  </a:lnTo>
                  <a:lnTo>
                    <a:pt x="217" y="77"/>
                  </a:lnTo>
                  <a:lnTo>
                    <a:pt x="196" y="90"/>
                  </a:lnTo>
                  <a:lnTo>
                    <a:pt x="175" y="105"/>
                  </a:lnTo>
                  <a:lnTo>
                    <a:pt x="155" y="120"/>
                  </a:lnTo>
                  <a:lnTo>
                    <a:pt x="137" y="137"/>
                  </a:lnTo>
                  <a:lnTo>
                    <a:pt x="121" y="155"/>
                  </a:lnTo>
                  <a:lnTo>
                    <a:pt x="105" y="174"/>
                  </a:lnTo>
                  <a:lnTo>
                    <a:pt x="90" y="196"/>
                  </a:lnTo>
                  <a:lnTo>
                    <a:pt x="77" y="217"/>
                  </a:lnTo>
                  <a:lnTo>
                    <a:pt x="64" y="241"/>
                  </a:lnTo>
                  <a:lnTo>
                    <a:pt x="53" y="264"/>
                  </a:lnTo>
                  <a:lnTo>
                    <a:pt x="43" y="290"/>
                  </a:lnTo>
                  <a:lnTo>
                    <a:pt x="34" y="317"/>
                  </a:lnTo>
                  <a:lnTo>
                    <a:pt x="26" y="345"/>
                  </a:lnTo>
                  <a:lnTo>
                    <a:pt x="20" y="375"/>
                  </a:lnTo>
                  <a:lnTo>
                    <a:pt x="13" y="406"/>
                  </a:lnTo>
                  <a:lnTo>
                    <a:pt x="8" y="438"/>
                  </a:lnTo>
                  <a:lnTo>
                    <a:pt x="5" y="471"/>
                  </a:lnTo>
                  <a:lnTo>
                    <a:pt x="3" y="506"/>
                  </a:lnTo>
                  <a:lnTo>
                    <a:pt x="2" y="542"/>
                  </a:lnTo>
                  <a:lnTo>
                    <a:pt x="0" y="579"/>
                  </a:lnTo>
                  <a:lnTo>
                    <a:pt x="0" y="139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pl-PL" sz="4267">
                <a:solidFill>
                  <a:schemeClr val="tx2"/>
                </a:solidFill>
              </a:endParaRPr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B53D75DE-FB2F-23E2-502F-A1E5CDE2EC2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52726" y="3114675"/>
              <a:ext cx="922338" cy="628650"/>
            </a:xfrm>
            <a:custGeom>
              <a:avLst/>
              <a:gdLst>
                <a:gd name="T0" fmla="*/ 2903 w 2906"/>
                <a:gd name="T1" fmla="*/ 136 h 1980"/>
                <a:gd name="T2" fmla="*/ 2888 w 2906"/>
                <a:gd name="T3" fmla="*/ 87 h 1980"/>
                <a:gd name="T4" fmla="*/ 2860 w 2906"/>
                <a:gd name="T5" fmla="*/ 47 h 1980"/>
                <a:gd name="T6" fmla="*/ 2822 w 2906"/>
                <a:gd name="T7" fmla="*/ 19 h 1980"/>
                <a:gd name="T8" fmla="*/ 2772 w 2906"/>
                <a:gd name="T9" fmla="*/ 3 h 1980"/>
                <a:gd name="T10" fmla="*/ 1975 w 2906"/>
                <a:gd name="T11" fmla="*/ 0 h 1980"/>
                <a:gd name="T12" fmla="*/ 1867 w 2906"/>
                <a:gd name="T13" fmla="*/ 5 h 1980"/>
                <a:gd name="T14" fmla="*/ 1771 w 2906"/>
                <a:gd name="T15" fmla="*/ 19 h 1980"/>
                <a:gd name="T16" fmla="*/ 1687 w 2906"/>
                <a:gd name="T17" fmla="*/ 43 h 1980"/>
                <a:gd name="T18" fmla="*/ 1614 w 2906"/>
                <a:gd name="T19" fmla="*/ 77 h 1980"/>
                <a:gd name="T20" fmla="*/ 1551 w 2906"/>
                <a:gd name="T21" fmla="*/ 122 h 1980"/>
                <a:gd name="T22" fmla="*/ 1499 w 2906"/>
                <a:gd name="T23" fmla="*/ 177 h 1980"/>
                <a:gd name="T24" fmla="*/ 1459 w 2906"/>
                <a:gd name="T25" fmla="*/ 242 h 1980"/>
                <a:gd name="T26" fmla="*/ 1428 w 2906"/>
                <a:gd name="T27" fmla="*/ 320 h 1980"/>
                <a:gd name="T28" fmla="*/ 1407 w 2906"/>
                <a:gd name="T29" fmla="*/ 408 h 1980"/>
                <a:gd name="T30" fmla="*/ 1397 w 2906"/>
                <a:gd name="T31" fmla="*/ 509 h 1980"/>
                <a:gd name="T32" fmla="*/ 1395 w 2906"/>
                <a:gd name="T33" fmla="*/ 1398 h 1980"/>
                <a:gd name="T34" fmla="*/ 1387 w 2906"/>
                <a:gd name="T35" fmla="*/ 1479 h 1980"/>
                <a:gd name="T36" fmla="*/ 1372 w 2906"/>
                <a:gd name="T37" fmla="*/ 1523 h 1980"/>
                <a:gd name="T38" fmla="*/ 1358 w 2906"/>
                <a:gd name="T39" fmla="*/ 1551 h 1980"/>
                <a:gd name="T40" fmla="*/ 1337 w 2906"/>
                <a:gd name="T41" fmla="*/ 1575 h 1980"/>
                <a:gd name="T42" fmla="*/ 1314 w 2906"/>
                <a:gd name="T43" fmla="*/ 1594 h 1980"/>
                <a:gd name="T44" fmla="*/ 1286 w 2906"/>
                <a:gd name="T45" fmla="*/ 1609 h 1980"/>
                <a:gd name="T46" fmla="*/ 1241 w 2906"/>
                <a:gd name="T47" fmla="*/ 1623 h 1980"/>
                <a:gd name="T48" fmla="*/ 1158 w 2906"/>
                <a:gd name="T49" fmla="*/ 1631 h 1980"/>
                <a:gd name="T50" fmla="*/ 130 w 2906"/>
                <a:gd name="T51" fmla="*/ 1634 h 1980"/>
                <a:gd name="T52" fmla="*/ 82 w 2906"/>
                <a:gd name="T53" fmla="*/ 1650 h 1980"/>
                <a:gd name="T54" fmla="*/ 45 w 2906"/>
                <a:gd name="T55" fmla="*/ 1679 h 1980"/>
                <a:gd name="T56" fmla="*/ 18 w 2906"/>
                <a:gd name="T57" fmla="*/ 1718 h 1980"/>
                <a:gd name="T58" fmla="*/ 3 w 2906"/>
                <a:gd name="T59" fmla="*/ 1769 h 1980"/>
                <a:gd name="T60" fmla="*/ 1 w 2906"/>
                <a:gd name="T61" fmla="*/ 1826 h 1980"/>
                <a:gd name="T62" fmla="*/ 11 w 2906"/>
                <a:gd name="T63" fmla="*/ 1878 h 1980"/>
                <a:gd name="T64" fmla="*/ 35 w 2906"/>
                <a:gd name="T65" fmla="*/ 1920 h 1980"/>
                <a:gd name="T66" fmla="*/ 68 w 2906"/>
                <a:gd name="T67" fmla="*/ 1953 h 1980"/>
                <a:gd name="T68" fmla="*/ 113 w 2906"/>
                <a:gd name="T69" fmla="*/ 1973 h 1980"/>
                <a:gd name="T70" fmla="*/ 167 w 2906"/>
                <a:gd name="T71" fmla="*/ 1980 h 1980"/>
                <a:gd name="T72" fmla="*/ 1231 w 2906"/>
                <a:gd name="T73" fmla="*/ 1978 h 1980"/>
                <a:gd name="T74" fmla="*/ 1331 w 2906"/>
                <a:gd name="T75" fmla="*/ 1967 h 1980"/>
                <a:gd name="T76" fmla="*/ 1419 w 2906"/>
                <a:gd name="T77" fmla="*/ 1946 h 1980"/>
                <a:gd name="T78" fmla="*/ 1497 w 2906"/>
                <a:gd name="T79" fmla="*/ 1916 h 1980"/>
                <a:gd name="T80" fmla="*/ 1563 w 2906"/>
                <a:gd name="T81" fmla="*/ 1875 h 1980"/>
                <a:gd name="T82" fmla="*/ 1619 w 2906"/>
                <a:gd name="T83" fmla="*/ 1824 h 1980"/>
                <a:gd name="T84" fmla="*/ 1664 w 2906"/>
                <a:gd name="T85" fmla="*/ 1762 h 1980"/>
                <a:gd name="T86" fmla="*/ 1699 w 2906"/>
                <a:gd name="T87" fmla="*/ 1688 h 1980"/>
                <a:gd name="T88" fmla="*/ 1724 w 2906"/>
                <a:gd name="T89" fmla="*/ 1603 h 1980"/>
                <a:gd name="T90" fmla="*/ 1738 w 2906"/>
                <a:gd name="T91" fmla="*/ 1506 h 1980"/>
                <a:gd name="T92" fmla="*/ 1743 w 2906"/>
                <a:gd name="T93" fmla="*/ 1398 h 1980"/>
                <a:gd name="T94" fmla="*/ 1746 w 2906"/>
                <a:gd name="T95" fmla="*/ 523 h 1980"/>
                <a:gd name="T96" fmla="*/ 1759 w 2906"/>
                <a:gd name="T97" fmla="*/ 462 h 1980"/>
                <a:gd name="T98" fmla="*/ 1772 w 2906"/>
                <a:gd name="T99" fmla="*/ 433 h 1980"/>
                <a:gd name="T100" fmla="*/ 1789 w 2906"/>
                <a:gd name="T101" fmla="*/ 408 h 1980"/>
                <a:gd name="T102" fmla="*/ 1810 w 2906"/>
                <a:gd name="T103" fmla="*/ 388 h 1980"/>
                <a:gd name="T104" fmla="*/ 1837 w 2906"/>
                <a:gd name="T105" fmla="*/ 374 h 1980"/>
                <a:gd name="T106" fmla="*/ 1867 w 2906"/>
                <a:gd name="T107" fmla="*/ 362 h 1980"/>
                <a:gd name="T108" fmla="*/ 1945 w 2906"/>
                <a:gd name="T109" fmla="*/ 351 h 1980"/>
                <a:gd name="T110" fmla="*/ 2751 w 2906"/>
                <a:gd name="T111" fmla="*/ 349 h 1980"/>
                <a:gd name="T112" fmla="*/ 2806 w 2906"/>
                <a:gd name="T113" fmla="*/ 338 h 1980"/>
                <a:gd name="T114" fmla="*/ 2849 w 2906"/>
                <a:gd name="T115" fmla="*/ 313 h 1980"/>
                <a:gd name="T116" fmla="*/ 2881 w 2906"/>
                <a:gd name="T117" fmla="*/ 277 h 1980"/>
                <a:gd name="T118" fmla="*/ 2900 w 2906"/>
                <a:gd name="T119" fmla="*/ 231 h 1980"/>
                <a:gd name="T120" fmla="*/ 2906 w 2906"/>
                <a:gd name="T121" fmla="*/ 174 h 1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06" h="1980">
                  <a:moveTo>
                    <a:pt x="2906" y="174"/>
                  </a:moveTo>
                  <a:lnTo>
                    <a:pt x="2905" y="155"/>
                  </a:lnTo>
                  <a:lnTo>
                    <a:pt x="2903" y="136"/>
                  </a:lnTo>
                  <a:lnTo>
                    <a:pt x="2900" y="119"/>
                  </a:lnTo>
                  <a:lnTo>
                    <a:pt x="2894" y="102"/>
                  </a:lnTo>
                  <a:lnTo>
                    <a:pt x="2888" y="87"/>
                  </a:lnTo>
                  <a:lnTo>
                    <a:pt x="2881" y="72"/>
                  </a:lnTo>
                  <a:lnTo>
                    <a:pt x="2872" y="60"/>
                  </a:lnTo>
                  <a:lnTo>
                    <a:pt x="2860" y="47"/>
                  </a:lnTo>
                  <a:lnTo>
                    <a:pt x="2849" y="36"/>
                  </a:lnTo>
                  <a:lnTo>
                    <a:pt x="2836" y="27"/>
                  </a:lnTo>
                  <a:lnTo>
                    <a:pt x="2822" y="19"/>
                  </a:lnTo>
                  <a:lnTo>
                    <a:pt x="2806" y="12"/>
                  </a:lnTo>
                  <a:lnTo>
                    <a:pt x="2790" y="7"/>
                  </a:lnTo>
                  <a:lnTo>
                    <a:pt x="2772" y="3"/>
                  </a:lnTo>
                  <a:lnTo>
                    <a:pt x="2751" y="1"/>
                  </a:lnTo>
                  <a:lnTo>
                    <a:pt x="2731" y="0"/>
                  </a:lnTo>
                  <a:lnTo>
                    <a:pt x="1975" y="0"/>
                  </a:lnTo>
                  <a:lnTo>
                    <a:pt x="1938" y="1"/>
                  </a:lnTo>
                  <a:lnTo>
                    <a:pt x="1902" y="2"/>
                  </a:lnTo>
                  <a:lnTo>
                    <a:pt x="1867" y="5"/>
                  </a:lnTo>
                  <a:lnTo>
                    <a:pt x="1834" y="9"/>
                  </a:lnTo>
                  <a:lnTo>
                    <a:pt x="1802" y="14"/>
                  </a:lnTo>
                  <a:lnTo>
                    <a:pt x="1771" y="19"/>
                  </a:lnTo>
                  <a:lnTo>
                    <a:pt x="1742" y="26"/>
                  </a:lnTo>
                  <a:lnTo>
                    <a:pt x="1714" y="34"/>
                  </a:lnTo>
                  <a:lnTo>
                    <a:pt x="1687" y="43"/>
                  </a:lnTo>
                  <a:lnTo>
                    <a:pt x="1661" y="53"/>
                  </a:lnTo>
                  <a:lnTo>
                    <a:pt x="1636" y="64"/>
                  </a:lnTo>
                  <a:lnTo>
                    <a:pt x="1614" y="77"/>
                  </a:lnTo>
                  <a:lnTo>
                    <a:pt x="1591" y="91"/>
                  </a:lnTo>
                  <a:lnTo>
                    <a:pt x="1571" y="106"/>
                  </a:lnTo>
                  <a:lnTo>
                    <a:pt x="1551" y="122"/>
                  </a:lnTo>
                  <a:lnTo>
                    <a:pt x="1533" y="138"/>
                  </a:lnTo>
                  <a:lnTo>
                    <a:pt x="1516" y="156"/>
                  </a:lnTo>
                  <a:lnTo>
                    <a:pt x="1499" y="177"/>
                  </a:lnTo>
                  <a:lnTo>
                    <a:pt x="1484" y="197"/>
                  </a:lnTo>
                  <a:lnTo>
                    <a:pt x="1471" y="219"/>
                  </a:lnTo>
                  <a:lnTo>
                    <a:pt x="1459" y="242"/>
                  </a:lnTo>
                  <a:lnTo>
                    <a:pt x="1447" y="267"/>
                  </a:lnTo>
                  <a:lnTo>
                    <a:pt x="1437" y="293"/>
                  </a:lnTo>
                  <a:lnTo>
                    <a:pt x="1428" y="320"/>
                  </a:lnTo>
                  <a:lnTo>
                    <a:pt x="1420" y="348"/>
                  </a:lnTo>
                  <a:lnTo>
                    <a:pt x="1414" y="377"/>
                  </a:lnTo>
                  <a:lnTo>
                    <a:pt x="1407" y="408"/>
                  </a:lnTo>
                  <a:lnTo>
                    <a:pt x="1402" y="441"/>
                  </a:lnTo>
                  <a:lnTo>
                    <a:pt x="1399" y="474"/>
                  </a:lnTo>
                  <a:lnTo>
                    <a:pt x="1397" y="509"/>
                  </a:lnTo>
                  <a:lnTo>
                    <a:pt x="1395" y="546"/>
                  </a:lnTo>
                  <a:lnTo>
                    <a:pt x="1395" y="583"/>
                  </a:lnTo>
                  <a:lnTo>
                    <a:pt x="1395" y="1398"/>
                  </a:lnTo>
                  <a:lnTo>
                    <a:pt x="1393" y="1427"/>
                  </a:lnTo>
                  <a:lnTo>
                    <a:pt x="1391" y="1455"/>
                  </a:lnTo>
                  <a:lnTo>
                    <a:pt x="1387" y="1479"/>
                  </a:lnTo>
                  <a:lnTo>
                    <a:pt x="1380" y="1502"/>
                  </a:lnTo>
                  <a:lnTo>
                    <a:pt x="1377" y="1513"/>
                  </a:lnTo>
                  <a:lnTo>
                    <a:pt x="1372" y="1523"/>
                  </a:lnTo>
                  <a:lnTo>
                    <a:pt x="1368" y="1533"/>
                  </a:lnTo>
                  <a:lnTo>
                    <a:pt x="1363" y="1542"/>
                  </a:lnTo>
                  <a:lnTo>
                    <a:pt x="1358" y="1551"/>
                  </a:lnTo>
                  <a:lnTo>
                    <a:pt x="1351" y="1559"/>
                  </a:lnTo>
                  <a:lnTo>
                    <a:pt x="1345" y="1567"/>
                  </a:lnTo>
                  <a:lnTo>
                    <a:pt x="1337" y="1575"/>
                  </a:lnTo>
                  <a:lnTo>
                    <a:pt x="1331" y="1582"/>
                  </a:lnTo>
                  <a:lnTo>
                    <a:pt x="1323" y="1589"/>
                  </a:lnTo>
                  <a:lnTo>
                    <a:pt x="1314" y="1594"/>
                  </a:lnTo>
                  <a:lnTo>
                    <a:pt x="1305" y="1600"/>
                  </a:lnTo>
                  <a:lnTo>
                    <a:pt x="1296" y="1604"/>
                  </a:lnTo>
                  <a:lnTo>
                    <a:pt x="1286" y="1609"/>
                  </a:lnTo>
                  <a:lnTo>
                    <a:pt x="1276" y="1613"/>
                  </a:lnTo>
                  <a:lnTo>
                    <a:pt x="1264" y="1617"/>
                  </a:lnTo>
                  <a:lnTo>
                    <a:pt x="1241" y="1623"/>
                  </a:lnTo>
                  <a:lnTo>
                    <a:pt x="1215" y="1628"/>
                  </a:lnTo>
                  <a:lnTo>
                    <a:pt x="1187" y="1630"/>
                  </a:lnTo>
                  <a:lnTo>
                    <a:pt x="1158" y="1631"/>
                  </a:lnTo>
                  <a:lnTo>
                    <a:pt x="167" y="1631"/>
                  </a:lnTo>
                  <a:lnTo>
                    <a:pt x="148" y="1631"/>
                  </a:lnTo>
                  <a:lnTo>
                    <a:pt x="130" y="1634"/>
                  </a:lnTo>
                  <a:lnTo>
                    <a:pt x="113" y="1638"/>
                  </a:lnTo>
                  <a:lnTo>
                    <a:pt x="97" y="1644"/>
                  </a:lnTo>
                  <a:lnTo>
                    <a:pt x="82" y="1650"/>
                  </a:lnTo>
                  <a:lnTo>
                    <a:pt x="68" y="1658"/>
                  </a:lnTo>
                  <a:lnTo>
                    <a:pt x="56" y="1667"/>
                  </a:lnTo>
                  <a:lnTo>
                    <a:pt x="45" y="1679"/>
                  </a:lnTo>
                  <a:lnTo>
                    <a:pt x="35" y="1690"/>
                  </a:lnTo>
                  <a:lnTo>
                    <a:pt x="26" y="1703"/>
                  </a:lnTo>
                  <a:lnTo>
                    <a:pt x="18" y="1718"/>
                  </a:lnTo>
                  <a:lnTo>
                    <a:pt x="11" y="1734"/>
                  </a:lnTo>
                  <a:lnTo>
                    <a:pt x="6" y="1751"/>
                  </a:lnTo>
                  <a:lnTo>
                    <a:pt x="3" y="1769"/>
                  </a:lnTo>
                  <a:lnTo>
                    <a:pt x="1" y="1787"/>
                  </a:lnTo>
                  <a:lnTo>
                    <a:pt x="0" y="1807"/>
                  </a:lnTo>
                  <a:lnTo>
                    <a:pt x="1" y="1826"/>
                  </a:lnTo>
                  <a:lnTo>
                    <a:pt x="3" y="1844"/>
                  </a:lnTo>
                  <a:lnTo>
                    <a:pt x="6" y="1862"/>
                  </a:lnTo>
                  <a:lnTo>
                    <a:pt x="11" y="1878"/>
                  </a:lnTo>
                  <a:lnTo>
                    <a:pt x="18" y="1893"/>
                  </a:lnTo>
                  <a:lnTo>
                    <a:pt x="26" y="1907"/>
                  </a:lnTo>
                  <a:lnTo>
                    <a:pt x="35" y="1920"/>
                  </a:lnTo>
                  <a:lnTo>
                    <a:pt x="45" y="1933"/>
                  </a:lnTo>
                  <a:lnTo>
                    <a:pt x="56" y="1943"/>
                  </a:lnTo>
                  <a:lnTo>
                    <a:pt x="68" y="1953"/>
                  </a:lnTo>
                  <a:lnTo>
                    <a:pt x="82" y="1961"/>
                  </a:lnTo>
                  <a:lnTo>
                    <a:pt x="97" y="1968"/>
                  </a:lnTo>
                  <a:lnTo>
                    <a:pt x="113" y="1973"/>
                  </a:lnTo>
                  <a:lnTo>
                    <a:pt x="130" y="1977"/>
                  </a:lnTo>
                  <a:lnTo>
                    <a:pt x="148" y="1979"/>
                  </a:lnTo>
                  <a:lnTo>
                    <a:pt x="167" y="1980"/>
                  </a:lnTo>
                  <a:lnTo>
                    <a:pt x="1158" y="1980"/>
                  </a:lnTo>
                  <a:lnTo>
                    <a:pt x="1195" y="1980"/>
                  </a:lnTo>
                  <a:lnTo>
                    <a:pt x="1231" y="1978"/>
                  </a:lnTo>
                  <a:lnTo>
                    <a:pt x="1265" y="1976"/>
                  </a:lnTo>
                  <a:lnTo>
                    <a:pt x="1299" y="1972"/>
                  </a:lnTo>
                  <a:lnTo>
                    <a:pt x="1331" y="1967"/>
                  </a:lnTo>
                  <a:lnTo>
                    <a:pt x="1362" y="1961"/>
                  </a:lnTo>
                  <a:lnTo>
                    <a:pt x="1391" y="1954"/>
                  </a:lnTo>
                  <a:lnTo>
                    <a:pt x="1419" y="1946"/>
                  </a:lnTo>
                  <a:lnTo>
                    <a:pt x="1446" y="1937"/>
                  </a:lnTo>
                  <a:lnTo>
                    <a:pt x="1472" y="1927"/>
                  </a:lnTo>
                  <a:lnTo>
                    <a:pt x="1497" y="1916"/>
                  </a:lnTo>
                  <a:lnTo>
                    <a:pt x="1520" y="1904"/>
                  </a:lnTo>
                  <a:lnTo>
                    <a:pt x="1543" y="1890"/>
                  </a:lnTo>
                  <a:lnTo>
                    <a:pt x="1563" y="1875"/>
                  </a:lnTo>
                  <a:lnTo>
                    <a:pt x="1583" y="1859"/>
                  </a:lnTo>
                  <a:lnTo>
                    <a:pt x="1602" y="1842"/>
                  </a:lnTo>
                  <a:lnTo>
                    <a:pt x="1619" y="1824"/>
                  </a:lnTo>
                  <a:lnTo>
                    <a:pt x="1635" y="1805"/>
                  </a:lnTo>
                  <a:lnTo>
                    <a:pt x="1651" y="1783"/>
                  </a:lnTo>
                  <a:lnTo>
                    <a:pt x="1664" y="1762"/>
                  </a:lnTo>
                  <a:lnTo>
                    <a:pt x="1678" y="1738"/>
                  </a:lnTo>
                  <a:lnTo>
                    <a:pt x="1689" y="1713"/>
                  </a:lnTo>
                  <a:lnTo>
                    <a:pt x="1699" y="1688"/>
                  </a:lnTo>
                  <a:lnTo>
                    <a:pt x="1708" y="1661"/>
                  </a:lnTo>
                  <a:lnTo>
                    <a:pt x="1717" y="1632"/>
                  </a:lnTo>
                  <a:lnTo>
                    <a:pt x="1724" y="1603"/>
                  </a:lnTo>
                  <a:lnTo>
                    <a:pt x="1729" y="1572"/>
                  </a:lnTo>
                  <a:lnTo>
                    <a:pt x="1735" y="1540"/>
                  </a:lnTo>
                  <a:lnTo>
                    <a:pt x="1738" y="1506"/>
                  </a:lnTo>
                  <a:lnTo>
                    <a:pt x="1741" y="1472"/>
                  </a:lnTo>
                  <a:lnTo>
                    <a:pt x="1743" y="1436"/>
                  </a:lnTo>
                  <a:lnTo>
                    <a:pt x="1743" y="1398"/>
                  </a:lnTo>
                  <a:lnTo>
                    <a:pt x="1743" y="583"/>
                  </a:lnTo>
                  <a:lnTo>
                    <a:pt x="1744" y="551"/>
                  </a:lnTo>
                  <a:lnTo>
                    <a:pt x="1746" y="523"/>
                  </a:lnTo>
                  <a:lnTo>
                    <a:pt x="1751" y="497"/>
                  </a:lnTo>
                  <a:lnTo>
                    <a:pt x="1755" y="474"/>
                  </a:lnTo>
                  <a:lnTo>
                    <a:pt x="1759" y="462"/>
                  </a:lnTo>
                  <a:lnTo>
                    <a:pt x="1763" y="452"/>
                  </a:lnTo>
                  <a:lnTo>
                    <a:pt x="1767" y="442"/>
                  </a:lnTo>
                  <a:lnTo>
                    <a:pt x="1772" y="433"/>
                  </a:lnTo>
                  <a:lnTo>
                    <a:pt x="1778" y="424"/>
                  </a:lnTo>
                  <a:lnTo>
                    <a:pt x="1783" y="416"/>
                  </a:lnTo>
                  <a:lnTo>
                    <a:pt x="1789" y="408"/>
                  </a:lnTo>
                  <a:lnTo>
                    <a:pt x="1796" y="402"/>
                  </a:lnTo>
                  <a:lnTo>
                    <a:pt x="1803" y="395"/>
                  </a:lnTo>
                  <a:lnTo>
                    <a:pt x="1810" y="388"/>
                  </a:lnTo>
                  <a:lnTo>
                    <a:pt x="1819" y="383"/>
                  </a:lnTo>
                  <a:lnTo>
                    <a:pt x="1827" y="378"/>
                  </a:lnTo>
                  <a:lnTo>
                    <a:pt x="1837" y="374"/>
                  </a:lnTo>
                  <a:lnTo>
                    <a:pt x="1846" y="369"/>
                  </a:lnTo>
                  <a:lnTo>
                    <a:pt x="1857" y="366"/>
                  </a:lnTo>
                  <a:lnTo>
                    <a:pt x="1867" y="362"/>
                  </a:lnTo>
                  <a:lnTo>
                    <a:pt x="1891" y="357"/>
                  </a:lnTo>
                  <a:lnTo>
                    <a:pt x="1917" y="353"/>
                  </a:lnTo>
                  <a:lnTo>
                    <a:pt x="1945" y="351"/>
                  </a:lnTo>
                  <a:lnTo>
                    <a:pt x="1975" y="350"/>
                  </a:lnTo>
                  <a:lnTo>
                    <a:pt x="2731" y="350"/>
                  </a:lnTo>
                  <a:lnTo>
                    <a:pt x="2751" y="349"/>
                  </a:lnTo>
                  <a:lnTo>
                    <a:pt x="2772" y="347"/>
                  </a:lnTo>
                  <a:lnTo>
                    <a:pt x="2790" y="343"/>
                  </a:lnTo>
                  <a:lnTo>
                    <a:pt x="2806" y="338"/>
                  </a:lnTo>
                  <a:lnTo>
                    <a:pt x="2822" y="331"/>
                  </a:lnTo>
                  <a:lnTo>
                    <a:pt x="2837" y="323"/>
                  </a:lnTo>
                  <a:lnTo>
                    <a:pt x="2849" y="313"/>
                  </a:lnTo>
                  <a:lnTo>
                    <a:pt x="2861" y="303"/>
                  </a:lnTo>
                  <a:lnTo>
                    <a:pt x="2872" y="290"/>
                  </a:lnTo>
                  <a:lnTo>
                    <a:pt x="2881" y="277"/>
                  </a:lnTo>
                  <a:lnTo>
                    <a:pt x="2888" y="263"/>
                  </a:lnTo>
                  <a:lnTo>
                    <a:pt x="2894" y="248"/>
                  </a:lnTo>
                  <a:lnTo>
                    <a:pt x="2900" y="231"/>
                  </a:lnTo>
                  <a:lnTo>
                    <a:pt x="2903" y="213"/>
                  </a:lnTo>
                  <a:lnTo>
                    <a:pt x="2905" y="195"/>
                  </a:lnTo>
                  <a:lnTo>
                    <a:pt x="2906" y="17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pl-PL" sz="4267">
                <a:solidFill>
                  <a:schemeClr val="tx2"/>
                </a:solidFill>
              </a:endParaRPr>
            </a:p>
          </p:txBody>
        </p:sp>
      </p:grpSp>
      <p:sp>
        <p:nvSpPr>
          <p:cNvPr id="15" name="Shape 3">
            <a:extLst>
              <a:ext uri="{FF2B5EF4-FFF2-40B4-BE49-F238E27FC236}">
                <a16:creationId xmlns:a16="http://schemas.microsoft.com/office/drawing/2014/main" id="{47C8B77A-608E-1B3E-36F8-9BBA8BFA6098}"/>
              </a:ext>
            </a:extLst>
          </p:cNvPr>
          <p:cNvSpPr/>
          <p:nvPr/>
        </p:nvSpPr>
        <p:spPr>
          <a:xfrm>
            <a:off x="4940188" y="4465122"/>
            <a:ext cx="997474" cy="760020"/>
          </a:xfrm>
          <a:prstGeom prst="rect">
            <a:avLst/>
          </a:prstGeom>
          <a:solidFill>
            <a:srgbClr val="5B9BD5">
              <a:alpha val="25000"/>
            </a:srgbClr>
          </a:solidFill>
          <a:ln w="2286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9EC0691E-17CB-7424-62B7-0AD563718C6C}"/>
              </a:ext>
            </a:extLst>
          </p:cNvPr>
          <p:cNvSpPr/>
          <p:nvPr/>
        </p:nvSpPr>
        <p:spPr>
          <a:xfrm>
            <a:off x="3820430" y="4465122"/>
            <a:ext cx="997474" cy="760020"/>
          </a:xfrm>
          <a:prstGeom prst="rect">
            <a:avLst/>
          </a:prstGeom>
          <a:solidFill>
            <a:srgbClr val="5B9BD5">
              <a:alpha val="25000"/>
            </a:srgbClr>
          </a:solidFill>
          <a:ln w="2286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138BDD0A-7869-9B9D-8795-DCFD49DECA7F}"/>
              </a:ext>
            </a:extLst>
          </p:cNvPr>
          <p:cNvSpPr/>
          <p:nvPr/>
        </p:nvSpPr>
        <p:spPr>
          <a:xfrm>
            <a:off x="3923777" y="3629149"/>
            <a:ext cx="4429523" cy="688769"/>
          </a:xfrm>
          <a:prstGeom prst="rect">
            <a:avLst/>
          </a:prstGeom>
          <a:solidFill>
            <a:srgbClr val="FFC000">
              <a:alpha val="25000"/>
            </a:srgbClr>
          </a:solidFill>
          <a:ln w="2286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6DC77AEC-2D85-C013-4BB2-4E705D5770EC}"/>
              </a:ext>
            </a:extLst>
          </p:cNvPr>
          <p:cNvSpPr/>
          <p:nvPr/>
        </p:nvSpPr>
        <p:spPr>
          <a:xfrm>
            <a:off x="8068774" y="2939993"/>
            <a:ext cx="1054335" cy="541952"/>
          </a:xfrm>
          <a:prstGeom prst="rect">
            <a:avLst/>
          </a:prstGeom>
          <a:solidFill>
            <a:srgbClr val="70AD47">
              <a:alpha val="25000"/>
            </a:srgbClr>
          </a:solidFill>
          <a:ln w="2286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4824E-5012-7049-402C-FCBCECE59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D52010B-78FE-9FE4-40FE-D26DF90E7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 se připojit? 5 kroků.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2320CB4-F5D8-D57A-A8D2-6241A0EB6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2167003"/>
            <a:ext cx="9900000" cy="3915521"/>
          </a:xfrm>
        </p:spPr>
        <p:txBody>
          <a:bodyPr>
            <a:normAutofit fontScale="92500" lnSpcReduction="20000"/>
          </a:bodyPr>
          <a:lstStyle/>
          <a:p>
            <a:r>
              <a:rPr lang="cs-CZ" b="1" dirty="0"/>
              <a:t>Vymezení </a:t>
            </a:r>
            <a:endParaRPr lang="en-US" b="1" dirty="0"/>
          </a:p>
          <a:p>
            <a:pPr lvl="1"/>
            <a:r>
              <a:rPr lang="cs-CZ" sz="1600" dirty="0"/>
              <a:t>výběr agend a služeb, které má chatbot pokrývat (OVM)</a:t>
            </a:r>
          </a:p>
          <a:p>
            <a:r>
              <a:rPr lang="cs-CZ" b="1" dirty="0"/>
              <a:t>Příprava</a:t>
            </a:r>
            <a:endParaRPr lang="en-US" b="1" dirty="0"/>
          </a:p>
          <a:p>
            <a:pPr lvl="1"/>
            <a:r>
              <a:rPr lang="cs-CZ" sz="1600" dirty="0"/>
              <a:t>v</a:t>
            </a:r>
            <a:r>
              <a:rPr lang="en-US" sz="1600" dirty="0" err="1"/>
              <a:t>ytvo</a:t>
            </a:r>
            <a:r>
              <a:rPr lang="cs-CZ" sz="1600" dirty="0" err="1"/>
              <a:t>ření</a:t>
            </a:r>
            <a:r>
              <a:rPr lang="cs-CZ" sz="1600" dirty="0"/>
              <a:t> </a:t>
            </a:r>
            <a:r>
              <a:rPr lang="cs-CZ" sz="1600" dirty="0" err="1"/>
              <a:t>knowledge</a:t>
            </a:r>
            <a:r>
              <a:rPr lang="cs-CZ" sz="1600" dirty="0"/>
              <a:t> base, nahrání MD souborů do CMS (OVM)</a:t>
            </a:r>
          </a:p>
          <a:p>
            <a:pPr lvl="1"/>
            <a:r>
              <a:rPr lang="cs-CZ" sz="1600" dirty="0"/>
              <a:t>deploy chatbota (KCVS)</a:t>
            </a:r>
          </a:p>
          <a:p>
            <a:r>
              <a:rPr lang="cs-CZ" b="1" dirty="0"/>
              <a:t>Ověření </a:t>
            </a:r>
          </a:p>
          <a:p>
            <a:pPr lvl="1"/>
            <a:r>
              <a:rPr lang="cs-CZ" sz="1600" dirty="0"/>
              <a:t>testování v </a:t>
            </a:r>
            <a:r>
              <a:rPr lang="cs-CZ" sz="1600" dirty="0" err="1"/>
              <a:t>sandboxu</a:t>
            </a:r>
            <a:r>
              <a:rPr lang="cs-CZ" sz="1600" dirty="0"/>
              <a:t> (OVM), ladění (KCVS + OVM)</a:t>
            </a:r>
          </a:p>
          <a:p>
            <a:r>
              <a:rPr lang="cs-CZ" b="1" dirty="0" err="1"/>
              <a:t>Rollout</a:t>
            </a:r>
            <a:r>
              <a:rPr lang="cs-CZ" dirty="0"/>
              <a:t> </a:t>
            </a:r>
          </a:p>
          <a:p>
            <a:pPr lvl="1"/>
            <a:r>
              <a:rPr lang="cs-CZ" sz="1600" dirty="0"/>
              <a:t>vložení chatbota na stránky OVM </a:t>
            </a:r>
            <a:r>
              <a:rPr lang="en-US" sz="1600" dirty="0"/>
              <a:t>(html snippet)</a:t>
            </a:r>
            <a:r>
              <a:rPr lang="cs-CZ" sz="1600" dirty="0"/>
              <a:t>, spuštění pro veřejnost (OVM), </a:t>
            </a:r>
          </a:p>
          <a:p>
            <a:r>
              <a:rPr lang="cs-CZ" b="1" dirty="0"/>
              <a:t>Provoz </a:t>
            </a:r>
          </a:p>
          <a:p>
            <a:pPr lvl="1"/>
            <a:r>
              <a:rPr lang="cs-CZ" sz="1600" dirty="0"/>
              <a:t>vyhodnocování dotazů, průběžná aktualizace obsahu (OVM), provoz v KCVS</a:t>
            </a:r>
          </a:p>
          <a:p>
            <a:pPr lvl="1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7922130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6863690D-562D-2ABC-C519-942F07831A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216" y="-1818"/>
            <a:ext cx="10289727" cy="6859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113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6A44D-C781-22B6-A427-E865F73EF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91CE441-684A-28EC-29FD-224D0FA36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Dopad na KCVS a na AI ve veřejné správě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1486BD6-941C-528E-367D-E454F7138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00" y="2167003"/>
            <a:ext cx="9900000" cy="3915521"/>
          </a:xfrm>
        </p:spPr>
        <p:txBody>
          <a:bodyPr>
            <a:normAutofit/>
          </a:bodyPr>
          <a:lstStyle/>
          <a:p>
            <a:r>
              <a:rPr lang="cs-CZ" dirty="0"/>
              <a:t>Vzniká katalog chatbotů a znalostních databází systematicky navázaný na agendy a služby</a:t>
            </a:r>
            <a:endParaRPr lang="en-US" dirty="0"/>
          </a:p>
          <a:p>
            <a:pPr lvl="1"/>
            <a:r>
              <a:rPr lang="cs-CZ" sz="1400" dirty="0"/>
              <a:t>Může se stát základem </a:t>
            </a:r>
            <a:r>
              <a:rPr lang="cs-CZ" sz="1400" b="1" dirty="0"/>
              <a:t>katalogu agentů </a:t>
            </a:r>
            <a:r>
              <a:rPr lang="cs-CZ" sz="1400" dirty="0"/>
              <a:t>nad službami a agendami VS.</a:t>
            </a:r>
          </a:p>
          <a:p>
            <a:r>
              <a:rPr lang="cs-CZ" dirty="0"/>
              <a:t>Vzniká jednotné místo řízení AI služeb</a:t>
            </a:r>
          </a:p>
          <a:p>
            <a:pPr lvl="1"/>
            <a:r>
              <a:rPr lang="cs-CZ" sz="1400" dirty="0"/>
              <a:t>S metadatovým provázáním na katalog služeb veřejné správy.</a:t>
            </a:r>
          </a:p>
          <a:p>
            <a:r>
              <a:rPr lang="cs-CZ" dirty="0"/>
              <a:t>Chatbot nad navigačním rámcem může „vidět“ specializované chatboty </a:t>
            </a:r>
            <a:r>
              <a:rPr lang="it-IT" dirty="0"/>
              <a:t>a distribuovat na ně další konverzaci</a:t>
            </a:r>
            <a:r>
              <a:rPr lang="cs-CZ" dirty="0"/>
              <a:t> </a:t>
            </a:r>
          </a:p>
          <a:p>
            <a:pPr lvl="1"/>
            <a:r>
              <a:rPr lang="cs-CZ" sz="1400" b="1" dirty="0"/>
              <a:t>Je to první krok ke vzniku </a:t>
            </a:r>
            <a:r>
              <a:rPr lang="cs-CZ" sz="1400" b="1" dirty="0" err="1"/>
              <a:t>orchestrátoru</a:t>
            </a:r>
            <a:r>
              <a:rPr lang="cs-CZ" sz="1400" b="1" dirty="0"/>
              <a:t> agentů VS.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306736583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8F44EF-A44B-B59E-241A-DF00195E7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/>
              <a:t>Usnesení č. 8/3/2026</a:t>
            </a:r>
            <a:br>
              <a:rPr lang="cs-CZ" dirty="0"/>
            </a:br>
            <a:br>
              <a:rPr lang="cs-CZ" dirty="0"/>
            </a:br>
            <a:br>
              <a:rPr lang="cs-CZ" dirty="0"/>
            </a:br>
            <a:r>
              <a:rPr lang="cs-CZ" dirty="0"/>
              <a:t>Výbor bere na vědomí informace o </a:t>
            </a:r>
            <a:r>
              <a:rPr lang="cs-CZ" dirty="0" err="1"/>
              <a:t>patternech</a:t>
            </a:r>
            <a:r>
              <a:rPr lang="cs-CZ" dirty="0"/>
              <a:t> AI pro veřejnou správu</a:t>
            </a:r>
            <a:br>
              <a:rPr lang="cs-CZ" dirty="0"/>
            </a:br>
            <a:br>
              <a:rPr lang="cs-CZ" dirty="0"/>
            </a:b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91342381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3D20CAB-09DD-B37C-422D-260959A5C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Národní standard formátů pro archivaci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CDBA002-5378-E501-700B-AB4F9B8E77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311824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8DEF0-1162-A239-6955-C429E7AEF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EE629A4-72F4-E4B1-E5B6-18A7F4960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/>
              <a:t>Usnesení č. 9/3/2026</a:t>
            </a:r>
            <a:br>
              <a:rPr lang="cs-CZ" dirty="0"/>
            </a:br>
            <a:br>
              <a:rPr lang="cs-CZ" dirty="0"/>
            </a:br>
            <a:br>
              <a:rPr lang="cs-CZ" dirty="0"/>
            </a:br>
            <a:r>
              <a:rPr lang="cs-CZ" dirty="0"/>
              <a:t>Výbor schvaluje změny v Národním standardu formátů pro archivaci </a:t>
            </a:r>
            <a:br>
              <a:rPr lang="cs-CZ" dirty="0"/>
            </a:br>
            <a:br>
              <a:rPr lang="cs-CZ" dirty="0"/>
            </a:b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4403695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1668F-6220-F3F0-7EDD-018673696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6C0155E-4E07-A0C5-EA18-1937A8A03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Otázky a nejasnosti členů Výboru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B69B735-96F3-751E-61A9-09D7070F3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5231744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127878-7249-41F4-8CBC-B5C81373AD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Děkujeme</a:t>
            </a:r>
            <a:br>
              <a:rPr lang="cs-CZ" dirty="0"/>
            </a:br>
            <a:r>
              <a:rPr lang="cs-CZ" dirty="0"/>
              <a:t>za pozornost</a:t>
            </a:r>
          </a:p>
        </p:txBody>
      </p:sp>
      <p:sp>
        <p:nvSpPr>
          <p:cNvPr id="5" name="Zástupný symbol pro obsah 2">
            <a:extLst>
              <a:ext uri="{FF2B5EF4-FFF2-40B4-BE49-F238E27FC236}">
                <a16:creationId xmlns:a16="http://schemas.microsoft.com/office/drawing/2014/main" id="{78819B76-FCCF-20DD-93BA-079BCCC645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GB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6387024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JVS PPT Dark">
  <a:themeElements>
    <a:clrScheme name="JVS barvy">
      <a:dk1>
        <a:srgbClr val="545860"/>
      </a:dk1>
      <a:lt1>
        <a:srgbClr val="FFFFFF"/>
      </a:lt1>
      <a:dk2>
        <a:srgbClr val="0C1838"/>
      </a:dk2>
      <a:lt2>
        <a:srgbClr val="A7A9B3"/>
      </a:lt2>
      <a:accent1>
        <a:srgbClr val="00459B"/>
      </a:accent1>
      <a:accent2>
        <a:srgbClr val="D70C0F"/>
      </a:accent2>
      <a:accent3>
        <a:srgbClr val="F7C1B9"/>
      </a:accent3>
      <a:accent4>
        <a:srgbClr val="690527"/>
      </a:accent4>
      <a:accent5>
        <a:srgbClr val="9DC8E9"/>
      </a:accent5>
      <a:accent6>
        <a:srgbClr val="878A95"/>
      </a:accent6>
      <a:hlink>
        <a:srgbClr val="008C99"/>
      </a:hlink>
      <a:folHlink>
        <a:srgbClr val="452E73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zentace1" id="{3C1C3088-A14B-E946-90AB-2F4ACEE3640D}" vid="{BB8A01DC-28EA-A349-A194-470B7ECF3B05}"/>
    </a:ext>
  </a:extLst>
</a:theme>
</file>

<file path=ppt/theme/theme3.xml><?xml version="1.0" encoding="utf-8"?>
<a:theme xmlns:a="http://schemas.openxmlformats.org/drawingml/2006/main" name="JVS PPS Light">
  <a:themeElements>
    <a:clrScheme name="JVS UOSS 1">
      <a:dk1>
        <a:srgbClr val="545860"/>
      </a:dk1>
      <a:lt1>
        <a:srgbClr val="FFFFFF"/>
      </a:lt1>
      <a:dk2>
        <a:srgbClr val="0C1838"/>
      </a:dk2>
      <a:lt2>
        <a:srgbClr val="A7A9B3"/>
      </a:lt2>
      <a:accent1>
        <a:srgbClr val="00459B"/>
      </a:accent1>
      <a:accent2>
        <a:srgbClr val="D70C0F"/>
      </a:accent2>
      <a:accent3>
        <a:srgbClr val="F7C1B9"/>
      </a:accent3>
      <a:accent4>
        <a:srgbClr val="690527"/>
      </a:accent4>
      <a:accent5>
        <a:srgbClr val="9DC8E9"/>
      </a:accent5>
      <a:accent6>
        <a:srgbClr val="878A95"/>
      </a:accent6>
      <a:hlink>
        <a:srgbClr val="008C99"/>
      </a:hlink>
      <a:folHlink>
        <a:srgbClr val="452E73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zentace1" id="{3C1C3088-A14B-E946-90AB-2F4ACEE3640D}" vid="{6F156E4B-0F53-0D45-8E2F-436FA4A80D60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0B00F75BED7484DA544575FBD77AFF7" ma:contentTypeVersion="0" ma:contentTypeDescription="Vytvoří nový dokument" ma:contentTypeScope="" ma:versionID="0e6006eccaeb898806405d7676632c1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d44be3388bd54d294bcf356313bfcd1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1C8A6CA-3E21-4DDD-BFB4-F280350CEC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7A5577F-90D1-4D94-B1D8-31B5055FE4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79E98EC-8279-4842-B4EF-743633698D36}">
  <ds:schemaRefs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10577</TotalTime>
  <Words>3857</Words>
  <Application>Microsoft Office PowerPoint</Application>
  <PresentationFormat>Širokoúhlá obrazovka</PresentationFormat>
  <Paragraphs>457</Paragraphs>
  <Slides>71</Slides>
  <Notes>14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4</vt:i4>
      </vt:variant>
      <vt:variant>
        <vt:lpstr>Nadpisy snímků</vt:lpstr>
      </vt:variant>
      <vt:variant>
        <vt:i4>71</vt:i4>
      </vt:variant>
    </vt:vector>
  </HeadingPairs>
  <TitlesOfParts>
    <vt:vector size="81" baseType="lpstr">
      <vt:lpstr>Aptos</vt:lpstr>
      <vt:lpstr>Arial</vt:lpstr>
      <vt:lpstr>Calibri</vt:lpstr>
      <vt:lpstr>Calibri Light</vt:lpstr>
      <vt:lpstr>Helvetica Neue</vt:lpstr>
      <vt:lpstr>Wingdings</vt:lpstr>
      <vt:lpstr>Motiv Office</vt:lpstr>
      <vt:lpstr>JVS PPT Dark</vt:lpstr>
      <vt:lpstr>JVS PPS Light</vt:lpstr>
      <vt:lpstr>Office Theme</vt:lpstr>
      <vt:lpstr>Prezentace aplikace PowerPoint</vt:lpstr>
      <vt:lpstr>Agenda</vt:lpstr>
      <vt:lpstr>Technický úvod, pravidla videokonference </vt:lpstr>
      <vt:lpstr>Výstup z jednání grémia a plenáru RVIS</vt:lpstr>
      <vt:lpstr>Výstup z jednání grémia a plenáru RVIS</vt:lpstr>
      <vt:lpstr>Usnesení č. 1/3/2026   Výbor bere na vědomí informace z posledního jednání grémia a plenáru RVIS  </vt:lpstr>
      <vt:lpstr>Informace z pracovních skupin výboru</vt:lpstr>
      <vt:lpstr>Informace z pracovních skupin výboru</vt:lpstr>
      <vt:lpstr>Usnesení č. 2/3/2026   Výbor bere na vědomí informace pracovních skupin Výboru  </vt:lpstr>
      <vt:lpstr>Změny v Národní architektuře eGovernmentu</vt:lpstr>
      <vt:lpstr>Změny v Národní architektuře eGovernmentu</vt:lpstr>
      <vt:lpstr>Usnesení č. 3/3/2026   Výbor schvaluje změny v Národní architektuře eGovernmentu  </vt:lpstr>
      <vt:lpstr>Informace o plnění principu „pouze jednou“</vt:lpstr>
      <vt:lpstr>Pouze jednou</vt:lpstr>
      <vt:lpstr>Poptávka na data k digitalizaci státního občanství</vt:lpstr>
      <vt:lpstr>Usnesení č. 4/3/2026   Výbor schvaluje výjimky pro plnění principu pouze jednou u systémů ISDŘ, ISCC a UDHPSH a poptávku na údaje dostupné na referenčním rozhraní pro digitalizaci agendy státního občanství. </vt:lpstr>
      <vt:lpstr>Změnové požadavky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Usnesení č. 5/3/2026   Výbor bere na vědomí informace o změnových požadavcích</vt:lpstr>
      <vt:lpstr>Sdílená platební brána</vt:lpstr>
      <vt:lpstr>Možnosti řešení plateb ve veřejné správě</vt:lpstr>
      <vt:lpstr>DIA zajišťuje pro orgány veřejné moci sdílenou službu platebního portálu</vt:lpstr>
      <vt:lpstr>Dvě možné varianty</vt:lpstr>
      <vt:lpstr>Varianta A: komplexní jednotné platební místo</vt:lpstr>
      <vt:lpstr>Varianta B: Easy Payment </vt:lpstr>
      <vt:lpstr>Architektonický princip Easy Payment </vt:lpstr>
      <vt:lpstr>Rozsah první verze Easy Payment </vt:lpstr>
      <vt:lpstr>Manažerské doporučení</vt:lpstr>
      <vt:lpstr>Usnesení č. 6/3/2026   Výbor bere na vědomí informace o sdílené platební bráně</vt:lpstr>
      <vt:lpstr>Katalog AI a KPI</vt:lpstr>
      <vt:lpstr>Prezentace aplikace PowerPoint</vt:lpstr>
      <vt:lpstr>Výchozí situace Potenciál je obrovský, ale dnes ho neřídíme</vt:lpstr>
      <vt:lpstr>Naše vize Od izolovaných projektů k řízení AI na základě dat</vt:lpstr>
      <vt:lpstr>Ilustrativní obrázek</vt:lpstr>
      <vt:lpstr>Jak KPI funguje Jednoduchý princip, velký dopad</vt:lpstr>
      <vt:lpstr>Přínosy pro OVM i pro stát</vt:lpstr>
      <vt:lpstr>Roadmapa 2026</vt:lpstr>
      <vt:lpstr>Usnesení č. 7/3/2026   Výbor bere na vědomí informace o katalogu AI a KPI</vt:lpstr>
      <vt:lpstr>Patterny AI pro veřejnou správu </vt:lpstr>
      <vt:lpstr>Prezentace aplikace PowerPoint</vt:lpstr>
      <vt:lpstr>Prezentace aplikace PowerPoint</vt:lpstr>
      <vt:lpstr>Prezentace aplikace PowerPoint</vt:lpstr>
      <vt:lpstr>Prezentace aplikace PowerPoint</vt:lpstr>
      <vt:lpstr>Skupina A – AI nad znalosti a službami </vt:lpstr>
      <vt:lpstr>Skupina B – AI nad formuláři a podáními</vt:lpstr>
      <vt:lpstr>Skupina B – AI nad formuláři a podáními</vt:lpstr>
      <vt:lpstr>Skupina C – AI nad daty státu </vt:lpstr>
      <vt:lpstr>Skupina D – podpora úřednické práce </vt:lpstr>
      <vt:lpstr>Skupina D – Podpora úřednické práce</vt:lpstr>
      <vt:lpstr>Skupina E – AI pro procesy a agentní stát </vt:lpstr>
      <vt:lpstr>Skupina E – AI pro procesy a agentní stát </vt:lpstr>
      <vt:lpstr>Skupina F – AI pro řízení a analytiku 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Jak se připojit? 5 kroků.</vt:lpstr>
      <vt:lpstr>Prezentace aplikace PowerPoint</vt:lpstr>
      <vt:lpstr>Dopad na KCVS a na AI ve veřejné správě</vt:lpstr>
      <vt:lpstr>Usnesení č. 8/3/2026   Výbor bere na vědomí informace o patternech AI pro veřejnou správu  </vt:lpstr>
      <vt:lpstr>Národní standard formátů pro archivaci</vt:lpstr>
      <vt:lpstr>Usnesení č. 9/3/2026   Výbor schvaluje změny v Národním standardu formátů pro archivaci   </vt:lpstr>
      <vt:lpstr>Otázky a nejasnosti členů Výboru</vt:lpstr>
      <vt:lpstr>Děkujeme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Tomáš Šedivec</dc:creator>
  <cp:lastModifiedBy>Šedivec Tomáš</cp:lastModifiedBy>
  <cp:revision>120</cp:revision>
  <dcterms:created xsi:type="dcterms:W3CDTF">2021-01-27T09:19:54Z</dcterms:created>
  <dcterms:modified xsi:type="dcterms:W3CDTF">2026-07-22T07:10:34Z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MyDocuments">
    <vt:bool>true</vt:bool>
  </property>
  <property fmtid="{D5CDD505-2E9C-101B-9397-08002B2CF9AE}" pid="3" name="ContentTypeId">
    <vt:lpwstr>0x01010090B00F75BED7484DA544575FBD77AFF7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2023-05-31T18:05:34Z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5b6b85cd-44ef-4d66-86d4-603dd2160780</vt:lpwstr>
  </property>
  <property fmtid="{D5CDD505-2E9C-101B-9397-08002B2CF9AE}" pid="9" name="MSIP_Label_defa4170-0d19-0005-0004-bc88714345d2_ActionId">
    <vt:lpwstr>c5314257-51c3-403d-a298-d6cb53c54f2a</vt:lpwstr>
  </property>
  <property fmtid="{D5CDD505-2E9C-101B-9397-08002B2CF9AE}" pid="10" name="MSIP_Label_defa4170-0d19-0005-0004-bc88714345d2_ContentBits">
    <vt:lpwstr>0</vt:lpwstr>
  </property>
</Properties>
</file>