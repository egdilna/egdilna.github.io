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5" r:id="rId13"/>
    <p:sldId id="266" r:id="rId14"/>
    <p:sldId id="267" r:id="rId15"/>
    <p:sldId id="263" r:id="rId16"/>
  </p:sldIdLst>
  <p:sldSz cx="12192000" cy="6858000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Jiří Valášek" initials="JV" lastIdx="1" clrIdx="0"/>
  <p:cmAuthor id="2" name="PEKU" initials="P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F81BD"/>
    <a:srgbClr val="000000"/>
    <a:srgbClr val="FFFFFF"/>
    <a:srgbClr val="FF9393"/>
    <a:srgbClr val="00A9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624" autoAdjust="0"/>
    <p:restoredTop sz="50000" autoAdjust="0"/>
  </p:normalViewPr>
  <p:slideViewPr>
    <p:cSldViewPr>
      <p:cViewPr varScale="1">
        <p:scale>
          <a:sx n="75" d="100"/>
          <a:sy n="75" d="100"/>
        </p:scale>
        <p:origin x="744" y="6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commentAuthors" Target="commentAuthors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záhlaví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Zástupný symbol pro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F416E4B-5671-403B-B91E-16698A050570}" type="datetimeFigureOut">
              <a:rPr lang="cs-CZ" smtClean="0"/>
              <a:t>31.01.2022</a:t>
            </a:fld>
            <a:endParaRPr lang="cs-CZ"/>
          </a:p>
        </p:txBody>
      </p:sp>
      <p:sp>
        <p:nvSpPr>
          <p:cNvPr id="4" name="Zástupný symbol pro obrázek snímku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Zástupný symbol pro poznámky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180BF2-CA21-4D5B-9E8A-0EF4925B073C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0030382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190459" y="1428737"/>
            <a:ext cx="10363200" cy="1470025"/>
          </a:xfrm>
        </p:spPr>
        <p:txBody>
          <a:bodyPr/>
          <a:lstStyle>
            <a:lvl1pPr algn="l">
              <a:defRPr>
                <a:solidFill>
                  <a:srgbClr val="00A9E2"/>
                </a:solidFill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190459" y="3857628"/>
            <a:ext cx="8534400" cy="1752600"/>
          </a:xfrm>
        </p:spPr>
        <p:txBody>
          <a:bodyPr>
            <a:normAutofit/>
          </a:bodyPr>
          <a:lstStyle>
            <a:lvl1pPr marL="0" indent="0" algn="l"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lze upravit styl předlohy.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19045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09" y="1600201"/>
            <a:ext cx="11296691" cy="4525963"/>
          </a:xfrm>
        </p:spPr>
        <p:txBody>
          <a:bodyPr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09" y="4357695"/>
            <a:ext cx="10363200" cy="1362075"/>
          </a:xfrm>
        </p:spPr>
        <p:txBody>
          <a:bodyPr anchor="t"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2857496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285709" y="1571612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10" y="1503354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285710" y="21431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>
          <a:xfrm>
            <a:off x="285709" y="6324592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>
            <a:lvl1pPr>
              <a:defRPr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85710" y="1142984"/>
            <a:ext cx="4392087" cy="1285884"/>
          </a:xfrm>
        </p:spPr>
        <p:txBody>
          <a:bodyPr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28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85710" y="2500307"/>
            <a:ext cx="4334975" cy="362585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/>
              <a:t>Kliknutím na ikonu přidáte obrázek.</a:t>
            </a:r>
            <a:endParaRPr lang="cs-CZ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Kliknutím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>
            <a:norm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600201"/>
            <a:ext cx="11201440" cy="452596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>
            <a:lvl1pPr algn="l"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r>
              <a:rPr lang="cs-CZ"/>
              <a:t>Kliknutím lze upravit styl.</a:t>
            </a:r>
            <a:endParaRPr lang="cs-CZ" dirty="0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380960" y="1285861"/>
            <a:ext cx="8255040" cy="4840303"/>
          </a:xfrm>
        </p:spPr>
        <p:txBody>
          <a:bodyPr vert="eaVert"/>
          <a:lstStyle/>
          <a:p>
            <a:pPr lvl="0"/>
            <a:r>
              <a:rPr lang="cs-CZ"/>
              <a:t>Kliknutím lze upravit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cs-CZ" dirty="0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>
          <a:xfrm>
            <a:off x="285709" y="6357959"/>
            <a:ext cx="2844800" cy="365125"/>
          </a:xfrm>
        </p:spPr>
        <p:txBody>
          <a:bodyPr/>
          <a:lstStyle/>
          <a:p>
            <a:fld id="{7516EB83-090E-473B-B959-92A4B5275361}" type="datetimeFigureOut">
              <a:rPr lang="cs-CZ" smtClean="0"/>
              <a:pPr/>
              <a:t>31.01.2022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 descr="velkybubli_CJ_1502_1.jpg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0" y="1522"/>
            <a:ext cx="12192000" cy="6854956"/>
          </a:xfrm>
          <a:prstGeom prst="rect">
            <a:avLst/>
          </a:prstGeom>
        </p:spPr>
      </p:pic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 dirty="0"/>
              <a:t>Klepnutím lze upravit styl předlohy nadpisů.</a:t>
            </a:r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285709" y="1571612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dirty="0"/>
              <a:t>Klepnutím lze upravit styly předlohy textu.</a:t>
            </a:r>
          </a:p>
          <a:p>
            <a:pPr lvl="1"/>
            <a:r>
              <a:rPr lang="cs-CZ" dirty="0"/>
              <a:t>Druhá úroveň</a:t>
            </a:r>
          </a:p>
          <a:p>
            <a:pPr lvl="2"/>
            <a:r>
              <a:rPr lang="cs-CZ" dirty="0"/>
              <a:t>Třetí úroveň</a:t>
            </a:r>
          </a:p>
          <a:p>
            <a:pPr lvl="3"/>
            <a:r>
              <a:rPr lang="cs-CZ" dirty="0"/>
              <a:t>Čtvrtá úroveň</a:t>
            </a:r>
          </a:p>
          <a:p>
            <a:pPr lvl="4"/>
            <a:r>
              <a:rPr lang="cs-CZ" dirty="0"/>
              <a:t>Pátá úroveň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285709" y="635795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fld id="{7516EB83-090E-473B-B959-92A4B5275361}" type="datetimeFigureOut">
              <a:rPr lang="cs-CZ" smtClean="0"/>
              <a:pPr/>
              <a:t>31.01.2022</a:t>
            </a:fld>
            <a:endParaRPr lang="cs-CZ" dirty="0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03F0DB-9040-4F31-8D2D-42639AAB2BE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spcBef>
          <a:spcPct val="0"/>
        </a:spcBef>
        <a:buNone/>
        <a:defRPr lang="cs-CZ" sz="3600" kern="1200" dirty="0">
          <a:solidFill>
            <a:srgbClr val="00A9E2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Arial" pitchFamily="34" charset="0"/>
          <a:ea typeface="+mn-ea"/>
          <a:cs typeface="Arial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2185910" y="1751745"/>
            <a:ext cx="8173572" cy="3126209"/>
          </a:xfrm>
        </p:spPr>
        <p:txBody>
          <a:bodyPr/>
          <a:lstStyle/>
          <a:p>
            <a:pPr algn="ctr"/>
            <a:r>
              <a:rPr lang="cs-CZ" sz="5400" dirty="0"/>
              <a:t>Nové údaje v ROB a ROS</a:t>
            </a:r>
            <a:br>
              <a:rPr lang="cs-CZ" sz="3490" b="1" dirty="0"/>
            </a:br>
            <a:endParaRPr lang="cs-CZ" sz="2400" b="1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8328248" y="5836542"/>
            <a:ext cx="2016224" cy="432048"/>
          </a:xfrm>
        </p:spPr>
        <p:txBody>
          <a:bodyPr>
            <a:noAutofit/>
          </a:bodyPr>
          <a:lstStyle/>
          <a:p>
            <a:r>
              <a:rPr lang="cs-CZ" sz="1600" dirty="0">
                <a:solidFill>
                  <a:schemeClr val="tx1"/>
                </a:solidFill>
              </a:rPr>
              <a:t>31..01. 2022, Praha</a:t>
            </a:r>
          </a:p>
        </p:txBody>
      </p:sp>
      <p:sp>
        <p:nvSpPr>
          <p:cNvPr id="4" name="Podnadpis 2"/>
          <p:cNvSpPr txBox="1">
            <a:spLocks/>
          </p:cNvSpPr>
          <p:nvPr/>
        </p:nvSpPr>
        <p:spPr>
          <a:xfrm>
            <a:off x="2063552" y="5301208"/>
            <a:ext cx="5472608" cy="122413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lang="cs-CZ" sz="3200" kern="1200" dirty="0" smtClean="0">
                <a:solidFill>
                  <a:srgbClr val="00A9E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cs-CZ" sz="2000" dirty="0">
                <a:solidFill>
                  <a:schemeClr val="tx1"/>
                </a:solidFill>
              </a:rPr>
              <a:t>RNDr. Petr Tiller</a:t>
            </a:r>
          </a:p>
          <a:p>
            <a:r>
              <a:rPr lang="cs-CZ" sz="1600" dirty="0">
                <a:solidFill>
                  <a:schemeClr val="tx1"/>
                </a:solidFill>
              </a:rPr>
              <a:t>Odbor Hlavního Architekta</a:t>
            </a:r>
          </a:p>
          <a:p>
            <a:r>
              <a:rPr lang="cs-CZ" sz="1600" dirty="0">
                <a:solidFill>
                  <a:schemeClr val="tx1"/>
                </a:solidFill>
              </a:rPr>
              <a:t>Ministerstvo vnitra ČR</a:t>
            </a:r>
          </a:p>
        </p:txBody>
      </p:sp>
    </p:spTree>
  </p:cSld>
  <p:clrMapOvr>
    <a:masterClrMapping/>
  </p:clrMapOvr>
  <p:transition spd="slow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58EBB53A-EAB3-46E3-B81D-EB96C2038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Realizace na straně SZR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559B6298-FCD2-426D-AA29-93BACF4BE5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cs-CZ" dirty="0"/>
              <a:t>Připravena sada služeb s novými údaji – k 1.2.2022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E07 – </a:t>
            </a:r>
            <a:r>
              <a:rPr lang="cs-CZ" dirty="0" err="1"/>
              <a:t>robCtiZmeny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E103 – </a:t>
            </a:r>
            <a:r>
              <a:rPr lang="cs-CZ" dirty="0" err="1"/>
              <a:t>robCtiZmenyZaloz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E154 – </a:t>
            </a:r>
            <a:r>
              <a:rPr lang="cs-CZ" dirty="0" err="1"/>
              <a:t>robVypisVyuzitiPoskytnuti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E165 – </a:t>
            </a:r>
            <a:r>
              <a:rPr lang="cs-CZ" dirty="0" err="1"/>
              <a:t>robVydejDat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E179 – </a:t>
            </a:r>
            <a:r>
              <a:rPr lang="cs-CZ" dirty="0" err="1"/>
              <a:t>robZalozSouhlasPoskytnuti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E181 – </a:t>
            </a:r>
            <a:r>
              <a:rPr lang="cs-CZ" dirty="0" err="1"/>
              <a:t>robVypisSouhlasPoskytnuti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E274 – robVlozObyvatele2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E275 – robZmenObyvatele2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E276 – robCtiAifo2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E277 – robCtiHromadneAifo2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E278 – robCtiPodleUdaju2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E279 – robOverHromadneAifo2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E280 – </a:t>
            </a:r>
            <a:r>
              <a:rPr lang="cs-CZ" dirty="0" err="1"/>
              <a:t>robCtiPodleUdaju</a:t>
            </a:r>
            <a:endParaRPr lang="cs-CZ" dirty="0"/>
          </a:p>
          <a:p>
            <a:pPr>
              <a:buFont typeface="Wingdings" panose="05000000000000000000" pitchFamily="2" charset="2"/>
              <a:buChar char="§"/>
            </a:pPr>
            <a:r>
              <a:rPr lang="cs-CZ" dirty="0"/>
              <a:t>Obdobně ROS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E273 – </a:t>
            </a:r>
            <a:r>
              <a:rPr lang="cs-CZ" dirty="0" err="1"/>
              <a:t>rosZapisKontaktniUdaje</a:t>
            </a:r>
            <a:endParaRPr lang="cs-CZ" dirty="0"/>
          </a:p>
          <a:p>
            <a:pPr lvl="1">
              <a:buFont typeface="Wingdings" panose="05000000000000000000" pitchFamily="2" charset="2"/>
              <a:buChar char="§"/>
            </a:pPr>
            <a:r>
              <a:rPr lang="cs-CZ" dirty="0"/>
              <a:t>Atd.</a:t>
            </a:r>
          </a:p>
          <a:p>
            <a:endParaRPr lang="cs-CZ" dirty="0"/>
          </a:p>
          <a:p>
            <a:endParaRPr lang="cs-CZ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7731605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6E960F-BB76-4E90-95EC-C117008BFB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09984" y="274638"/>
            <a:ext cx="7772416" cy="1143000"/>
          </a:xfrm>
        </p:spPr>
        <p:txBody>
          <a:bodyPr anchor="ctr">
            <a:normAutofit/>
          </a:bodyPr>
          <a:lstStyle/>
          <a:p>
            <a:r>
              <a:rPr lang="cs-CZ" dirty="0"/>
              <a:t>Editace kontaktních údajů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0C9D125D-B537-4F9E-8DA0-65D800C0D124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85709" y="1599902"/>
            <a:ext cx="5384800" cy="4469383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F181379-1A25-4D01-831B-4557A800BB2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>
            <a:normAutofit/>
          </a:bodyPr>
          <a:lstStyle/>
          <a:p>
            <a:r>
              <a:rPr lang="cs-CZ" dirty="0"/>
              <a:t>Editace povolena agendě A344 – PVS portál veřejné správy</a:t>
            </a:r>
          </a:p>
          <a:p>
            <a:r>
              <a:rPr lang="cs-CZ" dirty="0"/>
              <a:t>Dostupné 15.2.2022</a:t>
            </a:r>
          </a:p>
        </p:txBody>
      </p:sp>
    </p:spTree>
    <p:extLst>
      <p:ext uri="{BB962C8B-B14F-4D97-AF65-F5344CB8AC3E}">
        <p14:creationId xmlns:p14="http://schemas.microsoft.com/office/powerpoint/2010/main" val="23305235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10E045-67F9-41C7-91B3-1854348908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Zobrazení údajů v ROS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B4482E09-4D32-4B18-B6A7-20C000CBFA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1464" y="1443881"/>
            <a:ext cx="9075745" cy="397023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910072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C073426-CBF2-4699-A9F6-600F23C36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Editace údajů v ROB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EB4FDE44-C511-4920-AB21-567A8E1A0D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627" y="1268760"/>
            <a:ext cx="6986713" cy="4032448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Obrázek 5" descr="Obsah obrázku text&#10;&#10;Popis byl vytvořen automaticky">
            <a:extLst>
              <a:ext uri="{FF2B5EF4-FFF2-40B4-BE49-F238E27FC236}">
                <a16:creationId xmlns:a16="http://schemas.microsoft.com/office/drawing/2014/main" id="{74B5B449-C1D8-4F21-B006-11D55957029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71864" y="2060848"/>
            <a:ext cx="6299835" cy="4055110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7A9174C6-7231-4D19-A0F9-BA2D4C3AEE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70350" y="2350135"/>
            <a:ext cx="4051300" cy="215773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8653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D725163-1C9C-409A-83AD-E894DF27F8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Jak to bude vypadat výsledně</a:t>
            </a:r>
          </a:p>
        </p:txBody>
      </p:sp>
      <p:pic>
        <p:nvPicPr>
          <p:cNvPr id="5" name="Obrázek 4" descr="Obsah obrázku text&#10;&#10;Popis byl vytvořen automaticky">
            <a:extLst>
              <a:ext uri="{FF2B5EF4-FFF2-40B4-BE49-F238E27FC236}">
                <a16:creationId xmlns:a16="http://schemas.microsoft.com/office/drawing/2014/main" id="{EF9B7126-F95B-421C-B781-D9C11564A7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20036" y="1268760"/>
            <a:ext cx="7951928" cy="465044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1606262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769383E-EE2E-42B5-A2A7-98153936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Přehled historie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C1486AD6-76CE-4267-9512-A7752F1A65F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1015682"/>
            <a:ext cx="6299835" cy="556768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473953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3968BA2-43FF-4696-917C-6CD74385D8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Certifikát pro elektronický podpis</a:t>
            </a: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848822C5-30AA-4E2F-9A2C-48AB121DC8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1704" y="1052736"/>
            <a:ext cx="6299835" cy="57042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418798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1C63CBA-4B46-4FC1-89B1-E0E178462D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Přidání certifikátu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7DA80B0-9B99-4E44-A809-98B94E212E2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/>
              <a:t>Pomocí volby Přidat certifikát bude vyvolán průvodce, který je součástí knihovny pro ověření kvalifikovaného certifikátu pro elektronický podpis </a:t>
            </a:r>
          </a:p>
          <a:p>
            <a:r>
              <a:rPr lang="cs-CZ" dirty="0"/>
              <a:t>Uživateli bude zobrazen dialog, který mu umožní vybrat certifikát a importovat jeho veřejnou část. </a:t>
            </a:r>
          </a:p>
          <a:p>
            <a:r>
              <a:rPr lang="cs-CZ" dirty="0"/>
              <a:t>Následně dojde k ověření, že jde o kvalifikovaný certifikát pro elektronický podpis. V případě úspěšného ověření Portál občana načte z vybraného certifikátu údaje v požadovaném rozsahu a zobrazí uživateli výsledek.</a:t>
            </a:r>
          </a:p>
        </p:txBody>
      </p:sp>
    </p:spTree>
    <p:extLst>
      <p:ext uri="{BB962C8B-B14F-4D97-AF65-F5344CB8AC3E}">
        <p14:creationId xmlns:p14="http://schemas.microsoft.com/office/powerpoint/2010/main" val="5081611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877FC7B-9618-4FEC-9381-6CE6A196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Historie certifikátů</a:t>
            </a:r>
          </a:p>
        </p:txBody>
      </p:sp>
      <p:pic>
        <p:nvPicPr>
          <p:cNvPr id="6" name="Obrázek 5">
            <a:extLst>
              <a:ext uri="{FF2B5EF4-FFF2-40B4-BE49-F238E27FC236}">
                <a16:creationId xmlns:a16="http://schemas.microsoft.com/office/drawing/2014/main" id="{5FD637BD-927B-41CE-BA86-B7200D9502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7543" y="1184592"/>
            <a:ext cx="7576913" cy="539877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80243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B09264FF-40DD-4D5E-94CC-30B509A123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Pravidla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B43A4DA-8272-4705-B46B-C126F06C1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dirty="0"/>
              <a:t>Nelze vložit neplatný (</a:t>
            </a:r>
            <a:r>
              <a:rPr lang="cs-CZ" dirty="0" err="1"/>
              <a:t>expirovaný</a:t>
            </a:r>
            <a:r>
              <a:rPr lang="cs-CZ" dirty="0"/>
              <a:t>) certifikát</a:t>
            </a:r>
          </a:p>
          <a:p>
            <a:r>
              <a:rPr lang="cs-CZ" dirty="0"/>
              <a:t>Certifikáty se nemažou po expiraci</a:t>
            </a:r>
          </a:p>
          <a:p>
            <a:r>
              <a:rPr lang="cs-CZ" dirty="0"/>
              <a:t>Uživatel může odstranit certifikáty</a:t>
            </a:r>
          </a:p>
          <a:p>
            <a:r>
              <a:rPr lang="cs-CZ" dirty="0"/>
              <a:t>V ROB jsou uloženy všechny certifikáty pro elektronické podpisy, které občan vložil</a:t>
            </a:r>
          </a:p>
        </p:txBody>
      </p:sp>
    </p:spTree>
    <p:extLst>
      <p:ext uri="{BB962C8B-B14F-4D97-AF65-F5344CB8AC3E}">
        <p14:creationId xmlns:p14="http://schemas.microsoft.com/office/powerpoint/2010/main" val="144221862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D1A89AE-A0A2-4CCC-BF66-1CB700E3E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648" y="2286000"/>
            <a:ext cx="7772416" cy="1143000"/>
          </a:xfrm>
        </p:spPr>
        <p:txBody>
          <a:bodyPr/>
          <a:lstStyle/>
          <a:p>
            <a:r>
              <a:rPr lang="cs-CZ" dirty="0"/>
              <a:t>Otázky – odpovědi?</a:t>
            </a:r>
          </a:p>
        </p:txBody>
      </p:sp>
    </p:spTree>
    <p:extLst>
      <p:ext uri="{BB962C8B-B14F-4D97-AF65-F5344CB8AC3E}">
        <p14:creationId xmlns:p14="http://schemas.microsoft.com/office/powerpoint/2010/main" val="2895637247"/>
      </p:ext>
    </p:extLst>
  </p:cSld>
  <p:clrMapOvr>
    <a:masterClrMapping/>
  </p:clrMapOvr>
</p:sld>
</file>

<file path=ppt/theme/theme1.xml><?xml version="1.0" encoding="utf-8"?>
<a:theme xmlns:a="http://schemas.openxmlformats.org/drawingml/2006/main" name="MV_sablona1_2007">
  <a:themeElements>
    <a:clrScheme name="Kancelář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Office">
  <a:themeElements>
    <a:clrScheme name="Kancelář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ancelář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7636834349BDE4785976B8F50EC4529" ma:contentTypeVersion="3" ma:contentTypeDescription="Vytvoří nový dokument" ma:contentTypeScope="" ma:versionID="ecf94d19de82b3b341e2de8cfb48251b">
  <xsd:schema xmlns:xsd="http://www.w3.org/2001/XMLSchema" xmlns:xs="http://www.w3.org/2001/XMLSchema" xmlns:p="http://schemas.microsoft.com/office/2006/metadata/properties" xmlns:ns2="96a559f6-78cc-4fcb-80ce-aeceb24eab07" targetNamespace="http://schemas.microsoft.com/office/2006/metadata/properties" ma:root="true" ma:fieldsID="ad8f392e0f7f0843995144df8d801885" ns2:_="">
    <xsd:import namespace="96a559f6-78cc-4fcb-80ce-aeceb24eab0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6a559f6-78cc-4fcb-80ce-aeceb24eab0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6215EF6-72FE-4F65-9CDB-108EF85A666B}"/>
</file>

<file path=customXml/itemProps2.xml><?xml version="1.0" encoding="utf-8"?>
<ds:datastoreItem xmlns:ds="http://schemas.openxmlformats.org/officeDocument/2006/customXml" ds:itemID="{F4C5B2BF-E6B0-4F2D-9A6E-BA8D5EE8464F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83F2CD8C-1F57-4021-ADA7-82EA95C20947}">
  <ds:schemaRefs>
    <ds:schemaRef ds:uri="http://schemas.microsoft.com/office/2006/metadata/properties"/>
    <ds:schemaRef ds:uri="http://schemas.microsoft.com/office/2006/documentManagement/types"/>
    <ds:schemaRef ds:uri="http://www.w3.org/XML/1998/namespace"/>
    <ds:schemaRef ds:uri="http://purl.org/dc/elements/1.1/"/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MV_sablona1_2007</Template>
  <TotalTime>7739</TotalTime>
  <Words>222</Words>
  <Application>Microsoft Office PowerPoint</Application>
  <PresentationFormat>Širokoúhlá obrazovka</PresentationFormat>
  <Paragraphs>43</Paragraphs>
  <Slides>12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12</vt:i4>
      </vt:variant>
    </vt:vector>
  </HeadingPairs>
  <TitlesOfParts>
    <vt:vector size="16" baseType="lpstr">
      <vt:lpstr>Arial</vt:lpstr>
      <vt:lpstr>Calibri</vt:lpstr>
      <vt:lpstr>Wingdings</vt:lpstr>
      <vt:lpstr>MV_sablona1_2007</vt:lpstr>
      <vt:lpstr>Nové údaje v ROB a ROS </vt:lpstr>
      <vt:lpstr>Realizace na straně SZR</vt:lpstr>
      <vt:lpstr>Editace kontaktních údajů</vt:lpstr>
      <vt:lpstr>Zobrazení údajů v ROS</vt:lpstr>
      <vt:lpstr>Editace údajů v ROB</vt:lpstr>
      <vt:lpstr>Jak to bude vypadat výsledně</vt:lpstr>
      <vt:lpstr>Přehled historie</vt:lpstr>
      <vt:lpstr>Certifikát pro elektronický podpis</vt:lpstr>
      <vt:lpstr>Přidání certifikátu</vt:lpstr>
      <vt:lpstr>Historie certifikátů</vt:lpstr>
      <vt:lpstr>Pravidla</vt:lpstr>
      <vt:lpstr>Otázky – odpovědi?</vt:lpstr>
    </vt:vector>
  </TitlesOfParts>
  <Company>MV ČR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Návaznost projektu na architekturu eGovernmentu z pohledu OHA</dc:title>
  <dc:creator>Tomáš Šedivec</dc:creator>
  <cp:lastModifiedBy>Petr Tiller</cp:lastModifiedBy>
  <cp:revision>265</cp:revision>
  <dcterms:created xsi:type="dcterms:W3CDTF">2016-11-24T12:36:26Z</dcterms:created>
  <dcterms:modified xsi:type="dcterms:W3CDTF">2022-01-31T11:58:32Z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0x010100F4E3A0E2EB86C94B99A5C16DDFBEB809</vt:lpwstr>
  </property>
</Properties>
</file>