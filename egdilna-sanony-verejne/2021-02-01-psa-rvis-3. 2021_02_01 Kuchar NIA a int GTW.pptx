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olors4.xml" ContentType="application/vnd.ms-office.chartcolorstyle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chart5.xml" ContentType="application/vnd.openxmlformats-officedocument.drawingml.chart+xml"/>
  <Override PartName="/ppt/charts/style6.xml" ContentType="application/vnd.ms-office.chartstyle+xml"/>
  <Override PartName="/ppt/charts/style4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8.xml" ContentType="application/vnd.openxmlformats-officedocument.drawingml.chart+xml"/>
  <Override PartName="/ppt/charts/chart7.xml" ContentType="application/vnd.openxmlformats-officedocument.drawingml.chart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charts/style7.xml" ContentType="application/vnd.ms-office.chartstyle+xml"/>
  <Override PartName="/ppt/charts/colors7.xml" ContentType="application/vnd.ms-office.chartcolorstyle+xml"/>
  <Override PartName="/ppt/charts/style8.xml" ContentType="application/vnd.ms-office.chartstyle+xml"/>
  <Override PartName="/ppt/charts/colors8.xml" ContentType="application/vnd.ms-office.chartcolorstyle+xml"/>
  <Override PartName="/ppt/charts/colors6.xml" ContentType="application/vnd.ms-office.chartcolorstyle+xml"/>
  <Override PartName="/ppt/charts/colors1.xml" ContentType="application/vnd.ms-office.chartcolorstyle+xml"/>
  <Override PartName="/ppt/theme/theme2.xml" ContentType="application/vnd.openxmlformats-officedocument.theme+xml"/>
  <Override PartName="/ppt/theme/theme1.xml" ContentType="application/vnd.openxmlformats-officedocument.theme+xml"/>
  <Override PartName="/ppt/charts/chart2.xml" ContentType="application/vnd.openxmlformats-officedocument.drawingml.chart+xml"/>
  <Override PartName="/ppt/charts/style1.xml" ContentType="application/vnd.ms-office.chartstyle+xml"/>
  <Override PartName="/ppt/charts/chart1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6" r:id="rId2"/>
    <p:sldId id="298" r:id="rId3"/>
    <p:sldId id="292" r:id="rId4"/>
    <p:sldId id="295" r:id="rId5"/>
    <p:sldId id="294" r:id="rId6"/>
    <p:sldId id="286" r:id="rId7"/>
    <p:sldId id="300" r:id="rId8"/>
    <p:sldId id="296" r:id="rId9"/>
    <p:sldId id="274" r:id="rId10"/>
    <p:sldId id="279" r:id="rId11"/>
  </p:sldIdLst>
  <p:sldSz cx="24384000" cy="13716000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FF0066"/>
    <a:srgbClr val="FF3300"/>
    <a:srgbClr val="FF8F00"/>
    <a:srgbClr val="396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Styl s motivem 1 – zvýraznění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Styl s motivem 1 – zvýraznění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Styl s motivem 1 – zvýraznění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Styl s motivem 1 – zvýraznění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8603FDC-E32A-4AB5-989C-0864C3EAD2B8}" styleName="Styl s motivem 2 – zvýraznění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2" autoAdjust="0"/>
    <p:restoredTop sz="94253" autoAdjust="0"/>
  </p:normalViewPr>
  <p:slideViewPr>
    <p:cSldViewPr>
      <p:cViewPr varScale="1">
        <p:scale>
          <a:sx n="52" d="100"/>
          <a:sy n="52" d="100"/>
        </p:scale>
        <p:origin x="162" y="22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&#382;ivatel\Dropbox\Private\Pracovn&#237;\GTW\GTW_report%2012_2020_moj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SK ProxyService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'12_20'!$V$3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1">
                  <a:lumMod val="75000"/>
                </a:schemeClr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elete val="1"/>
          </c:dLbls>
          <c:cat>
            <c:numRef>
              <c:f>'12_20'!$B$4:$B$125</c:f>
              <c:numCache>
                <c:formatCode>m/d/yyyy</c:formatCode>
                <c:ptCount val="122"/>
                <c:pt idx="0">
                  <c:v>44075</c:v>
                </c:pt>
                <c:pt idx="1">
                  <c:v>44076</c:v>
                </c:pt>
                <c:pt idx="2">
                  <c:v>44077</c:v>
                </c:pt>
                <c:pt idx="3">
                  <c:v>44078</c:v>
                </c:pt>
                <c:pt idx="4">
                  <c:v>44079</c:v>
                </c:pt>
                <c:pt idx="5">
                  <c:v>44080</c:v>
                </c:pt>
                <c:pt idx="6">
                  <c:v>44081</c:v>
                </c:pt>
                <c:pt idx="7">
                  <c:v>44082</c:v>
                </c:pt>
                <c:pt idx="8">
                  <c:v>44083</c:v>
                </c:pt>
                <c:pt idx="9">
                  <c:v>44084</c:v>
                </c:pt>
                <c:pt idx="10">
                  <c:v>44085</c:v>
                </c:pt>
                <c:pt idx="11">
                  <c:v>44086</c:v>
                </c:pt>
                <c:pt idx="12">
                  <c:v>44087</c:v>
                </c:pt>
                <c:pt idx="13">
                  <c:v>44088</c:v>
                </c:pt>
                <c:pt idx="14">
                  <c:v>44089</c:v>
                </c:pt>
                <c:pt idx="15">
                  <c:v>44090</c:v>
                </c:pt>
                <c:pt idx="16">
                  <c:v>44091</c:v>
                </c:pt>
                <c:pt idx="17">
                  <c:v>44092</c:v>
                </c:pt>
                <c:pt idx="18">
                  <c:v>44093</c:v>
                </c:pt>
                <c:pt idx="19">
                  <c:v>44094</c:v>
                </c:pt>
                <c:pt idx="20">
                  <c:v>44095</c:v>
                </c:pt>
                <c:pt idx="21">
                  <c:v>44096</c:v>
                </c:pt>
                <c:pt idx="22">
                  <c:v>44097</c:v>
                </c:pt>
                <c:pt idx="23">
                  <c:v>44098</c:v>
                </c:pt>
                <c:pt idx="24">
                  <c:v>44099</c:v>
                </c:pt>
                <c:pt idx="25">
                  <c:v>44100</c:v>
                </c:pt>
                <c:pt idx="26">
                  <c:v>44101</c:v>
                </c:pt>
                <c:pt idx="27">
                  <c:v>44102</c:v>
                </c:pt>
                <c:pt idx="28">
                  <c:v>44103</c:v>
                </c:pt>
                <c:pt idx="29">
                  <c:v>44104</c:v>
                </c:pt>
                <c:pt idx="30">
                  <c:v>44105</c:v>
                </c:pt>
                <c:pt idx="31">
                  <c:v>44106</c:v>
                </c:pt>
                <c:pt idx="32">
                  <c:v>44107</c:v>
                </c:pt>
                <c:pt idx="33">
                  <c:v>44108</c:v>
                </c:pt>
                <c:pt idx="34">
                  <c:v>44109</c:v>
                </c:pt>
                <c:pt idx="35">
                  <c:v>44110</c:v>
                </c:pt>
                <c:pt idx="36">
                  <c:v>44111</c:v>
                </c:pt>
                <c:pt idx="37">
                  <c:v>44112</c:v>
                </c:pt>
                <c:pt idx="38">
                  <c:v>44113</c:v>
                </c:pt>
                <c:pt idx="39">
                  <c:v>44114</c:v>
                </c:pt>
                <c:pt idx="40">
                  <c:v>44115</c:v>
                </c:pt>
                <c:pt idx="41">
                  <c:v>44116</c:v>
                </c:pt>
                <c:pt idx="42">
                  <c:v>44117</c:v>
                </c:pt>
                <c:pt idx="43">
                  <c:v>44118</c:v>
                </c:pt>
                <c:pt idx="44">
                  <c:v>44119</c:v>
                </c:pt>
                <c:pt idx="45">
                  <c:v>44120</c:v>
                </c:pt>
                <c:pt idx="46">
                  <c:v>44121</c:v>
                </c:pt>
                <c:pt idx="47">
                  <c:v>44122</c:v>
                </c:pt>
                <c:pt idx="48">
                  <c:v>44123</c:v>
                </c:pt>
                <c:pt idx="49">
                  <c:v>44124</c:v>
                </c:pt>
                <c:pt idx="50">
                  <c:v>44125</c:v>
                </c:pt>
                <c:pt idx="51">
                  <c:v>44126</c:v>
                </c:pt>
                <c:pt idx="52">
                  <c:v>44127</c:v>
                </c:pt>
                <c:pt idx="53">
                  <c:v>44128</c:v>
                </c:pt>
                <c:pt idx="54">
                  <c:v>44129</c:v>
                </c:pt>
                <c:pt idx="55">
                  <c:v>44130</c:v>
                </c:pt>
                <c:pt idx="56">
                  <c:v>44131</c:v>
                </c:pt>
                <c:pt idx="57">
                  <c:v>44132</c:v>
                </c:pt>
                <c:pt idx="58">
                  <c:v>44133</c:v>
                </c:pt>
                <c:pt idx="59">
                  <c:v>44134</c:v>
                </c:pt>
                <c:pt idx="60">
                  <c:v>44135</c:v>
                </c:pt>
                <c:pt idx="61">
                  <c:v>44136</c:v>
                </c:pt>
                <c:pt idx="62">
                  <c:v>44137</c:v>
                </c:pt>
                <c:pt idx="63">
                  <c:v>44138</c:v>
                </c:pt>
                <c:pt idx="64">
                  <c:v>44139</c:v>
                </c:pt>
                <c:pt idx="65">
                  <c:v>44140</c:v>
                </c:pt>
                <c:pt idx="66">
                  <c:v>44141</c:v>
                </c:pt>
                <c:pt idx="67">
                  <c:v>44142</c:v>
                </c:pt>
                <c:pt idx="68">
                  <c:v>44143</c:v>
                </c:pt>
                <c:pt idx="69">
                  <c:v>44144</c:v>
                </c:pt>
                <c:pt idx="70">
                  <c:v>44145</c:v>
                </c:pt>
                <c:pt idx="71">
                  <c:v>44146</c:v>
                </c:pt>
                <c:pt idx="72">
                  <c:v>44147</c:v>
                </c:pt>
                <c:pt idx="73">
                  <c:v>44148</c:v>
                </c:pt>
                <c:pt idx="74">
                  <c:v>44149</c:v>
                </c:pt>
                <c:pt idx="75">
                  <c:v>44150</c:v>
                </c:pt>
                <c:pt idx="76">
                  <c:v>44151</c:v>
                </c:pt>
                <c:pt idx="77">
                  <c:v>44152</c:v>
                </c:pt>
                <c:pt idx="78">
                  <c:v>44153</c:v>
                </c:pt>
                <c:pt idx="79">
                  <c:v>44154</c:v>
                </c:pt>
                <c:pt idx="80">
                  <c:v>44155</c:v>
                </c:pt>
                <c:pt idx="81">
                  <c:v>44156</c:v>
                </c:pt>
                <c:pt idx="82">
                  <c:v>44157</c:v>
                </c:pt>
                <c:pt idx="83">
                  <c:v>44158</c:v>
                </c:pt>
                <c:pt idx="84">
                  <c:v>44159</c:v>
                </c:pt>
                <c:pt idx="85">
                  <c:v>44160</c:v>
                </c:pt>
                <c:pt idx="86">
                  <c:v>44161</c:v>
                </c:pt>
                <c:pt idx="87">
                  <c:v>44162</c:v>
                </c:pt>
                <c:pt idx="88">
                  <c:v>44163</c:v>
                </c:pt>
                <c:pt idx="89">
                  <c:v>44164</c:v>
                </c:pt>
                <c:pt idx="90">
                  <c:v>44165</c:v>
                </c:pt>
                <c:pt idx="91">
                  <c:v>44166</c:v>
                </c:pt>
                <c:pt idx="92">
                  <c:v>44167</c:v>
                </c:pt>
                <c:pt idx="93">
                  <c:v>44168</c:v>
                </c:pt>
                <c:pt idx="94">
                  <c:v>44169</c:v>
                </c:pt>
                <c:pt idx="95">
                  <c:v>44170</c:v>
                </c:pt>
                <c:pt idx="96">
                  <c:v>44171</c:v>
                </c:pt>
                <c:pt idx="97">
                  <c:v>44172</c:v>
                </c:pt>
                <c:pt idx="98">
                  <c:v>44173</c:v>
                </c:pt>
                <c:pt idx="99">
                  <c:v>44174</c:v>
                </c:pt>
                <c:pt idx="100">
                  <c:v>44175</c:v>
                </c:pt>
                <c:pt idx="101">
                  <c:v>44176</c:v>
                </c:pt>
                <c:pt idx="102">
                  <c:v>44177</c:v>
                </c:pt>
                <c:pt idx="103">
                  <c:v>44178</c:v>
                </c:pt>
                <c:pt idx="104">
                  <c:v>44179</c:v>
                </c:pt>
                <c:pt idx="105">
                  <c:v>44180</c:v>
                </c:pt>
                <c:pt idx="106">
                  <c:v>44181</c:v>
                </c:pt>
                <c:pt idx="107">
                  <c:v>44182</c:v>
                </c:pt>
                <c:pt idx="108">
                  <c:v>44183</c:v>
                </c:pt>
                <c:pt idx="109">
                  <c:v>44184</c:v>
                </c:pt>
                <c:pt idx="110">
                  <c:v>44185</c:v>
                </c:pt>
                <c:pt idx="111">
                  <c:v>44186</c:v>
                </c:pt>
                <c:pt idx="112">
                  <c:v>44187</c:v>
                </c:pt>
                <c:pt idx="113">
                  <c:v>44188</c:v>
                </c:pt>
                <c:pt idx="114">
                  <c:v>44189</c:v>
                </c:pt>
                <c:pt idx="115">
                  <c:v>44190</c:v>
                </c:pt>
                <c:pt idx="116">
                  <c:v>44191</c:v>
                </c:pt>
                <c:pt idx="117">
                  <c:v>44192</c:v>
                </c:pt>
                <c:pt idx="118">
                  <c:v>44193</c:v>
                </c:pt>
                <c:pt idx="119">
                  <c:v>44194</c:v>
                </c:pt>
                <c:pt idx="120">
                  <c:v>44195</c:v>
                </c:pt>
                <c:pt idx="121">
                  <c:v>44196</c:v>
                </c:pt>
              </c:numCache>
            </c:numRef>
          </c:cat>
          <c:val>
            <c:numRef>
              <c:f>'12_20'!$V$4:$V$125</c:f>
              <c:numCache>
                <c:formatCode>0</c:formatCode>
                <c:ptCount val="1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15</c:v>
                </c:pt>
                <c:pt idx="14">
                  <c:v>11</c:v>
                </c:pt>
                <c:pt idx="15">
                  <c:v>27</c:v>
                </c:pt>
                <c:pt idx="16">
                  <c:v>13</c:v>
                </c:pt>
                <c:pt idx="17">
                  <c:v>6</c:v>
                </c:pt>
                <c:pt idx="18">
                  <c:v>0</c:v>
                </c:pt>
                <c:pt idx="19">
                  <c:v>0</c:v>
                </c:pt>
                <c:pt idx="20">
                  <c:v>4</c:v>
                </c:pt>
                <c:pt idx="21">
                  <c:v>38</c:v>
                </c:pt>
                <c:pt idx="22">
                  <c:v>19</c:v>
                </c:pt>
                <c:pt idx="23">
                  <c:v>25</c:v>
                </c:pt>
                <c:pt idx="24">
                  <c:v>16</c:v>
                </c:pt>
                <c:pt idx="25">
                  <c:v>5</c:v>
                </c:pt>
                <c:pt idx="26">
                  <c:v>1</c:v>
                </c:pt>
                <c:pt idx="27">
                  <c:v>19</c:v>
                </c:pt>
                <c:pt idx="28">
                  <c:v>6</c:v>
                </c:pt>
                <c:pt idx="29">
                  <c:v>9</c:v>
                </c:pt>
                <c:pt idx="30">
                  <c:v>26</c:v>
                </c:pt>
                <c:pt idx="31">
                  <c:v>7</c:v>
                </c:pt>
                <c:pt idx="32">
                  <c:v>1</c:v>
                </c:pt>
                <c:pt idx="33">
                  <c:v>0</c:v>
                </c:pt>
                <c:pt idx="34">
                  <c:v>4</c:v>
                </c:pt>
                <c:pt idx="35">
                  <c:v>11</c:v>
                </c:pt>
                <c:pt idx="36">
                  <c:v>18</c:v>
                </c:pt>
                <c:pt idx="37">
                  <c:v>4</c:v>
                </c:pt>
                <c:pt idx="38">
                  <c:v>18</c:v>
                </c:pt>
                <c:pt idx="39">
                  <c:v>7</c:v>
                </c:pt>
                <c:pt idx="40">
                  <c:v>7</c:v>
                </c:pt>
                <c:pt idx="41">
                  <c:v>21</c:v>
                </c:pt>
                <c:pt idx="42">
                  <c:v>11</c:v>
                </c:pt>
                <c:pt idx="43">
                  <c:v>13</c:v>
                </c:pt>
                <c:pt idx="44">
                  <c:v>6</c:v>
                </c:pt>
                <c:pt idx="45">
                  <c:v>13</c:v>
                </c:pt>
                <c:pt idx="46">
                  <c:v>0</c:v>
                </c:pt>
                <c:pt idx="47">
                  <c:v>1</c:v>
                </c:pt>
                <c:pt idx="48">
                  <c:v>5</c:v>
                </c:pt>
                <c:pt idx="49">
                  <c:v>24</c:v>
                </c:pt>
                <c:pt idx="50">
                  <c:v>11</c:v>
                </c:pt>
                <c:pt idx="51">
                  <c:v>21</c:v>
                </c:pt>
                <c:pt idx="52">
                  <c:v>16</c:v>
                </c:pt>
                <c:pt idx="53">
                  <c:v>3</c:v>
                </c:pt>
                <c:pt idx="54">
                  <c:v>7</c:v>
                </c:pt>
                <c:pt idx="55">
                  <c:v>15</c:v>
                </c:pt>
                <c:pt idx="56">
                  <c:v>19</c:v>
                </c:pt>
                <c:pt idx="57">
                  <c:v>5</c:v>
                </c:pt>
                <c:pt idx="58">
                  <c:v>6</c:v>
                </c:pt>
                <c:pt idx="59">
                  <c:v>16</c:v>
                </c:pt>
                <c:pt idx="60">
                  <c:v>1</c:v>
                </c:pt>
                <c:pt idx="61">
                  <c:v>1</c:v>
                </c:pt>
                <c:pt idx="62">
                  <c:v>7</c:v>
                </c:pt>
                <c:pt idx="63">
                  <c:v>15</c:v>
                </c:pt>
                <c:pt idx="64">
                  <c:v>9</c:v>
                </c:pt>
                <c:pt idx="65">
                  <c:v>11</c:v>
                </c:pt>
                <c:pt idx="66">
                  <c:v>2</c:v>
                </c:pt>
                <c:pt idx="67">
                  <c:v>1</c:v>
                </c:pt>
                <c:pt idx="68">
                  <c:v>2</c:v>
                </c:pt>
                <c:pt idx="69">
                  <c:v>11</c:v>
                </c:pt>
                <c:pt idx="70">
                  <c:v>36</c:v>
                </c:pt>
                <c:pt idx="71">
                  <c:v>8</c:v>
                </c:pt>
                <c:pt idx="72">
                  <c:v>20</c:v>
                </c:pt>
                <c:pt idx="73">
                  <c:v>12</c:v>
                </c:pt>
                <c:pt idx="74">
                  <c:v>0</c:v>
                </c:pt>
                <c:pt idx="75">
                  <c:v>1</c:v>
                </c:pt>
                <c:pt idx="76">
                  <c:v>8</c:v>
                </c:pt>
                <c:pt idx="77">
                  <c:v>5</c:v>
                </c:pt>
                <c:pt idx="78">
                  <c:v>18</c:v>
                </c:pt>
                <c:pt idx="79">
                  <c:v>20</c:v>
                </c:pt>
                <c:pt idx="80">
                  <c:v>14</c:v>
                </c:pt>
                <c:pt idx="81">
                  <c:v>6</c:v>
                </c:pt>
                <c:pt idx="82">
                  <c:v>4</c:v>
                </c:pt>
                <c:pt idx="83">
                  <c:v>18</c:v>
                </c:pt>
                <c:pt idx="84">
                  <c:v>26</c:v>
                </c:pt>
                <c:pt idx="85">
                  <c:v>23</c:v>
                </c:pt>
                <c:pt idx="86">
                  <c:v>43</c:v>
                </c:pt>
                <c:pt idx="87">
                  <c:v>32</c:v>
                </c:pt>
                <c:pt idx="88">
                  <c:v>2</c:v>
                </c:pt>
                <c:pt idx="89">
                  <c:v>11</c:v>
                </c:pt>
                <c:pt idx="90">
                  <c:v>47</c:v>
                </c:pt>
                <c:pt idx="91">
                  <c:v>13</c:v>
                </c:pt>
                <c:pt idx="92">
                  <c:v>14</c:v>
                </c:pt>
                <c:pt idx="93">
                  <c:v>24</c:v>
                </c:pt>
                <c:pt idx="94">
                  <c:v>2</c:v>
                </c:pt>
                <c:pt idx="95">
                  <c:v>15</c:v>
                </c:pt>
                <c:pt idx="96">
                  <c:v>0</c:v>
                </c:pt>
                <c:pt idx="97">
                  <c:v>11</c:v>
                </c:pt>
                <c:pt idx="98">
                  <c:v>8</c:v>
                </c:pt>
                <c:pt idx="99">
                  <c:v>9</c:v>
                </c:pt>
                <c:pt idx="100">
                  <c:v>8</c:v>
                </c:pt>
                <c:pt idx="101">
                  <c:v>16</c:v>
                </c:pt>
                <c:pt idx="102">
                  <c:v>1</c:v>
                </c:pt>
                <c:pt idx="103">
                  <c:v>3</c:v>
                </c:pt>
                <c:pt idx="104">
                  <c:v>11</c:v>
                </c:pt>
                <c:pt idx="105">
                  <c:v>15</c:v>
                </c:pt>
                <c:pt idx="106">
                  <c:v>17</c:v>
                </c:pt>
                <c:pt idx="107">
                  <c:v>6</c:v>
                </c:pt>
                <c:pt idx="108">
                  <c:v>12</c:v>
                </c:pt>
                <c:pt idx="109">
                  <c:v>0</c:v>
                </c:pt>
                <c:pt idx="110">
                  <c:v>1</c:v>
                </c:pt>
                <c:pt idx="111">
                  <c:v>10</c:v>
                </c:pt>
                <c:pt idx="112">
                  <c:v>4</c:v>
                </c:pt>
                <c:pt idx="113">
                  <c:v>4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7</c:v>
                </c:pt>
                <c:pt idx="119">
                  <c:v>21</c:v>
                </c:pt>
                <c:pt idx="120">
                  <c:v>3</c:v>
                </c:pt>
                <c:pt idx="12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17-4D78-A682-28F52FD4765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91034368"/>
        <c:axId val="9103590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'12_20'!$U$3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ormulaRef>
                          <c15:sqref>'12_20'!$B$4:$B$125</c15:sqref>
                        </c15:formulaRef>
                      </c:ext>
                    </c:extLst>
                    <c:numCache>
                      <c:formatCode>m/d/yyyy</c:formatCode>
                      <c:ptCount val="122"/>
                      <c:pt idx="0">
                        <c:v>44075</c:v>
                      </c:pt>
                      <c:pt idx="1">
                        <c:v>44076</c:v>
                      </c:pt>
                      <c:pt idx="2">
                        <c:v>44077</c:v>
                      </c:pt>
                      <c:pt idx="3">
                        <c:v>44078</c:v>
                      </c:pt>
                      <c:pt idx="4">
                        <c:v>44079</c:v>
                      </c:pt>
                      <c:pt idx="5">
                        <c:v>44080</c:v>
                      </c:pt>
                      <c:pt idx="6">
                        <c:v>44081</c:v>
                      </c:pt>
                      <c:pt idx="7">
                        <c:v>44082</c:v>
                      </c:pt>
                      <c:pt idx="8">
                        <c:v>44083</c:v>
                      </c:pt>
                      <c:pt idx="9">
                        <c:v>44084</c:v>
                      </c:pt>
                      <c:pt idx="10">
                        <c:v>44085</c:v>
                      </c:pt>
                      <c:pt idx="11">
                        <c:v>44086</c:v>
                      </c:pt>
                      <c:pt idx="12">
                        <c:v>44087</c:v>
                      </c:pt>
                      <c:pt idx="13">
                        <c:v>44088</c:v>
                      </c:pt>
                      <c:pt idx="14">
                        <c:v>44089</c:v>
                      </c:pt>
                      <c:pt idx="15">
                        <c:v>44090</c:v>
                      </c:pt>
                      <c:pt idx="16">
                        <c:v>44091</c:v>
                      </c:pt>
                      <c:pt idx="17">
                        <c:v>44092</c:v>
                      </c:pt>
                      <c:pt idx="18">
                        <c:v>44093</c:v>
                      </c:pt>
                      <c:pt idx="19">
                        <c:v>44094</c:v>
                      </c:pt>
                      <c:pt idx="20">
                        <c:v>44095</c:v>
                      </c:pt>
                      <c:pt idx="21">
                        <c:v>44096</c:v>
                      </c:pt>
                      <c:pt idx="22">
                        <c:v>44097</c:v>
                      </c:pt>
                      <c:pt idx="23">
                        <c:v>44098</c:v>
                      </c:pt>
                      <c:pt idx="24">
                        <c:v>44099</c:v>
                      </c:pt>
                      <c:pt idx="25">
                        <c:v>44100</c:v>
                      </c:pt>
                      <c:pt idx="26">
                        <c:v>44101</c:v>
                      </c:pt>
                      <c:pt idx="27">
                        <c:v>44102</c:v>
                      </c:pt>
                      <c:pt idx="28">
                        <c:v>44103</c:v>
                      </c:pt>
                      <c:pt idx="29">
                        <c:v>44104</c:v>
                      </c:pt>
                      <c:pt idx="30">
                        <c:v>44105</c:v>
                      </c:pt>
                      <c:pt idx="31">
                        <c:v>44106</c:v>
                      </c:pt>
                      <c:pt idx="32">
                        <c:v>44107</c:v>
                      </c:pt>
                      <c:pt idx="33">
                        <c:v>44108</c:v>
                      </c:pt>
                      <c:pt idx="34">
                        <c:v>44109</c:v>
                      </c:pt>
                      <c:pt idx="35">
                        <c:v>44110</c:v>
                      </c:pt>
                      <c:pt idx="36">
                        <c:v>44111</c:v>
                      </c:pt>
                      <c:pt idx="37">
                        <c:v>44112</c:v>
                      </c:pt>
                      <c:pt idx="38">
                        <c:v>44113</c:v>
                      </c:pt>
                      <c:pt idx="39">
                        <c:v>44114</c:v>
                      </c:pt>
                      <c:pt idx="40">
                        <c:v>44115</c:v>
                      </c:pt>
                      <c:pt idx="41">
                        <c:v>44116</c:v>
                      </c:pt>
                      <c:pt idx="42">
                        <c:v>44117</c:v>
                      </c:pt>
                      <c:pt idx="43">
                        <c:v>44118</c:v>
                      </c:pt>
                      <c:pt idx="44">
                        <c:v>44119</c:v>
                      </c:pt>
                      <c:pt idx="45">
                        <c:v>44120</c:v>
                      </c:pt>
                      <c:pt idx="46">
                        <c:v>44121</c:v>
                      </c:pt>
                      <c:pt idx="47">
                        <c:v>44122</c:v>
                      </c:pt>
                      <c:pt idx="48">
                        <c:v>44123</c:v>
                      </c:pt>
                      <c:pt idx="49">
                        <c:v>44124</c:v>
                      </c:pt>
                      <c:pt idx="50">
                        <c:v>44125</c:v>
                      </c:pt>
                      <c:pt idx="51">
                        <c:v>44126</c:v>
                      </c:pt>
                      <c:pt idx="52">
                        <c:v>44127</c:v>
                      </c:pt>
                      <c:pt idx="53">
                        <c:v>44128</c:v>
                      </c:pt>
                      <c:pt idx="54">
                        <c:v>44129</c:v>
                      </c:pt>
                      <c:pt idx="55">
                        <c:v>44130</c:v>
                      </c:pt>
                      <c:pt idx="56">
                        <c:v>44131</c:v>
                      </c:pt>
                      <c:pt idx="57">
                        <c:v>44132</c:v>
                      </c:pt>
                      <c:pt idx="58">
                        <c:v>44133</c:v>
                      </c:pt>
                      <c:pt idx="59">
                        <c:v>44134</c:v>
                      </c:pt>
                      <c:pt idx="60">
                        <c:v>44135</c:v>
                      </c:pt>
                      <c:pt idx="61">
                        <c:v>44136</c:v>
                      </c:pt>
                      <c:pt idx="62">
                        <c:v>44137</c:v>
                      </c:pt>
                      <c:pt idx="63">
                        <c:v>44138</c:v>
                      </c:pt>
                      <c:pt idx="64">
                        <c:v>44139</c:v>
                      </c:pt>
                      <c:pt idx="65">
                        <c:v>44140</c:v>
                      </c:pt>
                      <c:pt idx="66">
                        <c:v>44141</c:v>
                      </c:pt>
                      <c:pt idx="67">
                        <c:v>44142</c:v>
                      </c:pt>
                      <c:pt idx="68">
                        <c:v>44143</c:v>
                      </c:pt>
                      <c:pt idx="69">
                        <c:v>44144</c:v>
                      </c:pt>
                      <c:pt idx="70">
                        <c:v>44145</c:v>
                      </c:pt>
                      <c:pt idx="71">
                        <c:v>44146</c:v>
                      </c:pt>
                      <c:pt idx="72">
                        <c:v>44147</c:v>
                      </c:pt>
                      <c:pt idx="73">
                        <c:v>44148</c:v>
                      </c:pt>
                      <c:pt idx="74">
                        <c:v>44149</c:v>
                      </c:pt>
                      <c:pt idx="75">
                        <c:v>44150</c:v>
                      </c:pt>
                      <c:pt idx="76">
                        <c:v>44151</c:v>
                      </c:pt>
                      <c:pt idx="77">
                        <c:v>44152</c:v>
                      </c:pt>
                      <c:pt idx="78">
                        <c:v>44153</c:v>
                      </c:pt>
                      <c:pt idx="79">
                        <c:v>44154</c:v>
                      </c:pt>
                      <c:pt idx="80">
                        <c:v>44155</c:v>
                      </c:pt>
                      <c:pt idx="81">
                        <c:v>44156</c:v>
                      </c:pt>
                      <c:pt idx="82">
                        <c:v>44157</c:v>
                      </c:pt>
                      <c:pt idx="83">
                        <c:v>44158</c:v>
                      </c:pt>
                      <c:pt idx="84">
                        <c:v>44159</c:v>
                      </c:pt>
                      <c:pt idx="85">
                        <c:v>44160</c:v>
                      </c:pt>
                      <c:pt idx="86">
                        <c:v>44161</c:v>
                      </c:pt>
                      <c:pt idx="87">
                        <c:v>44162</c:v>
                      </c:pt>
                      <c:pt idx="88">
                        <c:v>44163</c:v>
                      </c:pt>
                      <c:pt idx="89">
                        <c:v>44164</c:v>
                      </c:pt>
                      <c:pt idx="90">
                        <c:v>44165</c:v>
                      </c:pt>
                      <c:pt idx="91">
                        <c:v>44166</c:v>
                      </c:pt>
                      <c:pt idx="92">
                        <c:v>44167</c:v>
                      </c:pt>
                      <c:pt idx="93">
                        <c:v>44168</c:v>
                      </c:pt>
                      <c:pt idx="94">
                        <c:v>44169</c:v>
                      </c:pt>
                      <c:pt idx="95">
                        <c:v>44170</c:v>
                      </c:pt>
                      <c:pt idx="96">
                        <c:v>44171</c:v>
                      </c:pt>
                      <c:pt idx="97">
                        <c:v>44172</c:v>
                      </c:pt>
                      <c:pt idx="98">
                        <c:v>44173</c:v>
                      </c:pt>
                      <c:pt idx="99">
                        <c:v>44174</c:v>
                      </c:pt>
                      <c:pt idx="100">
                        <c:v>44175</c:v>
                      </c:pt>
                      <c:pt idx="101">
                        <c:v>44176</c:v>
                      </c:pt>
                      <c:pt idx="102">
                        <c:v>44177</c:v>
                      </c:pt>
                      <c:pt idx="103">
                        <c:v>44178</c:v>
                      </c:pt>
                      <c:pt idx="104">
                        <c:v>44179</c:v>
                      </c:pt>
                      <c:pt idx="105">
                        <c:v>44180</c:v>
                      </c:pt>
                      <c:pt idx="106">
                        <c:v>44181</c:v>
                      </c:pt>
                      <c:pt idx="107">
                        <c:v>44182</c:v>
                      </c:pt>
                      <c:pt idx="108">
                        <c:v>44183</c:v>
                      </c:pt>
                      <c:pt idx="109">
                        <c:v>44184</c:v>
                      </c:pt>
                      <c:pt idx="110">
                        <c:v>44185</c:v>
                      </c:pt>
                      <c:pt idx="111">
                        <c:v>44186</c:v>
                      </c:pt>
                      <c:pt idx="112">
                        <c:v>44187</c:v>
                      </c:pt>
                      <c:pt idx="113">
                        <c:v>44188</c:v>
                      </c:pt>
                      <c:pt idx="114">
                        <c:v>44189</c:v>
                      </c:pt>
                      <c:pt idx="115">
                        <c:v>44190</c:v>
                      </c:pt>
                      <c:pt idx="116">
                        <c:v>44191</c:v>
                      </c:pt>
                      <c:pt idx="117">
                        <c:v>44192</c:v>
                      </c:pt>
                      <c:pt idx="118">
                        <c:v>44193</c:v>
                      </c:pt>
                      <c:pt idx="119">
                        <c:v>44194</c:v>
                      </c:pt>
                      <c:pt idx="120">
                        <c:v>44195</c:v>
                      </c:pt>
                      <c:pt idx="12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'12_20'!$U$35:$U$125</c15:sqref>
                        </c15:formulaRef>
                      </c:ext>
                    </c:extLst>
                    <c:numCache>
                      <c:formatCode>0</c:formatCode>
                      <c:ptCount val="91"/>
                      <c:pt idx="0">
                        <c:v>19</c:v>
                      </c:pt>
                      <c:pt idx="1">
                        <c:v>6</c:v>
                      </c:pt>
                      <c:pt idx="2">
                        <c:v>6</c:v>
                      </c:pt>
                      <c:pt idx="3">
                        <c:v>35</c:v>
                      </c:pt>
                      <c:pt idx="4">
                        <c:v>38</c:v>
                      </c:pt>
                      <c:pt idx="5">
                        <c:v>54</c:v>
                      </c:pt>
                      <c:pt idx="6">
                        <c:v>41</c:v>
                      </c:pt>
                      <c:pt idx="7">
                        <c:v>37</c:v>
                      </c:pt>
                      <c:pt idx="8">
                        <c:v>17</c:v>
                      </c:pt>
                      <c:pt idx="9">
                        <c:v>18</c:v>
                      </c:pt>
                      <c:pt idx="10">
                        <c:v>43</c:v>
                      </c:pt>
                      <c:pt idx="11">
                        <c:v>25</c:v>
                      </c:pt>
                      <c:pt idx="12">
                        <c:v>45</c:v>
                      </c:pt>
                      <c:pt idx="13">
                        <c:v>34</c:v>
                      </c:pt>
                      <c:pt idx="14">
                        <c:v>40</c:v>
                      </c:pt>
                      <c:pt idx="15">
                        <c:v>2</c:v>
                      </c:pt>
                      <c:pt idx="16">
                        <c:v>8</c:v>
                      </c:pt>
                      <c:pt idx="17">
                        <c:v>37</c:v>
                      </c:pt>
                      <c:pt idx="18">
                        <c:v>59</c:v>
                      </c:pt>
                      <c:pt idx="19">
                        <c:v>54</c:v>
                      </c:pt>
                      <c:pt idx="20">
                        <c:v>51</c:v>
                      </c:pt>
                      <c:pt idx="21">
                        <c:v>34</c:v>
                      </c:pt>
                      <c:pt idx="22">
                        <c:v>21</c:v>
                      </c:pt>
                      <c:pt idx="23">
                        <c:v>18</c:v>
                      </c:pt>
                      <c:pt idx="24">
                        <c:v>40</c:v>
                      </c:pt>
                      <c:pt idx="25">
                        <c:v>40</c:v>
                      </c:pt>
                      <c:pt idx="26">
                        <c:v>25</c:v>
                      </c:pt>
                      <c:pt idx="27">
                        <c:v>27</c:v>
                      </c:pt>
                      <c:pt idx="28">
                        <c:v>34</c:v>
                      </c:pt>
                      <c:pt idx="29">
                        <c:v>5</c:v>
                      </c:pt>
                      <c:pt idx="30">
                        <c:v>13</c:v>
                      </c:pt>
                      <c:pt idx="31">
                        <c:v>40</c:v>
                      </c:pt>
                      <c:pt idx="32">
                        <c:v>44</c:v>
                      </c:pt>
                      <c:pt idx="33">
                        <c:v>45</c:v>
                      </c:pt>
                      <c:pt idx="34">
                        <c:v>31</c:v>
                      </c:pt>
                      <c:pt idx="35">
                        <c:v>24</c:v>
                      </c:pt>
                      <c:pt idx="36">
                        <c:v>10</c:v>
                      </c:pt>
                      <c:pt idx="37">
                        <c:v>11</c:v>
                      </c:pt>
                      <c:pt idx="38">
                        <c:v>50</c:v>
                      </c:pt>
                      <c:pt idx="39">
                        <c:v>75</c:v>
                      </c:pt>
                      <c:pt idx="40">
                        <c:v>42</c:v>
                      </c:pt>
                      <c:pt idx="41">
                        <c:v>63</c:v>
                      </c:pt>
                      <c:pt idx="42">
                        <c:v>46</c:v>
                      </c:pt>
                      <c:pt idx="43">
                        <c:v>12</c:v>
                      </c:pt>
                      <c:pt idx="44">
                        <c:v>9</c:v>
                      </c:pt>
                      <c:pt idx="45">
                        <c:v>35</c:v>
                      </c:pt>
                      <c:pt idx="46">
                        <c:v>13</c:v>
                      </c:pt>
                      <c:pt idx="47">
                        <c:v>47</c:v>
                      </c:pt>
                      <c:pt idx="48">
                        <c:v>66</c:v>
                      </c:pt>
                      <c:pt idx="49">
                        <c:v>37</c:v>
                      </c:pt>
                      <c:pt idx="50">
                        <c:v>18</c:v>
                      </c:pt>
                      <c:pt idx="51">
                        <c:v>11</c:v>
                      </c:pt>
                      <c:pt idx="52">
                        <c:v>48</c:v>
                      </c:pt>
                      <c:pt idx="53">
                        <c:v>62</c:v>
                      </c:pt>
                      <c:pt idx="54">
                        <c:v>75</c:v>
                      </c:pt>
                      <c:pt idx="55">
                        <c:v>71</c:v>
                      </c:pt>
                      <c:pt idx="56">
                        <c:v>73</c:v>
                      </c:pt>
                      <c:pt idx="57">
                        <c:v>19</c:v>
                      </c:pt>
                      <c:pt idx="58">
                        <c:v>39</c:v>
                      </c:pt>
                      <c:pt idx="59">
                        <c:v>87</c:v>
                      </c:pt>
                      <c:pt idx="60">
                        <c:v>54</c:v>
                      </c:pt>
                      <c:pt idx="61">
                        <c:v>49</c:v>
                      </c:pt>
                      <c:pt idx="62">
                        <c:v>48</c:v>
                      </c:pt>
                      <c:pt idx="63">
                        <c:v>41</c:v>
                      </c:pt>
                      <c:pt idx="64">
                        <c:v>24</c:v>
                      </c:pt>
                      <c:pt idx="65">
                        <c:v>8</c:v>
                      </c:pt>
                      <c:pt idx="66">
                        <c:v>47</c:v>
                      </c:pt>
                      <c:pt idx="67">
                        <c:v>49</c:v>
                      </c:pt>
                      <c:pt idx="68">
                        <c:v>28</c:v>
                      </c:pt>
                      <c:pt idx="69">
                        <c:v>26</c:v>
                      </c:pt>
                      <c:pt idx="70">
                        <c:v>44</c:v>
                      </c:pt>
                      <c:pt idx="71">
                        <c:v>10</c:v>
                      </c:pt>
                      <c:pt idx="72">
                        <c:v>14</c:v>
                      </c:pt>
                      <c:pt idx="73">
                        <c:v>48</c:v>
                      </c:pt>
                      <c:pt idx="74">
                        <c:v>60</c:v>
                      </c:pt>
                      <c:pt idx="75">
                        <c:v>57</c:v>
                      </c:pt>
                      <c:pt idx="76">
                        <c:v>27</c:v>
                      </c:pt>
                      <c:pt idx="77">
                        <c:v>28</c:v>
                      </c:pt>
                      <c:pt idx="78">
                        <c:v>4</c:v>
                      </c:pt>
                      <c:pt idx="79">
                        <c:v>13</c:v>
                      </c:pt>
                      <c:pt idx="80">
                        <c:v>39</c:v>
                      </c:pt>
                      <c:pt idx="81">
                        <c:v>20</c:v>
                      </c:pt>
                      <c:pt idx="82">
                        <c:v>18</c:v>
                      </c:pt>
                      <c:pt idx="83">
                        <c:v>0</c:v>
                      </c:pt>
                      <c:pt idx="84">
                        <c:v>5</c:v>
                      </c:pt>
                      <c:pt idx="85">
                        <c:v>7</c:v>
                      </c:pt>
                      <c:pt idx="86">
                        <c:v>3</c:v>
                      </c:pt>
                      <c:pt idx="87">
                        <c:v>40</c:v>
                      </c:pt>
                      <c:pt idx="88">
                        <c:v>37</c:v>
                      </c:pt>
                      <c:pt idx="89">
                        <c:v>29</c:v>
                      </c:pt>
                      <c:pt idx="90">
                        <c:v>14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717-4D78-A682-28F52FD4765E}"/>
                  </c:ext>
                </c:extLst>
              </c15:ser>
            </c15:filteredLineSeries>
          </c:ext>
        </c:extLst>
      </c:lineChart>
      <c:dateAx>
        <c:axId val="9103436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1035904"/>
        <c:crosses val="autoZero"/>
        <c:auto val="1"/>
        <c:lblOffset val="100"/>
        <c:baseTimeUnit val="days"/>
        <c:majorUnit val="1"/>
        <c:majorTimeUnit val="months"/>
      </c:dateAx>
      <c:valAx>
        <c:axId val="9103590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1034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SK Connector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'12_20'!$F$3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'12_20'!$B$4:$B$125</c:f>
              <c:numCache>
                <c:formatCode>m/d/yyyy</c:formatCode>
                <c:ptCount val="122"/>
                <c:pt idx="0">
                  <c:v>44075</c:v>
                </c:pt>
                <c:pt idx="1">
                  <c:v>44076</c:v>
                </c:pt>
                <c:pt idx="2">
                  <c:v>44077</c:v>
                </c:pt>
                <c:pt idx="3">
                  <c:v>44078</c:v>
                </c:pt>
                <c:pt idx="4">
                  <c:v>44079</c:v>
                </c:pt>
                <c:pt idx="5">
                  <c:v>44080</c:v>
                </c:pt>
                <c:pt idx="6">
                  <c:v>44081</c:v>
                </c:pt>
                <c:pt idx="7">
                  <c:v>44082</c:v>
                </c:pt>
                <c:pt idx="8">
                  <c:v>44083</c:v>
                </c:pt>
                <c:pt idx="9">
                  <c:v>44084</c:v>
                </c:pt>
                <c:pt idx="10">
                  <c:v>44085</c:v>
                </c:pt>
                <c:pt idx="11">
                  <c:v>44086</c:v>
                </c:pt>
                <c:pt idx="12">
                  <c:v>44087</c:v>
                </c:pt>
                <c:pt idx="13">
                  <c:v>44088</c:v>
                </c:pt>
                <c:pt idx="14">
                  <c:v>44089</c:v>
                </c:pt>
                <c:pt idx="15">
                  <c:v>44090</c:v>
                </c:pt>
                <c:pt idx="16">
                  <c:v>44091</c:v>
                </c:pt>
                <c:pt idx="17">
                  <c:v>44092</c:v>
                </c:pt>
                <c:pt idx="18">
                  <c:v>44093</c:v>
                </c:pt>
                <c:pt idx="19">
                  <c:v>44094</c:v>
                </c:pt>
                <c:pt idx="20">
                  <c:v>44095</c:v>
                </c:pt>
                <c:pt idx="21">
                  <c:v>44096</c:v>
                </c:pt>
                <c:pt idx="22">
                  <c:v>44097</c:v>
                </c:pt>
                <c:pt idx="23">
                  <c:v>44098</c:v>
                </c:pt>
                <c:pt idx="24">
                  <c:v>44099</c:v>
                </c:pt>
                <c:pt idx="25">
                  <c:v>44100</c:v>
                </c:pt>
                <c:pt idx="26">
                  <c:v>44101</c:v>
                </c:pt>
                <c:pt idx="27">
                  <c:v>44102</c:v>
                </c:pt>
                <c:pt idx="28">
                  <c:v>44103</c:v>
                </c:pt>
                <c:pt idx="29">
                  <c:v>44104</c:v>
                </c:pt>
                <c:pt idx="30">
                  <c:v>44105</c:v>
                </c:pt>
                <c:pt idx="31">
                  <c:v>44106</c:v>
                </c:pt>
                <c:pt idx="32">
                  <c:v>44107</c:v>
                </c:pt>
                <c:pt idx="33">
                  <c:v>44108</c:v>
                </c:pt>
                <c:pt idx="34">
                  <c:v>44109</c:v>
                </c:pt>
                <c:pt idx="35">
                  <c:v>44110</c:v>
                </c:pt>
                <c:pt idx="36">
                  <c:v>44111</c:v>
                </c:pt>
                <c:pt idx="37">
                  <c:v>44112</c:v>
                </c:pt>
                <c:pt idx="38">
                  <c:v>44113</c:v>
                </c:pt>
                <c:pt idx="39">
                  <c:v>44114</c:v>
                </c:pt>
                <c:pt idx="40">
                  <c:v>44115</c:v>
                </c:pt>
                <c:pt idx="41">
                  <c:v>44116</c:v>
                </c:pt>
                <c:pt idx="42">
                  <c:v>44117</c:v>
                </c:pt>
                <c:pt idx="43">
                  <c:v>44118</c:v>
                </c:pt>
                <c:pt idx="44">
                  <c:v>44119</c:v>
                </c:pt>
                <c:pt idx="45">
                  <c:v>44120</c:v>
                </c:pt>
                <c:pt idx="46">
                  <c:v>44121</c:v>
                </c:pt>
                <c:pt idx="47">
                  <c:v>44122</c:v>
                </c:pt>
                <c:pt idx="48">
                  <c:v>44123</c:v>
                </c:pt>
                <c:pt idx="49">
                  <c:v>44124</c:v>
                </c:pt>
                <c:pt idx="50">
                  <c:v>44125</c:v>
                </c:pt>
                <c:pt idx="51">
                  <c:v>44126</c:v>
                </c:pt>
                <c:pt idx="52">
                  <c:v>44127</c:v>
                </c:pt>
                <c:pt idx="53">
                  <c:v>44128</c:v>
                </c:pt>
                <c:pt idx="54">
                  <c:v>44129</c:v>
                </c:pt>
                <c:pt idx="55">
                  <c:v>44130</c:v>
                </c:pt>
                <c:pt idx="56">
                  <c:v>44131</c:v>
                </c:pt>
                <c:pt idx="57">
                  <c:v>44132</c:v>
                </c:pt>
                <c:pt idx="58">
                  <c:v>44133</c:v>
                </c:pt>
                <c:pt idx="59">
                  <c:v>44134</c:v>
                </c:pt>
                <c:pt idx="60">
                  <c:v>44135</c:v>
                </c:pt>
                <c:pt idx="61">
                  <c:v>44136</c:v>
                </c:pt>
                <c:pt idx="62">
                  <c:v>44137</c:v>
                </c:pt>
                <c:pt idx="63">
                  <c:v>44138</c:v>
                </c:pt>
                <c:pt idx="64">
                  <c:v>44139</c:v>
                </c:pt>
                <c:pt idx="65">
                  <c:v>44140</c:v>
                </c:pt>
                <c:pt idx="66">
                  <c:v>44141</c:v>
                </c:pt>
                <c:pt idx="67">
                  <c:v>44142</c:v>
                </c:pt>
                <c:pt idx="68">
                  <c:v>44143</c:v>
                </c:pt>
                <c:pt idx="69">
                  <c:v>44144</c:v>
                </c:pt>
                <c:pt idx="70">
                  <c:v>44145</c:v>
                </c:pt>
                <c:pt idx="71">
                  <c:v>44146</c:v>
                </c:pt>
                <c:pt idx="72">
                  <c:v>44147</c:v>
                </c:pt>
                <c:pt idx="73">
                  <c:v>44148</c:v>
                </c:pt>
                <c:pt idx="74">
                  <c:v>44149</c:v>
                </c:pt>
                <c:pt idx="75">
                  <c:v>44150</c:v>
                </c:pt>
                <c:pt idx="76">
                  <c:v>44151</c:v>
                </c:pt>
                <c:pt idx="77">
                  <c:v>44152</c:v>
                </c:pt>
                <c:pt idx="78">
                  <c:v>44153</c:v>
                </c:pt>
                <c:pt idx="79">
                  <c:v>44154</c:v>
                </c:pt>
                <c:pt idx="80">
                  <c:v>44155</c:v>
                </c:pt>
                <c:pt idx="81">
                  <c:v>44156</c:v>
                </c:pt>
                <c:pt idx="82">
                  <c:v>44157</c:v>
                </c:pt>
                <c:pt idx="83">
                  <c:v>44158</c:v>
                </c:pt>
                <c:pt idx="84">
                  <c:v>44159</c:v>
                </c:pt>
                <c:pt idx="85">
                  <c:v>44160</c:v>
                </c:pt>
                <c:pt idx="86">
                  <c:v>44161</c:v>
                </c:pt>
                <c:pt idx="87">
                  <c:v>44162</c:v>
                </c:pt>
                <c:pt idx="88">
                  <c:v>44163</c:v>
                </c:pt>
                <c:pt idx="89">
                  <c:v>44164</c:v>
                </c:pt>
                <c:pt idx="90">
                  <c:v>44165</c:v>
                </c:pt>
                <c:pt idx="91">
                  <c:v>44166</c:v>
                </c:pt>
                <c:pt idx="92">
                  <c:v>44167</c:v>
                </c:pt>
                <c:pt idx="93">
                  <c:v>44168</c:v>
                </c:pt>
                <c:pt idx="94">
                  <c:v>44169</c:v>
                </c:pt>
                <c:pt idx="95">
                  <c:v>44170</c:v>
                </c:pt>
                <c:pt idx="96">
                  <c:v>44171</c:v>
                </c:pt>
                <c:pt idx="97">
                  <c:v>44172</c:v>
                </c:pt>
                <c:pt idx="98">
                  <c:v>44173</c:v>
                </c:pt>
                <c:pt idx="99">
                  <c:v>44174</c:v>
                </c:pt>
                <c:pt idx="100">
                  <c:v>44175</c:v>
                </c:pt>
                <c:pt idx="101">
                  <c:v>44176</c:v>
                </c:pt>
                <c:pt idx="102">
                  <c:v>44177</c:v>
                </c:pt>
                <c:pt idx="103">
                  <c:v>44178</c:v>
                </c:pt>
                <c:pt idx="104">
                  <c:v>44179</c:v>
                </c:pt>
                <c:pt idx="105">
                  <c:v>44180</c:v>
                </c:pt>
                <c:pt idx="106">
                  <c:v>44181</c:v>
                </c:pt>
                <c:pt idx="107">
                  <c:v>44182</c:v>
                </c:pt>
                <c:pt idx="108">
                  <c:v>44183</c:v>
                </c:pt>
                <c:pt idx="109">
                  <c:v>44184</c:v>
                </c:pt>
                <c:pt idx="110">
                  <c:v>44185</c:v>
                </c:pt>
                <c:pt idx="111">
                  <c:v>44186</c:v>
                </c:pt>
                <c:pt idx="112">
                  <c:v>44187</c:v>
                </c:pt>
                <c:pt idx="113">
                  <c:v>44188</c:v>
                </c:pt>
                <c:pt idx="114">
                  <c:v>44189</c:v>
                </c:pt>
                <c:pt idx="115">
                  <c:v>44190</c:v>
                </c:pt>
                <c:pt idx="116">
                  <c:v>44191</c:v>
                </c:pt>
                <c:pt idx="117">
                  <c:v>44192</c:v>
                </c:pt>
                <c:pt idx="118">
                  <c:v>44193</c:v>
                </c:pt>
                <c:pt idx="119">
                  <c:v>44194</c:v>
                </c:pt>
                <c:pt idx="120">
                  <c:v>44195</c:v>
                </c:pt>
                <c:pt idx="121">
                  <c:v>44196</c:v>
                </c:pt>
              </c:numCache>
            </c:numRef>
          </c:cat>
          <c:val>
            <c:numRef>
              <c:f>'12_20'!$F$1:$F$125</c:f>
              <c:numCache>
                <c:formatCode>General</c:formatCode>
                <c:ptCount val="125"/>
                <c:pt idx="2">
                  <c:v>0</c:v>
                </c:pt>
                <c:pt idx="3" formatCode="0">
                  <c:v>182</c:v>
                </c:pt>
                <c:pt idx="4" formatCode="0">
                  <c:v>584</c:v>
                </c:pt>
                <c:pt idx="5" formatCode="0">
                  <c:v>387</c:v>
                </c:pt>
                <c:pt idx="6" formatCode="0">
                  <c:v>269</c:v>
                </c:pt>
                <c:pt idx="7" formatCode="0">
                  <c:v>30</c:v>
                </c:pt>
                <c:pt idx="8" formatCode="0">
                  <c:v>114</c:v>
                </c:pt>
                <c:pt idx="9" formatCode="0">
                  <c:v>374</c:v>
                </c:pt>
                <c:pt idx="10" formatCode="0">
                  <c:v>261</c:v>
                </c:pt>
                <c:pt idx="11" formatCode="0">
                  <c:v>262</c:v>
                </c:pt>
                <c:pt idx="12" formatCode="0">
                  <c:v>174</c:v>
                </c:pt>
                <c:pt idx="13" formatCode="0">
                  <c:v>99</c:v>
                </c:pt>
                <c:pt idx="14" formatCode="0">
                  <c:v>46</c:v>
                </c:pt>
                <c:pt idx="15" formatCode="0">
                  <c:v>47</c:v>
                </c:pt>
                <c:pt idx="16" formatCode="0">
                  <c:v>155</c:v>
                </c:pt>
                <c:pt idx="17" formatCode="0">
                  <c:v>70</c:v>
                </c:pt>
                <c:pt idx="18" formatCode="0">
                  <c:v>153</c:v>
                </c:pt>
                <c:pt idx="19" formatCode="0">
                  <c:v>136</c:v>
                </c:pt>
                <c:pt idx="20" formatCode="0">
                  <c:v>123</c:v>
                </c:pt>
                <c:pt idx="21" formatCode="0">
                  <c:v>46</c:v>
                </c:pt>
                <c:pt idx="22" formatCode="0">
                  <c:v>94</c:v>
                </c:pt>
                <c:pt idx="23" formatCode="0">
                  <c:v>155</c:v>
                </c:pt>
                <c:pt idx="24" formatCode="0">
                  <c:v>181</c:v>
                </c:pt>
                <c:pt idx="25" formatCode="0">
                  <c:v>188</c:v>
                </c:pt>
                <c:pt idx="26" formatCode="0">
                  <c:v>148</c:v>
                </c:pt>
                <c:pt idx="27" formatCode="0">
                  <c:v>101</c:v>
                </c:pt>
                <c:pt idx="28" formatCode="0">
                  <c:v>28</c:v>
                </c:pt>
                <c:pt idx="29" formatCode="0">
                  <c:v>64</c:v>
                </c:pt>
                <c:pt idx="30" formatCode="0">
                  <c:v>136</c:v>
                </c:pt>
                <c:pt idx="31" formatCode="0">
                  <c:v>166</c:v>
                </c:pt>
                <c:pt idx="32" formatCode="0">
                  <c:v>118</c:v>
                </c:pt>
                <c:pt idx="33" formatCode="0">
                  <c:v>134</c:v>
                </c:pt>
                <c:pt idx="34" formatCode="0">
                  <c:v>228</c:v>
                </c:pt>
                <c:pt idx="35" formatCode="0">
                  <c:v>28</c:v>
                </c:pt>
                <c:pt idx="36" formatCode="0">
                  <c:v>47</c:v>
                </c:pt>
                <c:pt idx="37" formatCode="0">
                  <c:v>203</c:v>
                </c:pt>
                <c:pt idx="38" formatCode="0">
                  <c:v>160</c:v>
                </c:pt>
                <c:pt idx="39" formatCode="0">
                  <c:v>153</c:v>
                </c:pt>
                <c:pt idx="40" formatCode="0">
                  <c:v>131</c:v>
                </c:pt>
                <c:pt idx="41" formatCode="0">
                  <c:v>80</c:v>
                </c:pt>
                <c:pt idx="42" formatCode="0">
                  <c:v>20</c:v>
                </c:pt>
                <c:pt idx="43" formatCode="0">
                  <c:v>71</c:v>
                </c:pt>
                <c:pt idx="44" formatCode="0">
                  <c:v>186</c:v>
                </c:pt>
                <c:pt idx="45" formatCode="0">
                  <c:v>168</c:v>
                </c:pt>
                <c:pt idx="46" formatCode="0">
                  <c:v>112</c:v>
                </c:pt>
                <c:pt idx="47" formatCode="0">
                  <c:v>130</c:v>
                </c:pt>
                <c:pt idx="48" formatCode="0">
                  <c:v>99</c:v>
                </c:pt>
                <c:pt idx="49" formatCode="0">
                  <c:v>43</c:v>
                </c:pt>
                <c:pt idx="50" formatCode="0">
                  <c:v>48</c:v>
                </c:pt>
                <c:pt idx="51" formatCode="0">
                  <c:v>141</c:v>
                </c:pt>
                <c:pt idx="52" formatCode="0">
                  <c:v>128</c:v>
                </c:pt>
                <c:pt idx="53" formatCode="0">
                  <c:v>127</c:v>
                </c:pt>
                <c:pt idx="54" formatCode="0">
                  <c:v>151</c:v>
                </c:pt>
                <c:pt idx="55" formatCode="0">
                  <c:v>90</c:v>
                </c:pt>
                <c:pt idx="56" formatCode="0">
                  <c:v>36</c:v>
                </c:pt>
                <c:pt idx="57" formatCode="0">
                  <c:v>134</c:v>
                </c:pt>
                <c:pt idx="58" formatCode="0">
                  <c:v>349</c:v>
                </c:pt>
                <c:pt idx="59" formatCode="0">
                  <c:v>156</c:v>
                </c:pt>
                <c:pt idx="60" formatCode="0">
                  <c:v>76</c:v>
                </c:pt>
                <c:pt idx="61" formatCode="0">
                  <c:v>112</c:v>
                </c:pt>
                <c:pt idx="62" formatCode="0">
                  <c:v>83</c:v>
                </c:pt>
                <c:pt idx="63" formatCode="0">
                  <c:v>18</c:v>
                </c:pt>
                <c:pt idx="64" formatCode="0">
                  <c:v>64</c:v>
                </c:pt>
                <c:pt idx="65" formatCode="0">
                  <c:v>253</c:v>
                </c:pt>
                <c:pt idx="66" formatCode="0">
                  <c:v>158</c:v>
                </c:pt>
                <c:pt idx="67" formatCode="0">
                  <c:v>86</c:v>
                </c:pt>
                <c:pt idx="68" formatCode="0">
                  <c:v>155</c:v>
                </c:pt>
                <c:pt idx="69" formatCode="0">
                  <c:v>104</c:v>
                </c:pt>
                <c:pt idx="70" formatCode="0">
                  <c:v>18</c:v>
                </c:pt>
                <c:pt idx="71" formatCode="0">
                  <c:v>46</c:v>
                </c:pt>
                <c:pt idx="72" formatCode="0">
                  <c:v>115</c:v>
                </c:pt>
                <c:pt idx="73" formatCode="0">
                  <c:v>116</c:v>
                </c:pt>
                <c:pt idx="74" formatCode="0">
                  <c:v>117</c:v>
                </c:pt>
                <c:pt idx="75" formatCode="0">
                  <c:v>94</c:v>
                </c:pt>
                <c:pt idx="76" formatCode="0">
                  <c:v>85</c:v>
                </c:pt>
                <c:pt idx="77" formatCode="0">
                  <c:v>18</c:v>
                </c:pt>
                <c:pt idx="78" formatCode="0">
                  <c:v>53</c:v>
                </c:pt>
                <c:pt idx="79" formatCode="0">
                  <c:v>105</c:v>
                </c:pt>
                <c:pt idx="80" formatCode="0">
                  <c:v>54</c:v>
                </c:pt>
                <c:pt idx="81" formatCode="0">
                  <c:v>120</c:v>
                </c:pt>
                <c:pt idx="82" formatCode="0">
                  <c:v>110</c:v>
                </c:pt>
                <c:pt idx="83" formatCode="0">
                  <c:v>55</c:v>
                </c:pt>
                <c:pt idx="84" formatCode="0">
                  <c:v>11</c:v>
                </c:pt>
                <c:pt idx="85" formatCode="0">
                  <c:v>48</c:v>
                </c:pt>
                <c:pt idx="86" formatCode="0">
                  <c:v>73</c:v>
                </c:pt>
                <c:pt idx="87" formatCode="0">
                  <c:v>71</c:v>
                </c:pt>
                <c:pt idx="88" formatCode="0">
                  <c:v>82</c:v>
                </c:pt>
                <c:pt idx="89" formatCode="0">
                  <c:v>56</c:v>
                </c:pt>
                <c:pt idx="90" formatCode="0">
                  <c:v>70</c:v>
                </c:pt>
                <c:pt idx="91" formatCode="0">
                  <c:v>28</c:v>
                </c:pt>
                <c:pt idx="92" formatCode="0">
                  <c:v>49</c:v>
                </c:pt>
                <c:pt idx="93" formatCode="0">
                  <c:v>109</c:v>
                </c:pt>
                <c:pt idx="94" formatCode="0">
                  <c:v>114</c:v>
                </c:pt>
                <c:pt idx="95" formatCode="0">
                  <c:v>259</c:v>
                </c:pt>
                <c:pt idx="96" formatCode="0">
                  <c:v>167</c:v>
                </c:pt>
                <c:pt idx="97" formatCode="0">
                  <c:v>126</c:v>
                </c:pt>
                <c:pt idx="98" formatCode="0">
                  <c:v>26</c:v>
                </c:pt>
                <c:pt idx="99" formatCode="0">
                  <c:v>85</c:v>
                </c:pt>
                <c:pt idx="100" formatCode="0">
                  <c:v>115</c:v>
                </c:pt>
                <c:pt idx="101" formatCode="0">
                  <c:v>121</c:v>
                </c:pt>
                <c:pt idx="102" formatCode="0">
                  <c:v>122</c:v>
                </c:pt>
                <c:pt idx="103" formatCode="0">
                  <c:v>122</c:v>
                </c:pt>
                <c:pt idx="104" formatCode="0">
                  <c:v>122</c:v>
                </c:pt>
                <c:pt idx="105" formatCode="0">
                  <c:v>37</c:v>
                </c:pt>
                <c:pt idx="106" formatCode="0">
                  <c:v>67</c:v>
                </c:pt>
                <c:pt idx="107" formatCode="0">
                  <c:v>116</c:v>
                </c:pt>
                <c:pt idx="108" formatCode="0">
                  <c:v>78</c:v>
                </c:pt>
                <c:pt idx="109" formatCode="0">
                  <c:v>95</c:v>
                </c:pt>
                <c:pt idx="110" formatCode="0">
                  <c:v>94</c:v>
                </c:pt>
                <c:pt idx="111" formatCode="0">
                  <c:v>72</c:v>
                </c:pt>
                <c:pt idx="112" formatCode="0">
                  <c:v>29</c:v>
                </c:pt>
                <c:pt idx="113" formatCode="0">
                  <c:v>30</c:v>
                </c:pt>
                <c:pt idx="114" formatCode="0">
                  <c:v>96</c:v>
                </c:pt>
                <c:pt idx="115" formatCode="0">
                  <c:v>76</c:v>
                </c:pt>
                <c:pt idx="116" formatCode="0">
                  <c:v>30</c:v>
                </c:pt>
                <c:pt idx="117" formatCode="0">
                  <c:v>2</c:v>
                </c:pt>
                <c:pt idx="118" formatCode="0">
                  <c:v>1</c:v>
                </c:pt>
                <c:pt idx="119" formatCode="0">
                  <c:v>10</c:v>
                </c:pt>
                <c:pt idx="120" formatCode="0">
                  <c:v>11</c:v>
                </c:pt>
                <c:pt idx="121" formatCode="0">
                  <c:v>55</c:v>
                </c:pt>
                <c:pt idx="122" formatCode="0">
                  <c:v>37</c:v>
                </c:pt>
                <c:pt idx="123" formatCode="0">
                  <c:v>59</c:v>
                </c:pt>
                <c:pt idx="124" formatCode="0">
                  <c:v>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03E-4C46-8FEC-F3E599E212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077248"/>
        <c:axId val="1002049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'12_20'!$E$3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'12_20'!$B$4:$B$125</c15:sqref>
                        </c15:formulaRef>
                      </c:ext>
                    </c:extLst>
                    <c:numCache>
                      <c:formatCode>m/d/yyyy</c:formatCode>
                      <c:ptCount val="122"/>
                      <c:pt idx="0">
                        <c:v>44075</c:v>
                      </c:pt>
                      <c:pt idx="1">
                        <c:v>44076</c:v>
                      </c:pt>
                      <c:pt idx="2">
                        <c:v>44077</c:v>
                      </c:pt>
                      <c:pt idx="3">
                        <c:v>44078</c:v>
                      </c:pt>
                      <c:pt idx="4">
                        <c:v>44079</c:v>
                      </c:pt>
                      <c:pt idx="5">
                        <c:v>44080</c:v>
                      </c:pt>
                      <c:pt idx="6">
                        <c:v>44081</c:v>
                      </c:pt>
                      <c:pt idx="7">
                        <c:v>44082</c:v>
                      </c:pt>
                      <c:pt idx="8">
                        <c:v>44083</c:v>
                      </c:pt>
                      <c:pt idx="9">
                        <c:v>44084</c:v>
                      </c:pt>
                      <c:pt idx="10">
                        <c:v>44085</c:v>
                      </c:pt>
                      <c:pt idx="11">
                        <c:v>44086</c:v>
                      </c:pt>
                      <c:pt idx="12">
                        <c:v>44087</c:v>
                      </c:pt>
                      <c:pt idx="13">
                        <c:v>44088</c:v>
                      </c:pt>
                      <c:pt idx="14">
                        <c:v>44089</c:v>
                      </c:pt>
                      <c:pt idx="15">
                        <c:v>44090</c:v>
                      </c:pt>
                      <c:pt idx="16">
                        <c:v>44091</c:v>
                      </c:pt>
                      <c:pt idx="17">
                        <c:v>44092</c:v>
                      </c:pt>
                      <c:pt idx="18">
                        <c:v>44093</c:v>
                      </c:pt>
                      <c:pt idx="19">
                        <c:v>44094</c:v>
                      </c:pt>
                      <c:pt idx="20">
                        <c:v>44095</c:v>
                      </c:pt>
                      <c:pt idx="21">
                        <c:v>44096</c:v>
                      </c:pt>
                      <c:pt idx="22">
                        <c:v>44097</c:v>
                      </c:pt>
                      <c:pt idx="23">
                        <c:v>44098</c:v>
                      </c:pt>
                      <c:pt idx="24">
                        <c:v>44099</c:v>
                      </c:pt>
                      <c:pt idx="25">
                        <c:v>44100</c:v>
                      </c:pt>
                      <c:pt idx="26">
                        <c:v>44101</c:v>
                      </c:pt>
                      <c:pt idx="27">
                        <c:v>44102</c:v>
                      </c:pt>
                      <c:pt idx="28">
                        <c:v>44103</c:v>
                      </c:pt>
                      <c:pt idx="29">
                        <c:v>44104</c:v>
                      </c:pt>
                      <c:pt idx="30">
                        <c:v>44105</c:v>
                      </c:pt>
                      <c:pt idx="31">
                        <c:v>44106</c:v>
                      </c:pt>
                      <c:pt idx="32">
                        <c:v>44107</c:v>
                      </c:pt>
                      <c:pt idx="33">
                        <c:v>44108</c:v>
                      </c:pt>
                      <c:pt idx="34">
                        <c:v>44109</c:v>
                      </c:pt>
                      <c:pt idx="35">
                        <c:v>44110</c:v>
                      </c:pt>
                      <c:pt idx="36">
                        <c:v>44111</c:v>
                      </c:pt>
                      <c:pt idx="37">
                        <c:v>44112</c:v>
                      </c:pt>
                      <c:pt idx="38">
                        <c:v>44113</c:v>
                      </c:pt>
                      <c:pt idx="39">
                        <c:v>44114</c:v>
                      </c:pt>
                      <c:pt idx="40">
                        <c:v>44115</c:v>
                      </c:pt>
                      <c:pt idx="41">
                        <c:v>44116</c:v>
                      </c:pt>
                      <c:pt idx="42">
                        <c:v>44117</c:v>
                      </c:pt>
                      <c:pt idx="43">
                        <c:v>44118</c:v>
                      </c:pt>
                      <c:pt idx="44">
                        <c:v>44119</c:v>
                      </c:pt>
                      <c:pt idx="45">
                        <c:v>44120</c:v>
                      </c:pt>
                      <c:pt idx="46">
                        <c:v>44121</c:v>
                      </c:pt>
                      <c:pt idx="47">
                        <c:v>44122</c:v>
                      </c:pt>
                      <c:pt idx="48">
                        <c:v>44123</c:v>
                      </c:pt>
                      <c:pt idx="49">
                        <c:v>44124</c:v>
                      </c:pt>
                      <c:pt idx="50">
                        <c:v>44125</c:v>
                      </c:pt>
                      <c:pt idx="51">
                        <c:v>44126</c:v>
                      </c:pt>
                      <c:pt idx="52">
                        <c:v>44127</c:v>
                      </c:pt>
                      <c:pt idx="53">
                        <c:v>44128</c:v>
                      </c:pt>
                      <c:pt idx="54">
                        <c:v>44129</c:v>
                      </c:pt>
                      <c:pt idx="55">
                        <c:v>44130</c:v>
                      </c:pt>
                      <c:pt idx="56">
                        <c:v>44131</c:v>
                      </c:pt>
                      <c:pt idx="57">
                        <c:v>44132</c:v>
                      </c:pt>
                      <c:pt idx="58">
                        <c:v>44133</c:v>
                      </c:pt>
                      <c:pt idx="59">
                        <c:v>44134</c:v>
                      </c:pt>
                      <c:pt idx="60">
                        <c:v>44135</c:v>
                      </c:pt>
                      <c:pt idx="61">
                        <c:v>44136</c:v>
                      </c:pt>
                      <c:pt idx="62">
                        <c:v>44137</c:v>
                      </c:pt>
                      <c:pt idx="63">
                        <c:v>44138</c:v>
                      </c:pt>
                      <c:pt idx="64">
                        <c:v>44139</c:v>
                      </c:pt>
                      <c:pt idx="65">
                        <c:v>44140</c:v>
                      </c:pt>
                      <c:pt idx="66">
                        <c:v>44141</c:v>
                      </c:pt>
                      <c:pt idx="67">
                        <c:v>44142</c:v>
                      </c:pt>
                      <c:pt idx="68">
                        <c:v>44143</c:v>
                      </c:pt>
                      <c:pt idx="69">
                        <c:v>44144</c:v>
                      </c:pt>
                      <c:pt idx="70">
                        <c:v>44145</c:v>
                      </c:pt>
                      <c:pt idx="71">
                        <c:v>44146</c:v>
                      </c:pt>
                      <c:pt idx="72">
                        <c:v>44147</c:v>
                      </c:pt>
                      <c:pt idx="73">
                        <c:v>44148</c:v>
                      </c:pt>
                      <c:pt idx="74">
                        <c:v>44149</c:v>
                      </c:pt>
                      <c:pt idx="75">
                        <c:v>44150</c:v>
                      </c:pt>
                      <c:pt idx="76">
                        <c:v>44151</c:v>
                      </c:pt>
                      <c:pt idx="77">
                        <c:v>44152</c:v>
                      </c:pt>
                      <c:pt idx="78">
                        <c:v>44153</c:v>
                      </c:pt>
                      <c:pt idx="79">
                        <c:v>44154</c:v>
                      </c:pt>
                      <c:pt idx="80">
                        <c:v>44155</c:v>
                      </c:pt>
                      <c:pt idx="81">
                        <c:v>44156</c:v>
                      </c:pt>
                      <c:pt idx="82">
                        <c:v>44157</c:v>
                      </c:pt>
                      <c:pt idx="83">
                        <c:v>44158</c:v>
                      </c:pt>
                      <c:pt idx="84">
                        <c:v>44159</c:v>
                      </c:pt>
                      <c:pt idx="85">
                        <c:v>44160</c:v>
                      </c:pt>
                      <c:pt idx="86">
                        <c:v>44161</c:v>
                      </c:pt>
                      <c:pt idx="87">
                        <c:v>44162</c:v>
                      </c:pt>
                      <c:pt idx="88">
                        <c:v>44163</c:v>
                      </c:pt>
                      <c:pt idx="89">
                        <c:v>44164</c:v>
                      </c:pt>
                      <c:pt idx="90">
                        <c:v>44165</c:v>
                      </c:pt>
                      <c:pt idx="91">
                        <c:v>44166</c:v>
                      </c:pt>
                      <c:pt idx="92">
                        <c:v>44167</c:v>
                      </c:pt>
                      <c:pt idx="93">
                        <c:v>44168</c:v>
                      </c:pt>
                      <c:pt idx="94">
                        <c:v>44169</c:v>
                      </c:pt>
                      <c:pt idx="95">
                        <c:v>44170</c:v>
                      </c:pt>
                      <c:pt idx="96">
                        <c:v>44171</c:v>
                      </c:pt>
                      <c:pt idx="97">
                        <c:v>44172</c:v>
                      </c:pt>
                      <c:pt idx="98">
                        <c:v>44173</c:v>
                      </c:pt>
                      <c:pt idx="99">
                        <c:v>44174</c:v>
                      </c:pt>
                      <c:pt idx="100">
                        <c:v>44175</c:v>
                      </c:pt>
                      <c:pt idx="101">
                        <c:v>44176</c:v>
                      </c:pt>
                      <c:pt idx="102">
                        <c:v>44177</c:v>
                      </c:pt>
                      <c:pt idx="103">
                        <c:v>44178</c:v>
                      </c:pt>
                      <c:pt idx="104">
                        <c:v>44179</c:v>
                      </c:pt>
                      <c:pt idx="105">
                        <c:v>44180</c:v>
                      </c:pt>
                      <c:pt idx="106">
                        <c:v>44181</c:v>
                      </c:pt>
                      <c:pt idx="107">
                        <c:v>44182</c:v>
                      </c:pt>
                      <c:pt idx="108">
                        <c:v>44183</c:v>
                      </c:pt>
                      <c:pt idx="109">
                        <c:v>44184</c:v>
                      </c:pt>
                      <c:pt idx="110">
                        <c:v>44185</c:v>
                      </c:pt>
                      <c:pt idx="111">
                        <c:v>44186</c:v>
                      </c:pt>
                      <c:pt idx="112">
                        <c:v>44187</c:v>
                      </c:pt>
                      <c:pt idx="113">
                        <c:v>44188</c:v>
                      </c:pt>
                      <c:pt idx="114">
                        <c:v>44189</c:v>
                      </c:pt>
                      <c:pt idx="115">
                        <c:v>44190</c:v>
                      </c:pt>
                      <c:pt idx="116">
                        <c:v>44191</c:v>
                      </c:pt>
                      <c:pt idx="117">
                        <c:v>44192</c:v>
                      </c:pt>
                      <c:pt idx="118">
                        <c:v>44193</c:v>
                      </c:pt>
                      <c:pt idx="119">
                        <c:v>44194</c:v>
                      </c:pt>
                      <c:pt idx="120">
                        <c:v>44195</c:v>
                      </c:pt>
                      <c:pt idx="12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'12_20'!$E$35:$E$125</c15:sqref>
                        </c15:formulaRef>
                      </c:ext>
                    </c:extLst>
                    <c:numCache>
                      <c:formatCode>0</c:formatCode>
                      <c:ptCount val="91"/>
                      <c:pt idx="0">
                        <c:v>394</c:v>
                      </c:pt>
                      <c:pt idx="1">
                        <c:v>54</c:v>
                      </c:pt>
                      <c:pt idx="2">
                        <c:v>75</c:v>
                      </c:pt>
                      <c:pt idx="3">
                        <c:v>318</c:v>
                      </c:pt>
                      <c:pt idx="4">
                        <c:v>293</c:v>
                      </c:pt>
                      <c:pt idx="5">
                        <c:v>274</c:v>
                      </c:pt>
                      <c:pt idx="6">
                        <c:v>199</c:v>
                      </c:pt>
                      <c:pt idx="7">
                        <c:v>124</c:v>
                      </c:pt>
                      <c:pt idx="8">
                        <c:v>24</c:v>
                      </c:pt>
                      <c:pt idx="9">
                        <c:v>97</c:v>
                      </c:pt>
                      <c:pt idx="10">
                        <c:v>305</c:v>
                      </c:pt>
                      <c:pt idx="11">
                        <c:v>249</c:v>
                      </c:pt>
                      <c:pt idx="12">
                        <c:v>190</c:v>
                      </c:pt>
                      <c:pt idx="13">
                        <c:v>270</c:v>
                      </c:pt>
                      <c:pt idx="14">
                        <c:v>166</c:v>
                      </c:pt>
                      <c:pt idx="15">
                        <c:v>72</c:v>
                      </c:pt>
                      <c:pt idx="16">
                        <c:v>70</c:v>
                      </c:pt>
                      <c:pt idx="17">
                        <c:v>220</c:v>
                      </c:pt>
                      <c:pt idx="18">
                        <c:v>200</c:v>
                      </c:pt>
                      <c:pt idx="19">
                        <c:v>208</c:v>
                      </c:pt>
                      <c:pt idx="20">
                        <c:v>229</c:v>
                      </c:pt>
                      <c:pt idx="21">
                        <c:v>124</c:v>
                      </c:pt>
                      <c:pt idx="22">
                        <c:v>59</c:v>
                      </c:pt>
                      <c:pt idx="23">
                        <c:v>158</c:v>
                      </c:pt>
                      <c:pt idx="24">
                        <c:v>423</c:v>
                      </c:pt>
                      <c:pt idx="25">
                        <c:v>228</c:v>
                      </c:pt>
                      <c:pt idx="26">
                        <c:v>108</c:v>
                      </c:pt>
                      <c:pt idx="27">
                        <c:v>200</c:v>
                      </c:pt>
                      <c:pt idx="28">
                        <c:v>151</c:v>
                      </c:pt>
                      <c:pt idx="29">
                        <c:v>23</c:v>
                      </c:pt>
                      <c:pt idx="30">
                        <c:v>88</c:v>
                      </c:pt>
                      <c:pt idx="31">
                        <c:v>397</c:v>
                      </c:pt>
                      <c:pt idx="32">
                        <c:v>244</c:v>
                      </c:pt>
                      <c:pt idx="33">
                        <c:v>293</c:v>
                      </c:pt>
                      <c:pt idx="34">
                        <c:v>204</c:v>
                      </c:pt>
                      <c:pt idx="35">
                        <c:v>156</c:v>
                      </c:pt>
                      <c:pt idx="36">
                        <c:v>32</c:v>
                      </c:pt>
                      <c:pt idx="37">
                        <c:v>60</c:v>
                      </c:pt>
                      <c:pt idx="38">
                        <c:v>182</c:v>
                      </c:pt>
                      <c:pt idx="39">
                        <c:v>187</c:v>
                      </c:pt>
                      <c:pt idx="40">
                        <c:v>160</c:v>
                      </c:pt>
                      <c:pt idx="41">
                        <c:v>130</c:v>
                      </c:pt>
                      <c:pt idx="42">
                        <c:v>135</c:v>
                      </c:pt>
                      <c:pt idx="43">
                        <c:v>23</c:v>
                      </c:pt>
                      <c:pt idx="44">
                        <c:v>87</c:v>
                      </c:pt>
                      <c:pt idx="45">
                        <c:v>138</c:v>
                      </c:pt>
                      <c:pt idx="46">
                        <c:v>99</c:v>
                      </c:pt>
                      <c:pt idx="47">
                        <c:v>173</c:v>
                      </c:pt>
                      <c:pt idx="48">
                        <c:v>165</c:v>
                      </c:pt>
                      <c:pt idx="49">
                        <c:v>65</c:v>
                      </c:pt>
                      <c:pt idx="50">
                        <c:v>12</c:v>
                      </c:pt>
                      <c:pt idx="51">
                        <c:v>64</c:v>
                      </c:pt>
                      <c:pt idx="52">
                        <c:v>134</c:v>
                      </c:pt>
                      <c:pt idx="53">
                        <c:v>99</c:v>
                      </c:pt>
                      <c:pt idx="54">
                        <c:v>103</c:v>
                      </c:pt>
                      <c:pt idx="55">
                        <c:v>92</c:v>
                      </c:pt>
                      <c:pt idx="56">
                        <c:v>106</c:v>
                      </c:pt>
                      <c:pt idx="57">
                        <c:v>42</c:v>
                      </c:pt>
                      <c:pt idx="58">
                        <c:v>61</c:v>
                      </c:pt>
                      <c:pt idx="59">
                        <c:v>141</c:v>
                      </c:pt>
                      <c:pt idx="60">
                        <c:v>142</c:v>
                      </c:pt>
                      <c:pt idx="61">
                        <c:v>357</c:v>
                      </c:pt>
                      <c:pt idx="62">
                        <c:v>246</c:v>
                      </c:pt>
                      <c:pt idx="63">
                        <c:v>173</c:v>
                      </c:pt>
                      <c:pt idx="64">
                        <c:v>37</c:v>
                      </c:pt>
                      <c:pt idx="65">
                        <c:v>128</c:v>
                      </c:pt>
                      <c:pt idx="66">
                        <c:v>156</c:v>
                      </c:pt>
                      <c:pt idx="67">
                        <c:v>184</c:v>
                      </c:pt>
                      <c:pt idx="68">
                        <c:v>173</c:v>
                      </c:pt>
                      <c:pt idx="69">
                        <c:v>163</c:v>
                      </c:pt>
                      <c:pt idx="70">
                        <c:v>220</c:v>
                      </c:pt>
                      <c:pt idx="71">
                        <c:v>44</c:v>
                      </c:pt>
                      <c:pt idx="72">
                        <c:v>86</c:v>
                      </c:pt>
                      <c:pt idx="73">
                        <c:v>164</c:v>
                      </c:pt>
                      <c:pt idx="74">
                        <c:v>97</c:v>
                      </c:pt>
                      <c:pt idx="75">
                        <c:v>131</c:v>
                      </c:pt>
                      <c:pt idx="76">
                        <c:v>171</c:v>
                      </c:pt>
                      <c:pt idx="77">
                        <c:v>98</c:v>
                      </c:pt>
                      <c:pt idx="78">
                        <c:v>46</c:v>
                      </c:pt>
                      <c:pt idx="79">
                        <c:v>43</c:v>
                      </c:pt>
                      <c:pt idx="80">
                        <c:v>145</c:v>
                      </c:pt>
                      <c:pt idx="81">
                        <c:v>131</c:v>
                      </c:pt>
                      <c:pt idx="82">
                        <c:v>56</c:v>
                      </c:pt>
                      <c:pt idx="83">
                        <c:v>6</c:v>
                      </c:pt>
                      <c:pt idx="84">
                        <c:v>4</c:v>
                      </c:pt>
                      <c:pt idx="85">
                        <c:v>15</c:v>
                      </c:pt>
                      <c:pt idx="86">
                        <c:v>19</c:v>
                      </c:pt>
                      <c:pt idx="87">
                        <c:v>81</c:v>
                      </c:pt>
                      <c:pt idx="88">
                        <c:v>66</c:v>
                      </c:pt>
                      <c:pt idx="89">
                        <c:v>94</c:v>
                      </c:pt>
                      <c:pt idx="90">
                        <c:v>55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003E-4C46-8FEC-F3E599E21222}"/>
                  </c:ext>
                </c:extLst>
              </c15:ser>
            </c15:filteredLineSeries>
          </c:ext>
        </c:extLst>
      </c:lineChart>
      <c:dateAx>
        <c:axId val="9107724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204928"/>
        <c:crosses val="autoZero"/>
        <c:auto val="1"/>
        <c:lblOffset val="100"/>
        <c:baseTimeUnit val="days"/>
      </c:dateAx>
      <c:valAx>
        <c:axId val="10020492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107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DE Connector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'12_20'!$D$3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'12_20'!$B$4:$B$125</c:f>
              <c:numCache>
                <c:formatCode>m/d/yyyy</c:formatCode>
                <c:ptCount val="122"/>
                <c:pt idx="0">
                  <c:v>44075</c:v>
                </c:pt>
                <c:pt idx="1">
                  <c:v>44076</c:v>
                </c:pt>
                <c:pt idx="2">
                  <c:v>44077</c:v>
                </c:pt>
                <c:pt idx="3">
                  <c:v>44078</c:v>
                </c:pt>
                <c:pt idx="4">
                  <c:v>44079</c:v>
                </c:pt>
                <c:pt idx="5">
                  <c:v>44080</c:v>
                </c:pt>
                <c:pt idx="6">
                  <c:v>44081</c:v>
                </c:pt>
                <c:pt idx="7">
                  <c:v>44082</c:v>
                </c:pt>
                <c:pt idx="8">
                  <c:v>44083</c:v>
                </c:pt>
                <c:pt idx="9">
                  <c:v>44084</c:v>
                </c:pt>
                <c:pt idx="10">
                  <c:v>44085</c:v>
                </c:pt>
                <c:pt idx="11">
                  <c:v>44086</c:v>
                </c:pt>
                <c:pt idx="12">
                  <c:v>44087</c:v>
                </c:pt>
                <c:pt idx="13">
                  <c:v>44088</c:v>
                </c:pt>
                <c:pt idx="14">
                  <c:v>44089</c:v>
                </c:pt>
                <c:pt idx="15">
                  <c:v>44090</c:v>
                </c:pt>
                <c:pt idx="16">
                  <c:v>44091</c:v>
                </c:pt>
                <c:pt idx="17">
                  <c:v>44092</c:v>
                </c:pt>
                <c:pt idx="18">
                  <c:v>44093</c:v>
                </c:pt>
                <c:pt idx="19">
                  <c:v>44094</c:v>
                </c:pt>
                <c:pt idx="20">
                  <c:v>44095</c:v>
                </c:pt>
                <c:pt idx="21">
                  <c:v>44096</c:v>
                </c:pt>
                <c:pt idx="22">
                  <c:v>44097</c:v>
                </c:pt>
                <c:pt idx="23">
                  <c:v>44098</c:v>
                </c:pt>
                <c:pt idx="24">
                  <c:v>44099</c:v>
                </c:pt>
                <c:pt idx="25">
                  <c:v>44100</c:v>
                </c:pt>
                <c:pt idx="26">
                  <c:v>44101</c:v>
                </c:pt>
                <c:pt idx="27">
                  <c:v>44102</c:v>
                </c:pt>
                <c:pt idx="28">
                  <c:v>44103</c:v>
                </c:pt>
                <c:pt idx="29">
                  <c:v>44104</c:v>
                </c:pt>
                <c:pt idx="30">
                  <c:v>44105</c:v>
                </c:pt>
                <c:pt idx="31">
                  <c:v>44106</c:v>
                </c:pt>
                <c:pt idx="32">
                  <c:v>44107</c:v>
                </c:pt>
                <c:pt idx="33">
                  <c:v>44108</c:v>
                </c:pt>
                <c:pt idx="34">
                  <c:v>44109</c:v>
                </c:pt>
                <c:pt idx="35">
                  <c:v>44110</c:v>
                </c:pt>
                <c:pt idx="36">
                  <c:v>44111</c:v>
                </c:pt>
                <c:pt idx="37">
                  <c:v>44112</c:v>
                </c:pt>
                <c:pt idx="38">
                  <c:v>44113</c:v>
                </c:pt>
                <c:pt idx="39">
                  <c:v>44114</c:v>
                </c:pt>
                <c:pt idx="40">
                  <c:v>44115</c:v>
                </c:pt>
                <c:pt idx="41">
                  <c:v>44116</c:v>
                </c:pt>
                <c:pt idx="42">
                  <c:v>44117</c:v>
                </c:pt>
                <c:pt idx="43">
                  <c:v>44118</c:v>
                </c:pt>
                <c:pt idx="44">
                  <c:v>44119</c:v>
                </c:pt>
                <c:pt idx="45">
                  <c:v>44120</c:v>
                </c:pt>
                <c:pt idx="46">
                  <c:v>44121</c:v>
                </c:pt>
                <c:pt idx="47">
                  <c:v>44122</c:v>
                </c:pt>
                <c:pt idx="48">
                  <c:v>44123</c:v>
                </c:pt>
                <c:pt idx="49">
                  <c:v>44124</c:v>
                </c:pt>
                <c:pt idx="50">
                  <c:v>44125</c:v>
                </c:pt>
                <c:pt idx="51">
                  <c:v>44126</c:v>
                </c:pt>
                <c:pt idx="52">
                  <c:v>44127</c:v>
                </c:pt>
                <c:pt idx="53">
                  <c:v>44128</c:v>
                </c:pt>
                <c:pt idx="54">
                  <c:v>44129</c:v>
                </c:pt>
                <c:pt idx="55">
                  <c:v>44130</c:v>
                </c:pt>
                <c:pt idx="56">
                  <c:v>44131</c:v>
                </c:pt>
                <c:pt idx="57">
                  <c:v>44132</c:v>
                </c:pt>
                <c:pt idx="58">
                  <c:v>44133</c:v>
                </c:pt>
                <c:pt idx="59">
                  <c:v>44134</c:v>
                </c:pt>
                <c:pt idx="60">
                  <c:v>44135</c:v>
                </c:pt>
                <c:pt idx="61">
                  <c:v>44136</c:v>
                </c:pt>
                <c:pt idx="62">
                  <c:v>44137</c:v>
                </c:pt>
                <c:pt idx="63">
                  <c:v>44138</c:v>
                </c:pt>
                <c:pt idx="64">
                  <c:v>44139</c:v>
                </c:pt>
                <c:pt idx="65">
                  <c:v>44140</c:v>
                </c:pt>
                <c:pt idx="66">
                  <c:v>44141</c:v>
                </c:pt>
                <c:pt idx="67">
                  <c:v>44142</c:v>
                </c:pt>
                <c:pt idx="68">
                  <c:v>44143</c:v>
                </c:pt>
                <c:pt idx="69">
                  <c:v>44144</c:v>
                </c:pt>
                <c:pt idx="70">
                  <c:v>44145</c:v>
                </c:pt>
                <c:pt idx="71">
                  <c:v>44146</c:v>
                </c:pt>
                <c:pt idx="72">
                  <c:v>44147</c:v>
                </c:pt>
                <c:pt idx="73">
                  <c:v>44148</c:v>
                </c:pt>
                <c:pt idx="74">
                  <c:v>44149</c:v>
                </c:pt>
                <c:pt idx="75">
                  <c:v>44150</c:v>
                </c:pt>
                <c:pt idx="76">
                  <c:v>44151</c:v>
                </c:pt>
                <c:pt idx="77">
                  <c:v>44152</c:v>
                </c:pt>
                <c:pt idx="78">
                  <c:v>44153</c:v>
                </c:pt>
                <c:pt idx="79">
                  <c:v>44154</c:v>
                </c:pt>
                <c:pt idx="80">
                  <c:v>44155</c:v>
                </c:pt>
                <c:pt idx="81">
                  <c:v>44156</c:v>
                </c:pt>
                <c:pt idx="82">
                  <c:v>44157</c:v>
                </c:pt>
                <c:pt idx="83">
                  <c:v>44158</c:v>
                </c:pt>
                <c:pt idx="84">
                  <c:v>44159</c:v>
                </c:pt>
                <c:pt idx="85">
                  <c:v>44160</c:v>
                </c:pt>
                <c:pt idx="86">
                  <c:v>44161</c:v>
                </c:pt>
                <c:pt idx="87">
                  <c:v>44162</c:v>
                </c:pt>
                <c:pt idx="88">
                  <c:v>44163</c:v>
                </c:pt>
                <c:pt idx="89">
                  <c:v>44164</c:v>
                </c:pt>
                <c:pt idx="90">
                  <c:v>44165</c:v>
                </c:pt>
                <c:pt idx="91">
                  <c:v>44166</c:v>
                </c:pt>
                <c:pt idx="92">
                  <c:v>44167</c:v>
                </c:pt>
                <c:pt idx="93">
                  <c:v>44168</c:v>
                </c:pt>
                <c:pt idx="94">
                  <c:v>44169</c:v>
                </c:pt>
                <c:pt idx="95">
                  <c:v>44170</c:v>
                </c:pt>
                <c:pt idx="96">
                  <c:v>44171</c:v>
                </c:pt>
                <c:pt idx="97">
                  <c:v>44172</c:v>
                </c:pt>
                <c:pt idx="98">
                  <c:v>44173</c:v>
                </c:pt>
                <c:pt idx="99">
                  <c:v>44174</c:v>
                </c:pt>
                <c:pt idx="100">
                  <c:v>44175</c:v>
                </c:pt>
                <c:pt idx="101">
                  <c:v>44176</c:v>
                </c:pt>
                <c:pt idx="102">
                  <c:v>44177</c:v>
                </c:pt>
                <c:pt idx="103">
                  <c:v>44178</c:v>
                </c:pt>
                <c:pt idx="104">
                  <c:v>44179</c:v>
                </c:pt>
                <c:pt idx="105">
                  <c:v>44180</c:v>
                </c:pt>
                <c:pt idx="106">
                  <c:v>44181</c:v>
                </c:pt>
                <c:pt idx="107">
                  <c:v>44182</c:v>
                </c:pt>
                <c:pt idx="108">
                  <c:v>44183</c:v>
                </c:pt>
                <c:pt idx="109">
                  <c:v>44184</c:v>
                </c:pt>
                <c:pt idx="110">
                  <c:v>44185</c:v>
                </c:pt>
                <c:pt idx="111">
                  <c:v>44186</c:v>
                </c:pt>
                <c:pt idx="112">
                  <c:v>44187</c:v>
                </c:pt>
                <c:pt idx="113">
                  <c:v>44188</c:v>
                </c:pt>
                <c:pt idx="114">
                  <c:v>44189</c:v>
                </c:pt>
                <c:pt idx="115">
                  <c:v>44190</c:v>
                </c:pt>
                <c:pt idx="116">
                  <c:v>44191</c:v>
                </c:pt>
                <c:pt idx="117">
                  <c:v>44192</c:v>
                </c:pt>
                <c:pt idx="118">
                  <c:v>44193</c:v>
                </c:pt>
                <c:pt idx="119">
                  <c:v>44194</c:v>
                </c:pt>
                <c:pt idx="120">
                  <c:v>44195</c:v>
                </c:pt>
                <c:pt idx="121">
                  <c:v>44196</c:v>
                </c:pt>
              </c:numCache>
            </c:numRef>
          </c:cat>
          <c:val>
            <c:numRef>
              <c:f>'12_20'!$D$4:$D$125</c:f>
              <c:numCache>
                <c:formatCode>0</c:formatCode>
                <c:ptCount val="1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5</c:v>
                </c:pt>
                <c:pt idx="18">
                  <c:v>0</c:v>
                </c:pt>
                <c:pt idx="19">
                  <c:v>1</c:v>
                </c:pt>
                <c:pt idx="20">
                  <c:v>1</c:v>
                </c:pt>
                <c:pt idx="21">
                  <c:v>9</c:v>
                </c:pt>
                <c:pt idx="22">
                  <c:v>2</c:v>
                </c:pt>
                <c:pt idx="23">
                  <c:v>12</c:v>
                </c:pt>
                <c:pt idx="24">
                  <c:v>16</c:v>
                </c:pt>
                <c:pt idx="25">
                  <c:v>1</c:v>
                </c:pt>
                <c:pt idx="26">
                  <c:v>0</c:v>
                </c:pt>
                <c:pt idx="27">
                  <c:v>10</c:v>
                </c:pt>
                <c:pt idx="28">
                  <c:v>4</c:v>
                </c:pt>
                <c:pt idx="29">
                  <c:v>14</c:v>
                </c:pt>
                <c:pt idx="30">
                  <c:v>50</c:v>
                </c:pt>
                <c:pt idx="31">
                  <c:v>17</c:v>
                </c:pt>
                <c:pt idx="32">
                  <c:v>1</c:v>
                </c:pt>
                <c:pt idx="33">
                  <c:v>11</c:v>
                </c:pt>
                <c:pt idx="34">
                  <c:v>66</c:v>
                </c:pt>
                <c:pt idx="35">
                  <c:v>25</c:v>
                </c:pt>
                <c:pt idx="36">
                  <c:v>13</c:v>
                </c:pt>
                <c:pt idx="37">
                  <c:v>3</c:v>
                </c:pt>
                <c:pt idx="38">
                  <c:v>22</c:v>
                </c:pt>
                <c:pt idx="39">
                  <c:v>2</c:v>
                </c:pt>
                <c:pt idx="40">
                  <c:v>0</c:v>
                </c:pt>
                <c:pt idx="41">
                  <c:v>13</c:v>
                </c:pt>
                <c:pt idx="42">
                  <c:v>4</c:v>
                </c:pt>
                <c:pt idx="43">
                  <c:v>35</c:v>
                </c:pt>
                <c:pt idx="44">
                  <c:v>15</c:v>
                </c:pt>
                <c:pt idx="45">
                  <c:v>16</c:v>
                </c:pt>
                <c:pt idx="46">
                  <c:v>2</c:v>
                </c:pt>
                <c:pt idx="47">
                  <c:v>2</c:v>
                </c:pt>
                <c:pt idx="48">
                  <c:v>8</c:v>
                </c:pt>
                <c:pt idx="49">
                  <c:v>4</c:v>
                </c:pt>
                <c:pt idx="50">
                  <c:v>3</c:v>
                </c:pt>
                <c:pt idx="51">
                  <c:v>0</c:v>
                </c:pt>
                <c:pt idx="52">
                  <c:v>10</c:v>
                </c:pt>
                <c:pt idx="53">
                  <c:v>6</c:v>
                </c:pt>
                <c:pt idx="54">
                  <c:v>10</c:v>
                </c:pt>
                <c:pt idx="55">
                  <c:v>13</c:v>
                </c:pt>
                <c:pt idx="56">
                  <c:v>25</c:v>
                </c:pt>
                <c:pt idx="57">
                  <c:v>5</c:v>
                </c:pt>
                <c:pt idx="58">
                  <c:v>3</c:v>
                </c:pt>
                <c:pt idx="59">
                  <c:v>5</c:v>
                </c:pt>
                <c:pt idx="60">
                  <c:v>2</c:v>
                </c:pt>
                <c:pt idx="61">
                  <c:v>2</c:v>
                </c:pt>
                <c:pt idx="62">
                  <c:v>8</c:v>
                </c:pt>
                <c:pt idx="63">
                  <c:v>3</c:v>
                </c:pt>
                <c:pt idx="64">
                  <c:v>7</c:v>
                </c:pt>
                <c:pt idx="65">
                  <c:v>6</c:v>
                </c:pt>
                <c:pt idx="66">
                  <c:v>10</c:v>
                </c:pt>
                <c:pt idx="67">
                  <c:v>0</c:v>
                </c:pt>
                <c:pt idx="68">
                  <c:v>2</c:v>
                </c:pt>
                <c:pt idx="69">
                  <c:v>9</c:v>
                </c:pt>
                <c:pt idx="70">
                  <c:v>8</c:v>
                </c:pt>
                <c:pt idx="71">
                  <c:v>37</c:v>
                </c:pt>
                <c:pt idx="72">
                  <c:v>14</c:v>
                </c:pt>
                <c:pt idx="73">
                  <c:v>1</c:v>
                </c:pt>
                <c:pt idx="74">
                  <c:v>0</c:v>
                </c:pt>
                <c:pt idx="75">
                  <c:v>1</c:v>
                </c:pt>
                <c:pt idx="76">
                  <c:v>1</c:v>
                </c:pt>
                <c:pt idx="77">
                  <c:v>10</c:v>
                </c:pt>
                <c:pt idx="78">
                  <c:v>12</c:v>
                </c:pt>
                <c:pt idx="79">
                  <c:v>5</c:v>
                </c:pt>
                <c:pt idx="80">
                  <c:v>6</c:v>
                </c:pt>
                <c:pt idx="81">
                  <c:v>0</c:v>
                </c:pt>
                <c:pt idx="82">
                  <c:v>0</c:v>
                </c:pt>
                <c:pt idx="83">
                  <c:v>3</c:v>
                </c:pt>
                <c:pt idx="84">
                  <c:v>2</c:v>
                </c:pt>
                <c:pt idx="85">
                  <c:v>5</c:v>
                </c:pt>
                <c:pt idx="86">
                  <c:v>3</c:v>
                </c:pt>
                <c:pt idx="87">
                  <c:v>5</c:v>
                </c:pt>
                <c:pt idx="88">
                  <c:v>0</c:v>
                </c:pt>
                <c:pt idx="89">
                  <c:v>2</c:v>
                </c:pt>
                <c:pt idx="90">
                  <c:v>15</c:v>
                </c:pt>
                <c:pt idx="91">
                  <c:v>9</c:v>
                </c:pt>
                <c:pt idx="92">
                  <c:v>20</c:v>
                </c:pt>
                <c:pt idx="93">
                  <c:v>13</c:v>
                </c:pt>
                <c:pt idx="94">
                  <c:v>3</c:v>
                </c:pt>
                <c:pt idx="95">
                  <c:v>4</c:v>
                </c:pt>
                <c:pt idx="96">
                  <c:v>0</c:v>
                </c:pt>
                <c:pt idx="97">
                  <c:v>3</c:v>
                </c:pt>
                <c:pt idx="98">
                  <c:v>10</c:v>
                </c:pt>
                <c:pt idx="99">
                  <c:v>10</c:v>
                </c:pt>
                <c:pt idx="100">
                  <c:v>7</c:v>
                </c:pt>
                <c:pt idx="101">
                  <c:v>5</c:v>
                </c:pt>
                <c:pt idx="102">
                  <c:v>4</c:v>
                </c:pt>
                <c:pt idx="103">
                  <c:v>0</c:v>
                </c:pt>
                <c:pt idx="104">
                  <c:v>5</c:v>
                </c:pt>
                <c:pt idx="105">
                  <c:v>8</c:v>
                </c:pt>
                <c:pt idx="106">
                  <c:v>2</c:v>
                </c:pt>
                <c:pt idx="107">
                  <c:v>4</c:v>
                </c:pt>
                <c:pt idx="108">
                  <c:v>21</c:v>
                </c:pt>
                <c:pt idx="109">
                  <c:v>4</c:v>
                </c:pt>
                <c:pt idx="110">
                  <c:v>0</c:v>
                </c:pt>
                <c:pt idx="111">
                  <c:v>11</c:v>
                </c:pt>
                <c:pt idx="112">
                  <c:v>6</c:v>
                </c:pt>
                <c:pt idx="113">
                  <c:v>7</c:v>
                </c:pt>
                <c:pt idx="114">
                  <c:v>0</c:v>
                </c:pt>
                <c:pt idx="115">
                  <c:v>0</c:v>
                </c:pt>
                <c:pt idx="116">
                  <c:v>1</c:v>
                </c:pt>
                <c:pt idx="117">
                  <c:v>1</c:v>
                </c:pt>
                <c:pt idx="118">
                  <c:v>4</c:v>
                </c:pt>
                <c:pt idx="119">
                  <c:v>1</c:v>
                </c:pt>
                <c:pt idx="120">
                  <c:v>3</c:v>
                </c:pt>
                <c:pt idx="1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9F-433C-A179-447FBBD9DA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234368"/>
        <c:axId val="10023590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'12_20'!$C$3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'12_20'!$B$4:$B$125</c15:sqref>
                        </c15:formulaRef>
                      </c:ext>
                    </c:extLst>
                    <c:numCache>
                      <c:formatCode>m/d/yyyy</c:formatCode>
                      <c:ptCount val="122"/>
                      <c:pt idx="0">
                        <c:v>44075</c:v>
                      </c:pt>
                      <c:pt idx="1">
                        <c:v>44076</c:v>
                      </c:pt>
                      <c:pt idx="2">
                        <c:v>44077</c:v>
                      </c:pt>
                      <c:pt idx="3">
                        <c:v>44078</c:v>
                      </c:pt>
                      <c:pt idx="4">
                        <c:v>44079</c:v>
                      </c:pt>
                      <c:pt idx="5">
                        <c:v>44080</c:v>
                      </c:pt>
                      <c:pt idx="6">
                        <c:v>44081</c:v>
                      </c:pt>
                      <c:pt idx="7">
                        <c:v>44082</c:v>
                      </c:pt>
                      <c:pt idx="8">
                        <c:v>44083</c:v>
                      </c:pt>
                      <c:pt idx="9">
                        <c:v>44084</c:v>
                      </c:pt>
                      <c:pt idx="10">
                        <c:v>44085</c:v>
                      </c:pt>
                      <c:pt idx="11">
                        <c:v>44086</c:v>
                      </c:pt>
                      <c:pt idx="12">
                        <c:v>44087</c:v>
                      </c:pt>
                      <c:pt idx="13">
                        <c:v>44088</c:v>
                      </c:pt>
                      <c:pt idx="14">
                        <c:v>44089</c:v>
                      </c:pt>
                      <c:pt idx="15">
                        <c:v>44090</c:v>
                      </c:pt>
                      <c:pt idx="16">
                        <c:v>44091</c:v>
                      </c:pt>
                      <c:pt idx="17">
                        <c:v>44092</c:v>
                      </c:pt>
                      <c:pt idx="18">
                        <c:v>44093</c:v>
                      </c:pt>
                      <c:pt idx="19">
                        <c:v>44094</c:v>
                      </c:pt>
                      <c:pt idx="20">
                        <c:v>44095</c:v>
                      </c:pt>
                      <c:pt idx="21">
                        <c:v>44096</c:v>
                      </c:pt>
                      <c:pt idx="22">
                        <c:v>44097</c:v>
                      </c:pt>
                      <c:pt idx="23">
                        <c:v>44098</c:v>
                      </c:pt>
                      <c:pt idx="24">
                        <c:v>44099</c:v>
                      </c:pt>
                      <c:pt idx="25">
                        <c:v>44100</c:v>
                      </c:pt>
                      <c:pt idx="26">
                        <c:v>44101</c:v>
                      </c:pt>
                      <c:pt idx="27">
                        <c:v>44102</c:v>
                      </c:pt>
                      <c:pt idx="28">
                        <c:v>44103</c:v>
                      </c:pt>
                      <c:pt idx="29">
                        <c:v>44104</c:v>
                      </c:pt>
                      <c:pt idx="30">
                        <c:v>44105</c:v>
                      </c:pt>
                      <c:pt idx="31">
                        <c:v>44106</c:v>
                      </c:pt>
                      <c:pt idx="32">
                        <c:v>44107</c:v>
                      </c:pt>
                      <c:pt idx="33">
                        <c:v>44108</c:v>
                      </c:pt>
                      <c:pt idx="34">
                        <c:v>44109</c:v>
                      </c:pt>
                      <c:pt idx="35">
                        <c:v>44110</c:v>
                      </c:pt>
                      <c:pt idx="36">
                        <c:v>44111</c:v>
                      </c:pt>
                      <c:pt idx="37">
                        <c:v>44112</c:v>
                      </c:pt>
                      <c:pt idx="38">
                        <c:v>44113</c:v>
                      </c:pt>
                      <c:pt idx="39">
                        <c:v>44114</c:v>
                      </c:pt>
                      <c:pt idx="40">
                        <c:v>44115</c:v>
                      </c:pt>
                      <c:pt idx="41">
                        <c:v>44116</c:v>
                      </c:pt>
                      <c:pt idx="42">
                        <c:v>44117</c:v>
                      </c:pt>
                      <c:pt idx="43">
                        <c:v>44118</c:v>
                      </c:pt>
                      <c:pt idx="44">
                        <c:v>44119</c:v>
                      </c:pt>
                      <c:pt idx="45">
                        <c:v>44120</c:v>
                      </c:pt>
                      <c:pt idx="46">
                        <c:v>44121</c:v>
                      </c:pt>
                      <c:pt idx="47">
                        <c:v>44122</c:v>
                      </c:pt>
                      <c:pt idx="48">
                        <c:v>44123</c:v>
                      </c:pt>
                      <c:pt idx="49">
                        <c:v>44124</c:v>
                      </c:pt>
                      <c:pt idx="50">
                        <c:v>44125</c:v>
                      </c:pt>
                      <c:pt idx="51">
                        <c:v>44126</c:v>
                      </c:pt>
                      <c:pt idx="52">
                        <c:v>44127</c:v>
                      </c:pt>
                      <c:pt idx="53">
                        <c:v>44128</c:v>
                      </c:pt>
                      <c:pt idx="54">
                        <c:v>44129</c:v>
                      </c:pt>
                      <c:pt idx="55">
                        <c:v>44130</c:v>
                      </c:pt>
                      <c:pt idx="56">
                        <c:v>44131</c:v>
                      </c:pt>
                      <c:pt idx="57">
                        <c:v>44132</c:v>
                      </c:pt>
                      <c:pt idx="58">
                        <c:v>44133</c:v>
                      </c:pt>
                      <c:pt idx="59">
                        <c:v>44134</c:v>
                      </c:pt>
                      <c:pt idx="60">
                        <c:v>44135</c:v>
                      </c:pt>
                      <c:pt idx="61">
                        <c:v>44136</c:v>
                      </c:pt>
                      <c:pt idx="62">
                        <c:v>44137</c:v>
                      </c:pt>
                      <c:pt idx="63">
                        <c:v>44138</c:v>
                      </c:pt>
                      <c:pt idx="64">
                        <c:v>44139</c:v>
                      </c:pt>
                      <c:pt idx="65">
                        <c:v>44140</c:v>
                      </c:pt>
                      <c:pt idx="66">
                        <c:v>44141</c:v>
                      </c:pt>
                      <c:pt idx="67">
                        <c:v>44142</c:v>
                      </c:pt>
                      <c:pt idx="68">
                        <c:v>44143</c:v>
                      </c:pt>
                      <c:pt idx="69">
                        <c:v>44144</c:v>
                      </c:pt>
                      <c:pt idx="70">
                        <c:v>44145</c:v>
                      </c:pt>
                      <c:pt idx="71">
                        <c:v>44146</c:v>
                      </c:pt>
                      <c:pt idx="72">
                        <c:v>44147</c:v>
                      </c:pt>
                      <c:pt idx="73">
                        <c:v>44148</c:v>
                      </c:pt>
                      <c:pt idx="74">
                        <c:v>44149</c:v>
                      </c:pt>
                      <c:pt idx="75">
                        <c:v>44150</c:v>
                      </c:pt>
                      <c:pt idx="76">
                        <c:v>44151</c:v>
                      </c:pt>
                      <c:pt idx="77">
                        <c:v>44152</c:v>
                      </c:pt>
                      <c:pt idx="78">
                        <c:v>44153</c:v>
                      </c:pt>
                      <c:pt idx="79">
                        <c:v>44154</c:v>
                      </c:pt>
                      <c:pt idx="80">
                        <c:v>44155</c:v>
                      </c:pt>
                      <c:pt idx="81">
                        <c:v>44156</c:v>
                      </c:pt>
                      <c:pt idx="82">
                        <c:v>44157</c:v>
                      </c:pt>
                      <c:pt idx="83">
                        <c:v>44158</c:v>
                      </c:pt>
                      <c:pt idx="84">
                        <c:v>44159</c:v>
                      </c:pt>
                      <c:pt idx="85">
                        <c:v>44160</c:v>
                      </c:pt>
                      <c:pt idx="86">
                        <c:v>44161</c:v>
                      </c:pt>
                      <c:pt idx="87">
                        <c:v>44162</c:v>
                      </c:pt>
                      <c:pt idx="88">
                        <c:v>44163</c:v>
                      </c:pt>
                      <c:pt idx="89">
                        <c:v>44164</c:v>
                      </c:pt>
                      <c:pt idx="90">
                        <c:v>44165</c:v>
                      </c:pt>
                      <c:pt idx="91">
                        <c:v>44166</c:v>
                      </c:pt>
                      <c:pt idx="92">
                        <c:v>44167</c:v>
                      </c:pt>
                      <c:pt idx="93">
                        <c:v>44168</c:v>
                      </c:pt>
                      <c:pt idx="94">
                        <c:v>44169</c:v>
                      </c:pt>
                      <c:pt idx="95">
                        <c:v>44170</c:v>
                      </c:pt>
                      <c:pt idx="96">
                        <c:v>44171</c:v>
                      </c:pt>
                      <c:pt idx="97">
                        <c:v>44172</c:v>
                      </c:pt>
                      <c:pt idx="98">
                        <c:v>44173</c:v>
                      </c:pt>
                      <c:pt idx="99">
                        <c:v>44174</c:v>
                      </c:pt>
                      <c:pt idx="100">
                        <c:v>44175</c:v>
                      </c:pt>
                      <c:pt idx="101">
                        <c:v>44176</c:v>
                      </c:pt>
                      <c:pt idx="102">
                        <c:v>44177</c:v>
                      </c:pt>
                      <c:pt idx="103">
                        <c:v>44178</c:v>
                      </c:pt>
                      <c:pt idx="104">
                        <c:v>44179</c:v>
                      </c:pt>
                      <c:pt idx="105">
                        <c:v>44180</c:v>
                      </c:pt>
                      <c:pt idx="106">
                        <c:v>44181</c:v>
                      </c:pt>
                      <c:pt idx="107">
                        <c:v>44182</c:v>
                      </c:pt>
                      <c:pt idx="108">
                        <c:v>44183</c:v>
                      </c:pt>
                      <c:pt idx="109">
                        <c:v>44184</c:v>
                      </c:pt>
                      <c:pt idx="110">
                        <c:v>44185</c:v>
                      </c:pt>
                      <c:pt idx="111">
                        <c:v>44186</c:v>
                      </c:pt>
                      <c:pt idx="112">
                        <c:v>44187</c:v>
                      </c:pt>
                      <c:pt idx="113">
                        <c:v>44188</c:v>
                      </c:pt>
                      <c:pt idx="114">
                        <c:v>44189</c:v>
                      </c:pt>
                      <c:pt idx="115">
                        <c:v>44190</c:v>
                      </c:pt>
                      <c:pt idx="116">
                        <c:v>44191</c:v>
                      </c:pt>
                      <c:pt idx="117">
                        <c:v>44192</c:v>
                      </c:pt>
                      <c:pt idx="118">
                        <c:v>44193</c:v>
                      </c:pt>
                      <c:pt idx="119">
                        <c:v>44194</c:v>
                      </c:pt>
                      <c:pt idx="120">
                        <c:v>44195</c:v>
                      </c:pt>
                      <c:pt idx="12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'12_20'!$C$4:$C$125</c15:sqref>
                        </c15:formulaRef>
                      </c:ext>
                    </c:extLst>
                    <c:numCache>
                      <c:formatCode>0</c:formatCode>
                      <c:ptCount val="122"/>
                      <c:pt idx="0">
                        <c:v>10</c:v>
                      </c:pt>
                      <c:pt idx="1">
                        <c:v>9</c:v>
                      </c:pt>
                      <c:pt idx="2">
                        <c:v>35</c:v>
                      </c:pt>
                      <c:pt idx="3">
                        <c:v>8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18</c:v>
                      </c:pt>
                      <c:pt idx="7">
                        <c:v>7</c:v>
                      </c:pt>
                      <c:pt idx="8">
                        <c:v>6</c:v>
                      </c:pt>
                      <c:pt idx="9">
                        <c:v>3</c:v>
                      </c:pt>
                      <c:pt idx="10">
                        <c:v>8</c:v>
                      </c:pt>
                      <c:pt idx="11">
                        <c:v>2</c:v>
                      </c:pt>
                      <c:pt idx="12">
                        <c:v>2</c:v>
                      </c:pt>
                      <c:pt idx="13">
                        <c:v>9</c:v>
                      </c:pt>
                      <c:pt idx="14">
                        <c:v>7</c:v>
                      </c:pt>
                      <c:pt idx="15">
                        <c:v>12</c:v>
                      </c:pt>
                      <c:pt idx="16">
                        <c:v>14</c:v>
                      </c:pt>
                      <c:pt idx="17">
                        <c:v>33</c:v>
                      </c:pt>
                      <c:pt idx="18">
                        <c:v>2</c:v>
                      </c:pt>
                      <c:pt idx="19">
                        <c:v>12</c:v>
                      </c:pt>
                      <c:pt idx="20">
                        <c:v>41</c:v>
                      </c:pt>
                      <c:pt idx="21">
                        <c:v>20</c:v>
                      </c:pt>
                      <c:pt idx="22">
                        <c:v>10</c:v>
                      </c:pt>
                      <c:pt idx="23">
                        <c:v>31</c:v>
                      </c:pt>
                      <c:pt idx="24">
                        <c:v>35</c:v>
                      </c:pt>
                      <c:pt idx="25">
                        <c:v>1</c:v>
                      </c:pt>
                      <c:pt idx="26">
                        <c:v>2</c:v>
                      </c:pt>
                      <c:pt idx="27">
                        <c:v>30</c:v>
                      </c:pt>
                      <c:pt idx="28">
                        <c:v>26</c:v>
                      </c:pt>
                      <c:pt idx="29">
                        <c:v>32</c:v>
                      </c:pt>
                      <c:pt idx="30">
                        <c:v>89</c:v>
                      </c:pt>
                      <c:pt idx="31">
                        <c:v>39</c:v>
                      </c:pt>
                      <c:pt idx="32">
                        <c:v>9</c:v>
                      </c:pt>
                      <c:pt idx="33">
                        <c:v>19</c:v>
                      </c:pt>
                      <c:pt idx="34">
                        <c:v>110</c:v>
                      </c:pt>
                      <c:pt idx="35">
                        <c:v>58</c:v>
                      </c:pt>
                      <c:pt idx="36">
                        <c:v>36</c:v>
                      </c:pt>
                      <c:pt idx="37">
                        <c:v>23</c:v>
                      </c:pt>
                      <c:pt idx="38">
                        <c:v>33</c:v>
                      </c:pt>
                      <c:pt idx="39">
                        <c:v>7</c:v>
                      </c:pt>
                      <c:pt idx="40">
                        <c:v>2</c:v>
                      </c:pt>
                      <c:pt idx="41">
                        <c:v>35</c:v>
                      </c:pt>
                      <c:pt idx="42">
                        <c:v>16</c:v>
                      </c:pt>
                      <c:pt idx="43">
                        <c:v>70</c:v>
                      </c:pt>
                      <c:pt idx="44">
                        <c:v>44</c:v>
                      </c:pt>
                      <c:pt idx="45">
                        <c:v>41</c:v>
                      </c:pt>
                      <c:pt idx="46">
                        <c:v>6</c:v>
                      </c:pt>
                      <c:pt idx="47">
                        <c:v>5</c:v>
                      </c:pt>
                      <c:pt idx="48">
                        <c:v>41</c:v>
                      </c:pt>
                      <c:pt idx="49">
                        <c:v>15</c:v>
                      </c:pt>
                      <c:pt idx="50">
                        <c:v>26</c:v>
                      </c:pt>
                      <c:pt idx="51">
                        <c:v>10</c:v>
                      </c:pt>
                      <c:pt idx="52">
                        <c:v>33</c:v>
                      </c:pt>
                      <c:pt idx="53">
                        <c:v>14</c:v>
                      </c:pt>
                      <c:pt idx="54">
                        <c:v>12</c:v>
                      </c:pt>
                      <c:pt idx="55">
                        <c:v>41</c:v>
                      </c:pt>
                      <c:pt idx="56">
                        <c:v>62</c:v>
                      </c:pt>
                      <c:pt idx="57">
                        <c:v>32</c:v>
                      </c:pt>
                      <c:pt idx="58">
                        <c:v>29</c:v>
                      </c:pt>
                      <c:pt idx="59">
                        <c:v>13</c:v>
                      </c:pt>
                      <c:pt idx="60">
                        <c:v>15</c:v>
                      </c:pt>
                      <c:pt idx="61">
                        <c:v>6</c:v>
                      </c:pt>
                      <c:pt idx="62">
                        <c:v>29</c:v>
                      </c:pt>
                      <c:pt idx="63">
                        <c:v>38</c:v>
                      </c:pt>
                      <c:pt idx="64">
                        <c:v>19</c:v>
                      </c:pt>
                      <c:pt idx="65">
                        <c:v>22</c:v>
                      </c:pt>
                      <c:pt idx="66">
                        <c:v>26</c:v>
                      </c:pt>
                      <c:pt idx="67">
                        <c:v>4</c:v>
                      </c:pt>
                      <c:pt idx="68">
                        <c:v>6</c:v>
                      </c:pt>
                      <c:pt idx="69">
                        <c:v>27</c:v>
                      </c:pt>
                      <c:pt idx="70">
                        <c:v>18</c:v>
                      </c:pt>
                      <c:pt idx="71">
                        <c:v>77</c:v>
                      </c:pt>
                      <c:pt idx="72">
                        <c:v>24</c:v>
                      </c:pt>
                      <c:pt idx="73">
                        <c:v>15</c:v>
                      </c:pt>
                      <c:pt idx="74">
                        <c:v>2</c:v>
                      </c:pt>
                      <c:pt idx="75">
                        <c:v>11</c:v>
                      </c:pt>
                      <c:pt idx="76">
                        <c:v>14</c:v>
                      </c:pt>
                      <c:pt idx="77">
                        <c:v>20</c:v>
                      </c:pt>
                      <c:pt idx="78">
                        <c:v>31</c:v>
                      </c:pt>
                      <c:pt idx="79">
                        <c:v>14</c:v>
                      </c:pt>
                      <c:pt idx="80">
                        <c:v>12</c:v>
                      </c:pt>
                      <c:pt idx="81">
                        <c:v>3</c:v>
                      </c:pt>
                      <c:pt idx="82">
                        <c:v>1</c:v>
                      </c:pt>
                      <c:pt idx="83">
                        <c:v>9</c:v>
                      </c:pt>
                      <c:pt idx="84">
                        <c:v>4</c:v>
                      </c:pt>
                      <c:pt idx="85">
                        <c:v>10</c:v>
                      </c:pt>
                      <c:pt idx="86">
                        <c:v>14</c:v>
                      </c:pt>
                      <c:pt idx="87">
                        <c:v>19</c:v>
                      </c:pt>
                      <c:pt idx="88">
                        <c:v>0</c:v>
                      </c:pt>
                      <c:pt idx="89">
                        <c:v>6</c:v>
                      </c:pt>
                      <c:pt idx="90">
                        <c:v>26</c:v>
                      </c:pt>
                      <c:pt idx="91">
                        <c:v>29</c:v>
                      </c:pt>
                      <c:pt idx="92">
                        <c:v>53</c:v>
                      </c:pt>
                      <c:pt idx="93">
                        <c:v>48</c:v>
                      </c:pt>
                      <c:pt idx="94">
                        <c:v>25</c:v>
                      </c:pt>
                      <c:pt idx="95">
                        <c:v>12</c:v>
                      </c:pt>
                      <c:pt idx="96">
                        <c:v>2</c:v>
                      </c:pt>
                      <c:pt idx="97">
                        <c:v>15</c:v>
                      </c:pt>
                      <c:pt idx="98">
                        <c:v>19</c:v>
                      </c:pt>
                      <c:pt idx="99">
                        <c:v>30</c:v>
                      </c:pt>
                      <c:pt idx="100">
                        <c:v>12</c:v>
                      </c:pt>
                      <c:pt idx="101">
                        <c:v>10</c:v>
                      </c:pt>
                      <c:pt idx="102">
                        <c:v>4</c:v>
                      </c:pt>
                      <c:pt idx="103">
                        <c:v>5</c:v>
                      </c:pt>
                      <c:pt idx="104">
                        <c:v>11</c:v>
                      </c:pt>
                      <c:pt idx="105">
                        <c:v>19</c:v>
                      </c:pt>
                      <c:pt idx="106">
                        <c:v>9</c:v>
                      </c:pt>
                      <c:pt idx="107">
                        <c:v>11</c:v>
                      </c:pt>
                      <c:pt idx="108">
                        <c:v>45</c:v>
                      </c:pt>
                      <c:pt idx="109">
                        <c:v>7</c:v>
                      </c:pt>
                      <c:pt idx="110">
                        <c:v>0</c:v>
                      </c:pt>
                      <c:pt idx="111">
                        <c:v>21</c:v>
                      </c:pt>
                      <c:pt idx="112">
                        <c:v>25</c:v>
                      </c:pt>
                      <c:pt idx="113">
                        <c:v>27</c:v>
                      </c:pt>
                      <c:pt idx="114">
                        <c:v>0</c:v>
                      </c:pt>
                      <c:pt idx="115">
                        <c:v>4</c:v>
                      </c:pt>
                      <c:pt idx="116">
                        <c:v>2</c:v>
                      </c:pt>
                      <c:pt idx="117">
                        <c:v>7</c:v>
                      </c:pt>
                      <c:pt idx="118">
                        <c:v>10</c:v>
                      </c:pt>
                      <c:pt idx="119">
                        <c:v>2</c:v>
                      </c:pt>
                      <c:pt idx="120">
                        <c:v>7</c:v>
                      </c:pt>
                      <c:pt idx="121">
                        <c:v>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289F-433C-A179-447FBBD9DACA}"/>
                  </c:ext>
                </c:extLst>
              </c15:ser>
            </c15:filteredLineSeries>
          </c:ext>
        </c:extLst>
      </c:lineChart>
      <c:dateAx>
        <c:axId val="10023436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235904"/>
        <c:crosses val="autoZero"/>
        <c:auto val="1"/>
        <c:lblOffset val="100"/>
        <c:baseTimeUnit val="days"/>
        <c:majorUnit val="1"/>
        <c:majorTimeUnit val="months"/>
      </c:dateAx>
      <c:valAx>
        <c:axId val="10023590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234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BE</a:t>
            </a:r>
            <a:r>
              <a:rPr lang="cs-CZ" baseline="0"/>
              <a:t> </a:t>
            </a:r>
            <a:r>
              <a:rPr lang="en-GB" baseline="0"/>
              <a:t>P</a:t>
            </a:r>
            <a:r>
              <a:rPr lang="cs-CZ"/>
              <a:t>roxyService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'12_20'!$X$3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1">
                  <a:lumMod val="75000"/>
                </a:schemeClr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elete val="1"/>
          </c:dLbls>
          <c:cat>
            <c:numRef>
              <c:f>'12_20'!$B$34:$B$125</c:f>
              <c:numCache>
                <c:formatCode>m/d/yyyy</c:formatCode>
                <c:ptCount val="92"/>
                <c:pt idx="0">
                  <c:v>44105</c:v>
                </c:pt>
                <c:pt idx="1">
                  <c:v>44106</c:v>
                </c:pt>
                <c:pt idx="2">
                  <c:v>44107</c:v>
                </c:pt>
                <c:pt idx="3">
                  <c:v>44108</c:v>
                </c:pt>
                <c:pt idx="4">
                  <c:v>44109</c:v>
                </c:pt>
                <c:pt idx="5">
                  <c:v>44110</c:v>
                </c:pt>
                <c:pt idx="6">
                  <c:v>44111</c:v>
                </c:pt>
                <c:pt idx="7">
                  <c:v>44112</c:v>
                </c:pt>
                <c:pt idx="8">
                  <c:v>44113</c:v>
                </c:pt>
                <c:pt idx="9">
                  <c:v>44114</c:v>
                </c:pt>
                <c:pt idx="10">
                  <c:v>44115</c:v>
                </c:pt>
                <c:pt idx="11">
                  <c:v>44116</c:v>
                </c:pt>
                <c:pt idx="12">
                  <c:v>44117</c:v>
                </c:pt>
                <c:pt idx="13">
                  <c:v>44118</c:v>
                </c:pt>
                <c:pt idx="14">
                  <c:v>44119</c:v>
                </c:pt>
                <c:pt idx="15">
                  <c:v>44120</c:v>
                </c:pt>
                <c:pt idx="16">
                  <c:v>44121</c:v>
                </c:pt>
                <c:pt idx="17">
                  <c:v>44122</c:v>
                </c:pt>
                <c:pt idx="18">
                  <c:v>44123</c:v>
                </c:pt>
                <c:pt idx="19">
                  <c:v>44124</c:v>
                </c:pt>
                <c:pt idx="20">
                  <c:v>44125</c:v>
                </c:pt>
                <c:pt idx="21">
                  <c:v>44126</c:v>
                </c:pt>
                <c:pt idx="22">
                  <c:v>44127</c:v>
                </c:pt>
                <c:pt idx="23">
                  <c:v>44128</c:v>
                </c:pt>
                <c:pt idx="24">
                  <c:v>44129</c:v>
                </c:pt>
                <c:pt idx="25">
                  <c:v>44130</c:v>
                </c:pt>
                <c:pt idx="26">
                  <c:v>44131</c:v>
                </c:pt>
                <c:pt idx="27">
                  <c:v>44132</c:v>
                </c:pt>
                <c:pt idx="28">
                  <c:v>44133</c:v>
                </c:pt>
                <c:pt idx="29">
                  <c:v>44134</c:v>
                </c:pt>
                <c:pt idx="30">
                  <c:v>44135</c:v>
                </c:pt>
                <c:pt idx="31">
                  <c:v>44136</c:v>
                </c:pt>
                <c:pt idx="32">
                  <c:v>44137</c:v>
                </c:pt>
                <c:pt idx="33">
                  <c:v>44138</c:v>
                </c:pt>
                <c:pt idx="34">
                  <c:v>44139</c:v>
                </c:pt>
                <c:pt idx="35">
                  <c:v>44140</c:v>
                </c:pt>
                <c:pt idx="36">
                  <c:v>44141</c:v>
                </c:pt>
                <c:pt idx="37">
                  <c:v>44142</c:v>
                </c:pt>
                <c:pt idx="38">
                  <c:v>44143</c:v>
                </c:pt>
                <c:pt idx="39">
                  <c:v>44144</c:v>
                </c:pt>
                <c:pt idx="40">
                  <c:v>44145</c:v>
                </c:pt>
                <c:pt idx="41">
                  <c:v>44146</c:v>
                </c:pt>
                <c:pt idx="42">
                  <c:v>44147</c:v>
                </c:pt>
                <c:pt idx="43">
                  <c:v>44148</c:v>
                </c:pt>
                <c:pt idx="44">
                  <c:v>44149</c:v>
                </c:pt>
                <c:pt idx="45">
                  <c:v>44150</c:v>
                </c:pt>
                <c:pt idx="46">
                  <c:v>44151</c:v>
                </c:pt>
                <c:pt idx="47">
                  <c:v>44152</c:v>
                </c:pt>
                <c:pt idx="48">
                  <c:v>44153</c:v>
                </c:pt>
                <c:pt idx="49">
                  <c:v>44154</c:v>
                </c:pt>
                <c:pt idx="50">
                  <c:v>44155</c:v>
                </c:pt>
                <c:pt idx="51">
                  <c:v>44156</c:v>
                </c:pt>
                <c:pt idx="52">
                  <c:v>44157</c:v>
                </c:pt>
                <c:pt idx="53">
                  <c:v>44158</c:v>
                </c:pt>
                <c:pt idx="54">
                  <c:v>44159</c:v>
                </c:pt>
                <c:pt idx="55">
                  <c:v>44160</c:v>
                </c:pt>
                <c:pt idx="56">
                  <c:v>44161</c:v>
                </c:pt>
                <c:pt idx="57">
                  <c:v>44162</c:v>
                </c:pt>
                <c:pt idx="58">
                  <c:v>44163</c:v>
                </c:pt>
                <c:pt idx="59">
                  <c:v>44164</c:v>
                </c:pt>
                <c:pt idx="60">
                  <c:v>44165</c:v>
                </c:pt>
                <c:pt idx="61">
                  <c:v>44166</c:v>
                </c:pt>
                <c:pt idx="62">
                  <c:v>44167</c:v>
                </c:pt>
                <c:pt idx="63">
                  <c:v>44168</c:v>
                </c:pt>
                <c:pt idx="64">
                  <c:v>44169</c:v>
                </c:pt>
                <c:pt idx="65">
                  <c:v>44170</c:v>
                </c:pt>
                <c:pt idx="66">
                  <c:v>44171</c:v>
                </c:pt>
                <c:pt idx="67">
                  <c:v>44172</c:v>
                </c:pt>
                <c:pt idx="68">
                  <c:v>44173</c:v>
                </c:pt>
                <c:pt idx="69">
                  <c:v>44174</c:v>
                </c:pt>
                <c:pt idx="70">
                  <c:v>44175</c:v>
                </c:pt>
                <c:pt idx="71">
                  <c:v>44176</c:v>
                </c:pt>
                <c:pt idx="72">
                  <c:v>44177</c:v>
                </c:pt>
                <c:pt idx="73">
                  <c:v>44178</c:v>
                </c:pt>
                <c:pt idx="74">
                  <c:v>44179</c:v>
                </c:pt>
                <c:pt idx="75">
                  <c:v>44180</c:v>
                </c:pt>
                <c:pt idx="76">
                  <c:v>44181</c:v>
                </c:pt>
                <c:pt idx="77">
                  <c:v>44182</c:v>
                </c:pt>
                <c:pt idx="78">
                  <c:v>44183</c:v>
                </c:pt>
                <c:pt idx="79">
                  <c:v>44184</c:v>
                </c:pt>
                <c:pt idx="80">
                  <c:v>44185</c:v>
                </c:pt>
                <c:pt idx="81">
                  <c:v>44186</c:v>
                </c:pt>
                <c:pt idx="82">
                  <c:v>44187</c:v>
                </c:pt>
                <c:pt idx="83">
                  <c:v>44188</c:v>
                </c:pt>
                <c:pt idx="84">
                  <c:v>44189</c:v>
                </c:pt>
                <c:pt idx="85">
                  <c:v>44190</c:v>
                </c:pt>
                <c:pt idx="86">
                  <c:v>44191</c:v>
                </c:pt>
                <c:pt idx="87">
                  <c:v>44192</c:v>
                </c:pt>
                <c:pt idx="88">
                  <c:v>44193</c:v>
                </c:pt>
                <c:pt idx="89">
                  <c:v>44194</c:v>
                </c:pt>
                <c:pt idx="90">
                  <c:v>44195</c:v>
                </c:pt>
                <c:pt idx="91">
                  <c:v>44196</c:v>
                </c:pt>
              </c:numCache>
            </c:numRef>
          </c:cat>
          <c:val>
            <c:numRef>
              <c:f>'12_20'!$X$34:$X$125</c:f>
              <c:numCache>
                <c:formatCode>0</c:formatCode>
                <c:ptCount val="9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</c:v>
                </c:pt>
                <c:pt idx="13">
                  <c:v>1</c:v>
                </c:pt>
                <c:pt idx="14">
                  <c:v>5</c:v>
                </c:pt>
                <c:pt idx="15">
                  <c:v>0</c:v>
                </c:pt>
                <c:pt idx="16">
                  <c:v>2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2</c:v>
                </c:pt>
                <c:pt idx="34">
                  <c:v>0</c:v>
                </c:pt>
                <c:pt idx="35">
                  <c:v>1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1</c:v>
                </c:pt>
                <c:pt idx="55">
                  <c:v>0</c:v>
                </c:pt>
                <c:pt idx="56">
                  <c:v>1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</c:v>
                </c:pt>
                <c:pt idx="61">
                  <c:v>3</c:v>
                </c:pt>
                <c:pt idx="62">
                  <c:v>0</c:v>
                </c:pt>
                <c:pt idx="63">
                  <c:v>2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1</c:v>
                </c:pt>
                <c:pt idx="68">
                  <c:v>0</c:v>
                </c:pt>
                <c:pt idx="69">
                  <c:v>0</c:v>
                </c:pt>
                <c:pt idx="70">
                  <c:v>1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CB-4B38-9C1D-FC0DFD21D9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9117824"/>
        <c:axId val="10911936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'12_20'!$W$3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ormulaRef>
                          <c15:sqref>'12_20'!$B$34:$B$125</c15:sqref>
                        </c15:formulaRef>
                      </c:ext>
                    </c:extLst>
                    <c:numCache>
                      <c:formatCode>m/d/yyyy</c:formatCode>
                      <c:ptCount val="92"/>
                      <c:pt idx="0">
                        <c:v>44105</c:v>
                      </c:pt>
                      <c:pt idx="1">
                        <c:v>44106</c:v>
                      </c:pt>
                      <c:pt idx="2">
                        <c:v>44107</c:v>
                      </c:pt>
                      <c:pt idx="3">
                        <c:v>44108</c:v>
                      </c:pt>
                      <c:pt idx="4">
                        <c:v>44109</c:v>
                      </c:pt>
                      <c:pt idx="5">
                        <c:v>44110</c:v>
                      </c:pt>
                      <c:pt idx="6">
                        <c:v>44111</c:v>
                      </c:pt>
                      <c:pt idx="7">
                        <c:v>44112</c:v>
                      </c:pt>
                      <c:pt idx="8">
                        <c:v>44113</c:v>
                      </c:pt>
                      <c:pt idx="9">
                        <c:v>44114</c:v>
                      </c:pt>
                      <c:pt idx="10">
                        <c:v>44115</c:v>
                      </c:pt>
                      <c:pt idx="11">
                        <c:v>44116</c:v>
                      </c:pt>
                      <c:pt idx="12">
                        <c:v>44117</c:v>
                      </c:pt>
                      <c:pt idx="13">
                        <c:v>44118</c:v>
                      </c:pt>
                      <c:pt idx="14">
                        <c:v>44119</c:v>
                      </c:pt>
                      <c:pt idx="15">
                        <c:v>44120</c:v>
                      </c:pt>
                      <c:pt idx="16">
                        <c:v>44121</c:v>
                      </c:pt>
                      <c:pt idx="17">
                        <c:v>44122</c:v>
                      </c:pt>
                      <c:pt idx="18">
                        <c:v>44123</c:v>
                      </c:pt>
                      <c:pt idx="19">
                        <c:v>44124</c:v>
                      </c:pt>
                      <c:pt idx="20">
                        <c:v>44125</c:v>
                      </c:pt>
                      <c:pt idx="21">
                        <c:v>44126</c:v>
                      </c:pt>
                      <c:pt idx="22">
                        <c:v>44127</c:v>
                      </c:pt>
                      <c:pt idx="23">
                        <c:v>44128</c:v>
                      </c:pt>
                      <c:pt idx="24">
                        <c:v>44129</c:v>
                      </c:pt>
                      <c:pt idx="25">
                        <c:v>44130</c:v>
                      </c:pt>
                      <c:pt idx="26">
                        <c:v>44131</c:v>
                      </c:pt>
                      <c:pt idx="27">
                        <c:v>44132</c:v>
                      </c:pt>
                      <c:pt idx="28">
                        <c:v>44133</c:v>
                      </c:pt>
                      <c:pt idx="29">
                        <c:v>44134</c:v>
                      </c:pt>
                      <c:pt idx="30">
                        <c:v>44135</c:v>
                      </c:pt>
                      <c:pt idx="31">
                        <c:v>44136</c:v>
                      </c:pt>
                      <c:pt idx="32">
                        <c:v>44137</c:v>
                      </c:pt>
                      <c:pt idx="33">
                        <c:v>44138</c:v>
                      </c:pt>
                      <c:pt idx="34">
                        <c:v>44139</c:v>
                      </c:pt>
                      <c:pt idx="35">
                        <c:v>44140</c:v>
                      </c:pt>
                      <c:pt idx="36">
                        <c:v>44141</c:v>
                      </c:pt>
                      <c:pt idx="37">
                        <c:v>44142</c:v>
                      </c:pt>
                      <c:pt idx="38">
                        <c:v>44143</c:v>
                      </c:pt>
                      <c:pt idx="39">
                        <c:v>44144</c:v>
                      </c:pt>
                      <c:pt idx="40">
                        <c:v>44145</c:v>
                      </c:pt>
                      <c:pt idx="41">
                        <c:v>44146</c:v>
                      </c:pt>
                      <c:pt idx="42">
                        <c:v>44147</c:v>
                      </c:pt>
                      <c:pt idx="43">
                        <c:v>44148</c:v>
                      </c:pt>
                      <c:pt idx="44">
                        <c:v>44149</c:v>
                      </c:pt>
                      <c:pt idx="45">
                        <c:v>44150</c:v>
                      </c:pt>
                      <c:pt idx="46">
                        <c:v>44151</c:v>
                      </c:pt>
                      <c:pt idx="47">
                        <c:v>44152</c:v>
                      </c:pt>
                      <c:pt idx="48">
                        <c:v>44153</c:v>
                      </c:pt>
                      <c:pt idx="49">
                        <c:v>44154</c:v>
                      </c:pt>
                      <c:pt idx="50">
                        <c:v>44155</c:v>
                      </c:pt>
                      <c:pt idx="51">
                        <c:v>44156</c:v>
                      </c:pt>
                      <c:pt idx="52">
                        <c:v>44157</c:v>
                      </c:pt>
                      <c:pt idx="53">
                        <c:v>44158</c:v>
                      </c:pt>
                      <c:pt idx="54">
                        <c:v>44159</c:v>
                      </c:pt>
                      <c:pt idx="55">
                        <c:v>44160</c:v>
                      </c:pt>
                      <c:pt idx="56">
                        <c:v>44161</c:v>
                      </c:pt>
                      <c:pt idx="57">
                        <c:v>44162</c:v>
                      </c:pt>
                      <c:pt idx="58">
                        <c:v>44163</c:v>
                      </c:pt>
                      <c:pt idx="59">
                        <c:v>44164</c:v>
                      </c:pt>
                      <c:pt idx="60">
                        <c:v>44165</c:v>
                      </c:pt>
                      <c:pt idx="61">
                        <c:v>44166</c:v>
                      </c:pt>
                      <c:pt idx="62">
                        <c:v>44167</c:v>
                      </c:pt>
                      <c:pt idx="63">
                        <c:v>44168</c:v>
                      </c:pt>
                      <c:pt idx="64">
                        <c:v>44169</c:v>
                      </c:pt>
                      <c:pt idx="65">
                        <c:v>44170</c:v>
                      </c:pt>
                      <c:pt idx="66">
                        <c:v>44171</c:v>
                      </c:pt>
                      <c:pt idx="67">
                        <c:v>44172</c:v>
                      </c:pt>
                      <c:pt idx="68">
                        <c:v>44173</c:v>
                      </c:pt>
                      <c:pt idx="69">
                        <c:v>44174</c:v>
                      </c:pt>
                      <c:pt idx="70">
                        <c:v>44175</c:v>
                      </c:pt>
                      <c:pt idx="71">
                        <c:v>44176</c:v>
                      </c:pt>
                      <c:pt idx="72">
                        <c:v>44177</c:v>
                      </c:pt>
                      <c:pt idx="73">
                        <c:v>44178</c:v>
                      </c:pt>
                      <c:pt idx="74">
                        <c:v>44179</c:v>
                      </c:pt>
                      <c:pt idx="75">
                        <c:v>44180</c:v>
                      </c:pt>
                      <c:pt idx="76">
                        <c:v>44181</c:v>
                      </c:pt>
                      <c:pt idx="77">
                        <c:v>44182</c:v>
                      </c:pt>
                      <c:pt idx="78">
                        <c:v>44183</c:v>
                      </c:pt>
                      <c:pt idx="79">
                        <c:v>44184</c:v>
                      </c:pt>
                      <c:pt idx="80">
                        <c:v>44185</c:v>
                      </c:pt>
                      <c:pt idx="81">
                        <c:v>44186</c:v>
                      </c:pt>
                      <c:pt idx="82">
                        <c:v>44187</c:v>
                      </c:pt>
                      <c:pt idx="83">
                        <c:v>44188</c:v>
                      </c:pt>
                      <c:pt idx="84">
                        <c:v>44189</c:v>
                      </c:pt>
                      <c:pt idx="85">
                        <c:v>44190</c:v>
                      </c:pt>
                      <c:pt idx="86">
                        <c:v>44191</c:v>
                      </c:pt>
                      <c:pt idx="87">
                        <c:v>44192</c:v>
                      </c:pt>
                      <c:pt idx="88">
                        <c:v>44193</c:v>
                      </c:pt>
                      <c:pt idx="89">
                        <c:v>44194</c:v>
                      </c:pt>
                      <c:pt idx="90">
                        <c:v>44195</c:v>
                      </c:pt>
                      <c:pt idx="9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'12_20'!$W$35:$W$125</c15:sqref>
                        </c15:formulaRef>
                      </c:ext>
                    </c:extLst>
                    <c:numCache>
                      <c:formatCode>0</c:formatCode>
                      <c:ptCount val="91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18</c:v>
                      </c:pt>
                      <c:pt idx="5">
                        <c:v>39</c:v>
                      </c:pt>
                      <c:pt idx="6">
                        <c:v>40</c:v>
                      </c:pt>
                      <c:pt idx="7">
                        <c:v>54</c:v>
                      </c:pt>
                      <c:pt idx="8">
                        <c:v>26</c:v>
                      </c:pt>
                      <c:pt idx="9">
                        <c:v>21</c:v>
                      </c:pt>
                      <c:pt idx="10">
                        <c:v>48</c:v>
                      </c:pt>
                      <c:pt idx="11">
                        <c:v>74</c:v>
                      </c:pt>
                      <c:pt idx="12">
                        <c:v>75</c:v>
                      </c:pt>
                      <c:pt idx="13">
                        <c:v>80</c:v>
                      </c:pt>
                      <c:pt idx="14">
                        <c:v>65</c:v>
                      </c:pt>
                      <c:pt idx="15">
                        <c:v>15</c:v>
                      </c:pt>
                      <c:pt idx="16">
                        <c:v>33</c:v>
                      </c:pt>
                      <c:pt idx="17">
                        <c:v>50</c:v>
                      </c:pt>
                      <c:pt idx="18">
                        <c:v>39</c:v>
                      </c:pt>
                      <c:pt idx="19">
                        <c:v>59</c:v>
                      </c:pt>
                      <c:pt idx="20">
                        <c:v>50</c:v>
                      </c:pt>
                      <c:pt idx="21">
                        <c:v>39</c:v>
                      </c:pt>
                      <c:pt idx="22">
                        <c:v>43</c:v>
                      </c:pt>
                      <c:pt idx="23">
                        <c:v>24</c:v>
                      </c:pt>
                      <c:pt idx="24">
                        <c:v>53</c:v>
                      </c:pt>
                      <c:pt idx="25">
                        <c:v>55</c:v>
                      </c:pt>
                      <c:pt idx="26">
                        <c:v>35</c:v>
                      </c:pt>
                      <c:pt idx="27">
                        <c:v>54</c:v>
                      </c:pt>
                      <c:pt idx="28">
                        <c:v>28</c:v>
                      </c:pt>
                      <c:pt idx="29">
                        <c:v>59</c:v>
                      </c:pt>
                      <c:pt idx="30">
                        <c:v>48</c:v>
                      </c:pt>
                      <c:pt idx="31">
                        <c:v>62</c:v>
                      </c:pt>
                      <c:pt idx="32">
                        <c:v>59</c:v>
                      </c:pt>
                      <c:pt idx="33">
                        <c:v>37</c:v>
                      </c:pt>
                      <c:pt idx="34">
                        <c:v>38</c:v>
                      </c:pt>
                      <c:pt idx="35">
                        <c:v>37</c:v>
                      </c:pt>
                      <c:pt idx="36">
                        <c:v>31</c:v>
                      </c:pt>
                      <c:pt idx="37">
                        <c:v>37</c:v>
                      </c:pt>
                      <c:pt idx="38">
                        <c:v>56</c:v>
                      </c:pt>
                      <c:pt idx="39">
                        <c:v>59</c:v>
                      </c:pt>
                      <c:pt idx="40">
                        <c:v>48</c:v>
                      </c:pt>
                      <c:pt idx="41">
                        <c:v>51</c:v>
                      </c:pt>
                      <c:pt idx="42">
                        <c:v>28</c:v>
                      </c:pt>
                      <c:pt idx="43">
                        <c:v>32</c:v>
                      </c:pt>
                      <c:pt idx="44">
                        <c:v>18</c:v>
                      </c:pt>
                      <c:pt idx="45">
                        <c:v>31</c:v>
                      </c:pt>
                      <c:pt idx="46">
                        <c:v>45</c:v>
                      </c:pt>
                      <c:pt idx="47">
                        <c:v>25</c:v>
                      </c:pt>
                      <c:pt idx="48">
                        <c:v>38</c:v>
                      </c:pt>
                      <c:pt idx="49">
                        <c:v>26</c:v>
                      </c:pt>
                      <c:pt idx="50">
                        <c:v>27</c:v>
                      </c:pt>
                      <c:pt idx="51">
                        <c:v>28</c:v>
                      </c:pt>
                      <c:pt idx="52">
                        <c:v>52</c:v>
                      </c:pt>
                      <c:pt idx="53">
                        <c:v>67</c:v>
                      </c:pt>
                      <c:pt idx="54">
                        <c:v>39</c:v>
                      </c:pt>
                      <c:pt idx="55">
                        <c:v>42</c:v>
                      </c:pt>
                      <c:pt idx="56">
                        <c:v>36</c:v>
                      </c:pt>
                      <c:pt idx="57">
                        <c:v>19</c:v>
                      </c:pt>
                      <c:pt idx="58">
                        <c:v>24</c:v>
                      </c:pt>
                      <c:pt idx="59">
                        <c:v>45</c:v>
                      </c:pt>
                      <c:pt idx="60">
                        <c:v>65</c:v>
                      </c:pt>
                      <c:pt idx="61">
                        <c:v>52</c:v>
                      </c:pt>
                      <c:pt idx="62">
                        <c:v>38</c:v>
                      </c:pt>
                      <c:pt idx="63">
                        <c:v>31</c:v>
                      </c:pt>
                      <c:pt idx="64">
                        <c:v>24</c:v>
                      </c:pt>
                      <c:pt idx="65">
                        <c:v>28</c:v>
                      </c:pt>
                      <c:pt idx="66">
                        <c:v>50</c:v>
                      </c:pt>
                      <c:pt idx="67">
                        <c:v>40</c:v>
                      </c:pt>
                      <c:pt idx="68">
                        <c:v>52</c:v>
                      </c:pt>
                      <c:pt idx="69">
                        <c:v>45</c:v>
                      </c:pt>
                      <c:pt idx="70">
                        <c:v>30</c:v>
                      </c:pt>
                      <c:pt idx="71">
                        <c:v>12</c:v>
                      </c:pt>
                      <c:pt idx="72">
                        <c:v>21</c:v>
                      </c:pt>
                      <c:pt idx="73">
                        <c:v>30</c:v>
                      </c:pt>
                      <c:pt idx="74">
                        <c:v>43</c:v>
                      </c:pt>
                      <c:pt idx="75">
                        <c:v>27</c:v>
                      </c:pt>
                      <c:pt idx="76">
                        <c:v>33</c:v>
                      </c:pt>
                      <c:pt idx="77">
                        <c:v>30</c:v>
                      </c:pt>
                      <c:pt idx="78">
                        <c:v>19</c:v>
                      </c:pt>
                      <c:pt idx="79">
                        <c:v>29</c:v>
                      </c:pt>
                      <c:pt idx="80">
                        <c:v>35</c:v>
                      </c:pt>
                      <c:pt idx="81">
                        <c:v>48</c:v>
                      </c:pt>
                      <c:pt idx="82">
                        <c:v>21</c:v>
                      </c:pt>
                      <c:pt idx="83">
                        <c:v>0</c:v>
                      </c:pt>
                      <c:pt idx="84">
                        <c:v>19</c:v>
                      </c:pt>
                      <c:pt idx="85">
                        <c:v>4</c:v>
                      </c:pt>
                      <c:pt idx="86">
                        <c:v>11</c:v>
                      </c:pt>
                      <c:pt idx="87">
                        <c:v>34</c:v>
                      </c:pt>
                      <c:pt idx="88">
                        <c:v>22</c:v>
                      </c:pt>
                      <c:pt idx="89">
                        <c:v>29</c:v>
                      </c:pt>
                      <c:pt idx="90">
                        <c:v>13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FBCB-4B38-9C1D-FC0DFD21D92A}"/>
                  </c:ext>
                </c:extLst>
              </c15:ser>
            </c15:filteredLineSeries>
          </c:ext>
        </c:extLst>
      </c:lineChart>
      <c:dateAx>
        <c:axId val="10911782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9119360"/>
        <c:crosses val="autoZero"/>
        <c:auto val="1"/>
        <c:lblOffset val="100"/>
        <c:baseTimeUnit val="days"/>
        <c:majorUnit val="1"/>
        <c:majorTimeUnit val="months"/>
      </c:dateAx>
      <c:valAx>
        <c:axId val="10911936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9117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/>
              <a:t>DE </a:t>
            </a:r>
            <a:r>
              <a:rPr lang="en-GB"/>
              <a:t>ProxyService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'12_20'!$T$3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1">
                  <a:lumMod val="75000"/>
                </a:schemeClr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'12_20'!$B$4:$B$125</c:f>
              <c:numCache>
                <c:formatCode>m/d/yyyy</c:formatCode>
                <c:ptCount val="122"/>
                <c:pt idx="0">
                  <c:v>44075</c:v>
                </c:pt>
                <c:pt idx="1">
                  <c:v>44076</c:v>
                </c:pt>
                <c:pt idx="2">
                  <c:v>44077</c:v>
                </c:pt>
                <c:pt idx="3">
                  <c:v>44078</c:v>
                </c:pt>
                <c:pt idx="4">
                  <c:v>44079</c:v>
                </c:pt>
                <c:pt idx="5">
                  <c:v>44080</c:v>
                </c:pt>
                <c:pt idx="6">
                  <c:v>44081</c:v>
                </c:pt>
                <c:pt idx="7">
                  <c:v>44082</c:v>
                </c:pt>
                <c:pt idx="8">
                  <c:v>44083</c:v>
                </c:pt>
                <c:pt idx="9">
                  <c:v>44084</c:v>
                </c:pt>
                <c:pt idx="10">
                  <c:v>44085</c:v>
                </c:pt>
                <c:pt idx="11">
                  <c:v>44086</c:v>
                </c:pt>
                <c:pt idx="12">
                  <c:v>44087</c:v>
                </c:pt>
                <c:pt idx="13">
                  <c:v>44088</c:v>
                </c:pt>
                <c:pt idx="14">
                  <c:v>44089</c:v>
                </c:pt>
                <c:pt idx="15">
                  <c:v>44090</c:v>
                </c:pt>
                <c:pt idx="16">
                  <c:v>44091</c:v>
                </c:pt>
                <c:pt idx="17">
                  <c:v>44092</c:v>
                </c:pt>
                <c:pt idx="18">
                  <c:v>44093</c:v>
                </c:pt>
                <c:pt idx="19">
                  <c:v>44094</c:v>
                </c:pt>
                <c:pt idx="20">
                  <c:v>44095</c:v>
                </c:pt>
                <c:pt idx="21">
                  <c:v>44096</c:v>
                </c:pt>
                <c:pt idx="22">
                  <c:v>44097</c:v>
                </c:pt>
                <c:pt idx="23">
                  <c:v>44098</c:v>
                </c:pt>
                <c:pt idx="24">
                  <c:v>44099</c:v>
                </c:pt>
                <c:pt idx="25">
                  <c:v>44100</c:v>
                </c:pt>
                <c:pt idx="26">
                  <c:v>44101</c:v>
                </c:pt>
                <c:pt idx="27">
                  <c:v>44102</c:v>
                </c:pt>
                <c:pt idx="28">
                  <c:v>44103</c:v>
                </c:pt>
                <c:pt idx="29">
                  <c:v>44104</c:v>
                </c:pt>
                <c:pt idx="30">
                  <c:v>44105</c:v>
                </c:pt>
                <c:pt idx="31">
                  <c:v>44106</c:v>
                </c:pt>
                <c:pt idx="32">
                  <c:v>44107</c:v>
                </c:pt>
                <c:pt idx="33">
                  <c:v>44108</c:v>
                </c:pt>
                <c:pt idx="34">
                  <c:v>44109</c:v>
                </c:pt>
                <c:pt idx="35">
                  <c:v>44110</c:v>
                </c:pt>
                <c:pt idx="36">
                  <c:v>44111</c:v>
                </c:pt>
                <c:pt idx="37">
                  <c:v>44112</c:v>
                </c:pt>
                <c:pt idx="38">
                  <c:v>44113</c:v>
                </c:pt>
                <c:pt idx="39">
                  <c:v>44114</c:v>
                </c:pt>
                <c:pt idx="40">
                  <c:v>44115</c:v>
                </c:pt>
                <c:pt idx="41">
                  <c:v>44116</c:v>
                </c:pt>
                <c:pt idx="42">
                  <c:v>44117</c:v>
                </c:pt>
                <c:pt idx="43">
                  <c:v>44118</c:v>
                </c:pt>
                <c:pt idx="44">
                  <c:v>44119</c:v>
                </c:pt>
                <c:pt idx="45">
                  <c:v>44120</c:v>
                </c:pt>
                <c:pt idx="46">
                  <c:v>44121</c:v>
                </c:pt>
                <c:pt idx="47">
                  <c:v>44122</c:v>
                </c:pt>
                <c:pt idx="48">
                  <c:v>44123</c:v>
                </c:pt>
                <c:pt idx="49">
                  <c:v>44124</c:v>
                </c:pt>
                <c:pt idx="50">
                  <c:v>44125</c:v>
                </c:pt>
                <c:pt idx="51">
                  <c:v>44126</c:v>
                </c:pt>
                <c:pt idx="52">
                  <c:v>44127</c:v>
                </c:pt>
                <c:pt idx="53">
                  <c:v>44128</c:v>
                </c:pt>
                <c:pt idx="54">
                  <c:v>44129</c:v>
                </c:pt>
                <c:pt idx="55">
                  <c:v>44130</c:v>
                </c:pt>
                <c:pt idx="56">
                  <c:v>44131</c:v>
                </c:pt>
                <c:pt idx="57">
                  <c:v>44132</c:v>
                </c:pt>
                <c:pt idx="58">
                  <c:v>44133</c:v>
                </c:pt>
                <c:pt idx="59">
                  <c:v>44134</c:v>
                </c:pt>
                <c:pt idx="60">
                  <c:v>44135</c:v>
                </c:pt>
                <c:pt idx="61">
                  <c:v>44136</c:v>
                </c:pt>
                <c:pt idx="62">
                  <c:v>44137</c:v>
                </c:pt>
                <c:pt idx="63">
                  <c:v>44138</c:v>
                </c:pt>
                <c:pt idx="64">
                  <c:v>44139</c:v>
                </c:pt>
                <c:pt idx="65">
                  <c:v>44140</c:v>
                </c:pt>
                <c:pt idx="66">
                  <c:v>44141</c:v>
                </c:pt>
                <c:pt idx="67">
                  <c:v>44142</c:v>
                </c:pt>
                <c:pt idx="68">
                  <c:v>44143</c:v>
                </c:pt>
                <c:pt idx="69">
                  <c:v>44144</c:v>
                </c:pt>
                <c:pt idx="70">
                  <c:v>44145</c:v>
                </c:pt>
                <c:pt idx="71">
                  <c:v>44146</c:v>
                </c:pt>
                <c:pt idx="72">
                  <c:v>44147</c:v>
                </c:pt>
                <c:pt idx="73">
                  <c:v>44148</c:v>
                </c:pt>
                <c:pt idx="74">
                  <c:v>44149</c:v>
                </c:pt>
                <c:pt idx="75">
                  <c:v>44150</c:v>
                </c:pt>
                <c:pt idx="76">
                  <c:v>44151</c:v>
                </c:pt>
                <c:pt idx="77">
                  <c:v>44152</c:v>
                </c:pt>
                <c:pt idx="78">
                  <c:v>44153</c:v>
                </c:pt>
                <c:pt idx="79">
                  <c:v>44154</c:v>
                </c:pt>
                <c:pt idx="80">
                  <c:v>44155</c:v>
                </c:pt>
                <c:pt idx="81">
                  <c:v>44156</c:v>
                </c:pt>
                <c:pt idx="82">
                  <c:v>44157</c:v>
                </c:pt>
                <c:pt idx="83">
                  <c:v>44158</c:v>
                </c:pt>
                <c:pt idx="84">
                  <c:v>44159</c:v>
                </c:pt>
                <c:pt idx="85">
                  <c:v>44160</c:v>
                </c:pt>
                <c:pt idx="86">
                  <c:v>44161</c:v>
                </c:pt>
                <c:pt idx="87">
                  <c:v>44162</c:v>
                </c:pt>
                <c:pt idx="88">
                  <c:v>44163</c:v>
                </c:pt>
                <c:pt idx="89">
                  <c:v>44164</c:v>
                </c:pt>
                <c:pt idx="90">
                  <c:v>44165</c:v>
                </c:pt>
                <c:pt idx="91">
                  <c:v>44166</c:v>
                </c:pt>
                <c:pt idx="92">
                  <c:v>44167</c:v>
                </c:pt>
                <c:pt idx="93">
                  <c:v>44168</c:v>
                </c:pt>
                <c:pt idx="94">
                  <c:v>44169</c:v>
                </c:pt>
                <c:pt idx="95">
                  <c:v>44170</c:v>
                </c:pt>
                <c:pt idx="96">
                  <c:v>44171</c:v>
                </c:pt>
                <c:pt idx="97">
                  <c:v>44172</c:v>
                </c:pt>
                <c:pt idx="98">
                  <c:v>44173</c:v>
                </c:pt>
                <c:pt idx="99">
                  <c:v>44174</c:v>
                </c:pt>
                <c:pt idx="100">
                  <c:v>44175</c:v>
                </c:pt>
                <c:pt idx="101">
                  <c:v>44176</c:v>
                </c:pt>
                <c:pt idx="102">
                  <c:v>44177</c:v>
                </c:pt>
                <c:pt idx="103">
                  <c:v>44178</c:v>
                </c:pt>
                <c:pt idx="104">
                  <c:v>44179</c:v>
                </c:pt>
                <c:pt idx="105">
                  <c:v>44180</c:v>
                </c:pt>
                <c:pt idx="106">
                  <c:v>44181</c:v>
                </c:pt>
                <c:pt idx="107">
                  <c:v>44182</c:v>
                </c:pt>
                <c:pt idx="108">
                  <c:v>44183</c:v>
                </c:pt>
                <c:pt idx="109">
                  <c:v>44184</c:v>
                </c:pt>
                <c:pt idx="110">
                  <c:v>44185</c:v>
                </c:pt>
                <c:pt idx="111">
                  <c:v>44186</c:v>
                </c:pt>
                <c:pt idx="112">
                  <c:v>44187</c:v>
                </c:pt>
                <c:pt idx="113">
                  <c:v>44188</c:v>
                </c:pt>
                <c:pt idx="114">
                  <c:v>44189</c:v>
                </c:pt>
                <c:pt idx="115">
                  <c:v>44190</c:v>
                </c:pt>
                <c:pt idx="116">
                  <c:v>44191</c:v>
                </c:pt>
                <c:pt idx="117">
                  <c:v>44192</c:v>
                </c:pt>
                <c:pt idx="118">
                  <c:v>44193</c:v>
                </c:pt>
                <c:pt idx="119">
                  <c:v>44194</c:v>
                </c:pt>
                <c:pt idx="120">
                  <c:v>44195</c:v>
                </c:pt>
                <c:pt idx="121">
                  <c:v>44196</c:v>
                </c:pt>
              </c:numCache>
            </c:numRef>
          </c:cat>
          <c:val>
            <c:numRef>
              <c:f>'12_20'!$T$4:$T$125</c:f>
              <c:numCache>
                <c:formatCode>0</c:formatCode>
                <c:ptCount val="1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1</c:v>
                </c:pt>
                <c:pt idx="10">
                  <c:v>5</c:v>
                </c:pt>
                <c:pt idx="11">
                  <c:v>0</c:v>
                </c:pt>
                <c:pt idx="12">
                  <c:v>0</c:v>
                </c:pt>
                <c:pt idx="13">
                  <c:v>9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3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12-4226-888A-CBAFDCA077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144320"/>
        <c:axId val="10915840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'12_20'!$S$3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'12_20'!$B$4:$B$125</c15:sqref>
                        </c15:formulaRef>
                      </c:ext>
                    </c:extLst>
                    <c:numCache>
                      <c:formatCode>m/d/yyyy</c:formatCode>
                      <c:ptCount val="122"/>
                      <c:pt idx="0">
                        <c:v>44075</c:v>
                      </c:pt>
                      <c:pt idx="1">
                        <c:v>44076</c:v>
                      </c:pt>
                      <c:pt idx="2">
                        <c:v>44077</c:v>
                      </c:pt>
                      <c:pt idx="3">
                        <c:v>44078</c:v>
                      </c:pt>
                      <c:pt idx="4">
                        <c:v>44079</c:v>
                      </c:pt>
                      <c:pt idx="5">
                        <c:v>44080</c:v>
                      </c:pt>
                      <c:pt idx="6">
                        <c:v>44081</c:v>
                      </c:pt>
                      <c:pt idx="7">
                        <c:v>44082</c:v>
                      </c:pt>
                      <c:pt idx="8">
                        <c:v>44083</c:v>
                      </c:pt>
                      <c:pt idx="9">
                        <c:v>44084</c:v>
                      </c:pt>
                      <c:pt idx="10">
                        <c:v>44085</c:v>
                      </c:pt>
                      <c:pt idx="11">
                        <c:v>44086</c:v>
                      </c:pt>
                      <c:pt idx="12">
                        <c:v>44087</c:v>
                      </c:pt>
                      <c:pt idx="13">
                        <c:v>44088</c:v>
                      </c:pt>
                      <c:pt idx="14">
                        <c:v>44089</c:v>
                      </c:pt>
                      <c:pt idx="15">
                        <c:v>44090</c:v>
                      </c:pt>
                      <c:pt idx="16">
                        <c:v>44091</c:v>
                      </c:pt>
                      <c:pt idx="17">
                        <c:v>44092</c:v>
                      </c:pt>
                      <c:pt idx="18">
                        <c:v>44093</c:v>
                      </c:pt>
                      <c:pt idx="19">
                        <c:v>44094</c:v>
                      </c:pt>
                      <c:pt idx="20">
                        <c:v>44095</c:v>
                      </c:pt>
                      <c:pt idx="21">
                        <c:v>44096</c:v>
                      </c:pt>
                      <c:pt idx="22">
                        <c:v>44097</c:v>
                      </c:pt>
                      <c:pt idx="23">
                        <c:v>44098</c:v>
                      </c:pt>
                      <c:pt idx="24">
                        <c:v>44099</c:v>
                      </c:pt>
                      <c:pt idx="25">
                        <c:v>44100</c:v>
                      </c:pt>
                      <c:pt idx="26">
                        <c:v>44101</c:v>
                      </c:pt>
                      <c:pt idx="27">
                        <c:v>44102</c:v>
                      </c:pt>
                      <c:pt idx="28">
                        <c:v>44103</c:v>
                      </c:pt>
                      <c:pt idx="29">
                        <c:v>44104</c:v>
                      </c:pt>
                      <c:pt idx="30">
                        <c:v>44105</c:v>
                      </c:pt>
                      <c:pt idx="31">
                        <c:v>44106</c:v>
                      </c:pt>
                      <c:pt idx="32">
                        <c:v>44107</c:v>
                      </c:pt>
                      <c:pt idx="33">
                        <c:v>44108</c:v>
                      </c:pt>
                      <c:pt idx="34">
                        <c:v>44109</c:v>
                      </c:pt>
                      <c:pt idx="35">
                        <c:v>44110</c:v>
                      </c:pt>
                      <c:pt idx="36">
                        <c:v>44111</c:v>
                      </c:pt>
                      <c:pt idx="37">
                        <c:v>44112</c:v>
                      </c:pt>
                      <c:pt idx="38">
                        <c:v>44113</c:v>
                      </c:pt>
                      <c:pt idx="39">
                        <c:v>44114</c:v>
                      </c:pt>
                      <c:pt idx="40">
                        <c:v>44115</c:v>
                      </c:pt>
                      <c:pt idx="41">
                        <c:v>44116</c:v>
                      </c:pt>
                      <c:pt idx="42">
                        <c:v>44117</c:v>
                      </c:pt>
                      <c:pt idx="43">
                        <c:v>44118</c:v>
                      </c:pt>
                      <c:pt idx="44">
                        <c:v>44119</c:v>
                      </c:pt>
                      <c:pt idx="45">
                        <c:v>44120</c:v>
                      </c:pt>
                      <c:pt idx="46">
                        <c:v>44121</c:v>
                      </c:pt>
                      <c:pt idx="47">
                        <c:v>44122</c:v>
                      </c:pt>
                      <c:pt idx="48">
                        <c:v>44123</c:v>
                      </c:pt>
                      <c:pt idx="49">
                        <c:v>44124</c:v>
                      </c:pt>
                      <c:pt idx="50">
                        <c:v>44125</c:v>
                      </c:pt>
                      <c:pt idx="51">
                        <c:v>44126</c:v>
                      </c:pt>
                      <c:pt idx="52">
                        <c:v>44127</c:v>
                      </c:pt>
                      <c:pt idx="53">
                        <c:v>44128</c:v>
                      </c:pt>
                      <c:pt idx="54">
                        <c:v>44129</c:v>
                      </c:pt>
                      <c:pt idx="55">
                        <c:v>44130</c:v>
                      </c:pt>
                      <c:pt idx="56">
                        <c:v>44131</c:v>
                      </c:pt>
                      <c:pt idx="57">
                        <c:v>44132</c:v>
                      </c:pt>
                      <c:pt idx="58">
                        <c:v>44133</c:v>
                      </c:pt>
                      <c:pt idx="59">
                        <c:v>44134</c:v>
                      </c:pt>
                      <c:pt idx="60">
                        <c:v>44135</c:v>
                      </c:pt>
                      <c:pt idx="61">
                        <c:v>44136</c:v>
                      </c:pt>
                      <c:pt idx="62">
                        <c:v>44137</c:v>
                      </c:pt>
                      <c:pt idx="63">
                        <c:v>44138</c:v>
                      </c:pt>
                      <c:pt idx="64">
                        <c:v>44139</c:v>
                      </c:pt>
                      <c:pt idx="65">
                        <c:v>44140</c:v>
                      </c:pt>
                      <c:pt idx="66">
                        <c:v>44141</c:v>
                      </c:pt>
                      <c:pt idx="67">
                        <c:v>44142</c:v>
                      </c:pt>
                      <c:pt idx="68">
                        <c:v>44143</c:v>
                      </c:pt>
                      <c:pt idx="69">
                        <c:v>44144</c:v>
                      </c:pt>
                      <c:pt idx="70">
                        <c:v>44145</c:v>
                      </c:pt>
                      <c:pt idx="71">
                        <c:v>44146</c:v>
                      </c:pt>
                      <c:pt idx="72">
                        <c:v>44147</c:v>
                      </c:pt>
                      <c:pt idx="73">
                        <c:v>44148</c:v>
                      </c:pt>
                      <c:pt idx="74">
                        <c:v>44149</c:v>
                      </c:pt>
                      <c:pt idx="75">
                        <c:v>44150</c:v>
                      </c:pt>
                      <c:pt idx="76">
                        <c:v>44151</c:v>
                      </c:pt>
                      <c:pt idx="77">
                        <c:v>44152</c:v>
                      </c:pt>
                      <c:pt idx="78">
                        <c:v>44153</c:v>
                      </c:pt>
                      <c:pt idx="79">
                        <c:v>44154</c:v>
                      </c:pt>
                      <c:pt idx="80">
                        <c:v>44155</c:v>
                      </c:pt>
                      <c:pt idx="81">
                        <c:v>44156</c:v>
                      </c:pt>
                      <c:pt idx="82">
                        <c:v>44157</c:v>
                      </c:pt>
                      <c:pt idx="83">
                        <c:v>44158</c:v>
                      </c:pt>
                      <c:pt idx="84">
                        <c:v>44159</c:v>
                      </c:pt>
                      <c:pt idx="85">
                        <c:v>44160</c:v>
                      </c:pt>
                      <c:pt idx="86">
                        <c:v>44161</c:v>
                      </c:pt>
                      <c:pt idx="87">
                        <c:v>44162</c:v>
                      </c:pt>
                      <c:pt idx="88">
                        <c:v>44163</c:v>
                      </c:pt>
                      <c:pt idx="89">
                        <c:v>44164</c:v>
                      </c:pt>
                      <c:pt idx="90">
                        <c:v>44165</c:v>
                      </c:pt>
                      <c:pt idx="91">
                        <c:v>44166</c:v>
                      </c:pt>
                      <c:pt idx="92">
                        <c:v>44167</c:v>
                      </c:pt>
                      <c:pt idx="93">
                        <c:v>44168</c:v>
                      </c:pt>
                      <c:pt idx="94">
                        <c:v>44169</c:v>
                      </c:pt>
                      <c:pt idx="95">
                        <c:v>44170</c:v>
                      </c:pt>
                      <c:pt idx="96">
                        <c:v>44171</c:v>
                      </c:pt>
                      <c:pt idx="97">
                        <c:v>44172</c:v>
                      </c:pt>
                      <c:pt idx="98">
                        <c:v>44173</c:v>
                      </c:pt>
                      <c:pt idx="99">
                        <c:v>44174</c:v>
                      </c:pt>
                      <c:pt idx="100">
                        <c:v>44175</c:v>
                      </c:pt>
                      <c:pt idx="101">
                        <c:v>44176</c:v>
                      </c:pt>
                      <c:pt idx="102">
                        <c:v>44177</c:v>
                      </c:pt>
                      <c:pt idx="103">
                        <c:v>44178</c:v>
                      </c:pt>
                      <c:pt idx="104">
                        <c:v>44179</c:v>
                      </c:pt>
                      <c:pt idx="105">
                        <c:v>44180</c:v>
                      </c:pt>
                      <c:pt idx="106">
                        <c:v>44181</c:v>
                      </c:pt>
                      <c:pt idx="107">
                        <c:v>44182</c:v>
                      </c:pt>
                      <c:pt idx="108">
                        <c:v>44183</c:v>
                      </c:pt>
                      <c:pt idx="109">
                        <c:v>44184</c:v>
                      </c:pt>
                      <c:pt idx="110">
                        <c:v>44185</c:v>
                      </c:pt>
                      <c:pt idx="111">
                        <c:v>44186</c:v>
                      </c:pt>
                      <c:pt idx="112">
                        <c:v>44187</c:v>
                      </c:pt>
                      <c:pt idx="113">
                        <c:v>44188</c:v>
                      </c:pt>
                      <c:pt idx="114">
                        <c:v>44189</c:v>
                      </c:pt>
                      <c:pt idx="115">
                        <c:v>44190</c:v>
                      </c:pt>
                      <c:pt idx="116">
                        <c:v>44191</c:v>
                      </c:pt>
                      <c:pt idx="117">
                        <c:v>44192</c:v>
                      </c:pt>
                      <c:pt idx="118">
                        <c:v>44193</c:v>
                      </c:pt>
                      <c:pt idx="119">
                        <c:v>44194</c:v>
                      </c:pt>
                      <c:pt idx="120">
                        <c:v>44195</c:v>
                      </c:pt>
                      <c:pt idx="12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'12_20'!$S$4:$S$125</c15:sqref>
                        </c15:formulaRef>
                      </c:ext>
                    </c:extLst>
                    <c:numCache>
                      <c:formatCode>0</c:formatCode>
                      <c:ptCount val="122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25</c:v>
                      </c:pt>
                      <c:pt idx="9">
                        <c:v>54</c:v>
                      </c:pt>
                      <c:pt idx="10">
                        <c:v>31</c:v>
                      </c:pt>
                      <c:pt idx="11">
                        <c:v>31</c:v>
                      </c:pt>
                      <c:pt idx="12">
                        <c:v>24</c:v>
                      </c:pt>
                      <c:pt idx="13">
                        <c:v>83</c:v>
                      </c:pt>
                      <c:pt idx="14">
                        <c:v>56</c:v>
                      </c:pt>
                      <c:pt idx="15">
                        <c:v>39</c:v>
                      </c:pt>
                      <c:pt idx="16">
                        <c:v>37</c:v>
                      </c:pt>
                      <c:pt idx="17">
                        <c:v>49</c:v>
                      </c:pt>
                      <c:pt idx="18">
                        <c:v>30</c:v>
                      </c:pt>
                      <c:pt idx="19">
                        <c:v>26</c:v>
                      </c:pt>
                      <c:pt idx="20">
                        <c:v>43</c:v>
                      </c:pt>
                      <c:pt idx="21">
                        <c:v>57</c:v>
                      </c:pt>
                      <c:pt idx="22">
                        <c:v>45</c:v>
                      </c:pt>
                      <c:pt idx="23">
                        <c:v>43</c:v>
                      </c:pt>
                      <c:pt idx="24">
                        <c:v>46</c:v>
                      </c:pt>
                      <c:pt idx="25">
                        <c:v>4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1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6</c:v>
                      </c:pt>
                      <c:pt idx="86">
                        <c:v>12</c:v>
                      </c:pt>
                      <c:pt idx="87">
                        <c:v>2</c:v>
                      </c:pt>
                      <c:pt idx="88">
                        <c:v>1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1</c:v>
                      </c:pt>
                      <c:pt idx="92">
                        <c:v>0</c:v>
                      </c:pt>
                      <c:pt idx="93">
                        <c:v>3</c:v>
                      </c:pt>
                      <c:pt idx="94">
                        <c:v>3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3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1</c:v>
                      </c:pt>
                      <c:pt idx="111">
                        <c:v>3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1</c:v>
                      </c:pt>
                      <c:pt idx="121">
                        <c:v>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EB12-4226-888A-CBAFDCA0770F}"/>
                  </c:ext>
                </c:extLst>
              </c15:ser>
            </c15:filteredLineSeries>
          </c:ext>
        </c:extLst>
      </c:lineChart>
      <c:dateAx>
        <c:axId val="10914432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9158400"/>
        <c:crosses val="autoZero"/>
        <c:auto val="1"/>
        <c:lblOffset val="100"/>
        <c:baseTimeUnit val="days"/>
        <c:majorUnit val="1"/>
        <c:majorTimeUnit val="months"/>
      </c:dateAx>
      <c:valAx>
        <c:axId val="10915840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9144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BE</a:t>
            </a:r>
            <a:r>
              <a:rPr lang="cs-CZ"/>
              <a:t> Connector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'12_20'!$H$3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'12_20'!$B$34:$B$125</c:f>
              <c:numCache>
                <c:formatCode>m/d/yyyy</c:formatCode>
                <c:ptCount val="92"/>
                <c:pt idx="0">
                  <c:v>44105</c:v>
                </c:pt>
                <c:pt idx="1">
                  <c:v>44106</c:v>
                </c:pt>
                <c:pt idx="2">
                  <c:v>44107</c:v>
                </c:pt>
                <c:pt idx="3">
                  <c:v>44108</c:v>
                </c:pt>
                <c:pt idx="4">
                  <c:v>44109</c:v>
                </c:pt>
                <c:pt idx="5">
                  <c:v>44110</c:v>
                </c:pt>
                <c:pt idx="6">
                  <c:v>44111</c:v>
                </c:pt>
                <c:pt idx="7">
                  <c:v>44112</c:v>
                </c:pt>
                <c:pt idx="8">
                  <c:v>44113</c:v>
                </c:pt>
                <c:pt idx="9">
                  <c:v>44114</c:v>
                </c:pt>
                <c:pt idx="10">
                  <c:v>44115</c:v>
                </c:pt>
                <c:pt idx="11">
                  <c:v>44116</c:v>
                </c:pt>
                <c:pt idx="12">
                  <c:v>44117</c:v>
                </c:pt>
                <c:pt idx="13">
                  <c:v>44118</c:v>
                </c:pt>
                <c:pt idx="14">
                  <c:v>44119</c:v>
                </c:pt>
                <c:pt idx="15">
                  <c:v>44120</c:v>
                </c:pt>
                <c:pt idx="16">
                  <c:v>44121</c:v>
                </c:pt>
                <c:pt idx="17">
                  <c:v>44122</c:v>
                </c:pt>
                <c:pt idx="18">
                  <c:v>44123</c:v>
                </c:pt>
                <c:pt idx="19">
                  <c:v>44124</c:v>
                </c:pt>
                <c:pt idx="20">
                  <c:v>44125</c:v>
                </c:pt>
                <c:pt idx="21">
                  <c:v>44126</c:v>
                </c:pt>
                <c:pt idx="22">
                  <c:v>44127</c:v>
                </c:pt>
                <c:pt idx="23">
                  <c:v>44128</c:v>
                </c:pt>
                <c:pt idx="24">
                  <c:v>44129</c:v>
                </c:pt>
                <c:pt idx="25">
                  <c:v>44130</c:v>
                </c:pt>
                <c:pt idx="26">
                  <c:v>44131</c:v>
                </c:pt>
                <c:pt idx="27">
                  <c:v>44132</c:v>
                </c:pt>
                <c:pt idx="28">
                  <c:v>44133</c:v>
                </c:pt>
                <c:pt idx="29">
                  <c:v>44134</c:v>
                </c:pt>
                <c:pt idx="30">
                  <c:v>44135</c:v>
                </c:pt>
                <c:pt idx="31">
                  <c:v>44136</c:v>
                </c:pt>
                <c:pt idx="32">
                  <c:v>44137</c:v>
                </c:pt>
                <c:pt idx="33">
                  <c:v>44138</c:v>
                </c:pt>
                <c:pt idx="34">
                  <c:v>44139</c:v>
                </c:pt>
                <c:pt idx="35">
                  <c:v>44140</c:v>
                </c:pt>
                <c:pt idx="36">
                  <c:v>44141</c:v>
                </c:pt>
                <c:pt idx="37">
                  <c:v>44142</c:v>
                </c:pt>
                <c:pt idx="38">
                  <c:v>44143</c:v>
                </c:pt>
                <c:pt idx="39">
                  <c:v>44144</c:v>
                </c:pt>
                <c:pt idx="40">
                  <c:v>44145</c:v>
                </c:pt>
                <c:pt idx="41">
                  <c:v>44146</c:v>
                </c:pt>
                <c:pt idx="42">
                  <c:v>44147</c:v>
                </c:pt>
                <c:pt idx="43">
                  <c:v>44148</c:v>
                </c:pt>
                <c:pt idx="44">
                  <c:v>44149</c:v>
                </c:pt>
                <c:pt idx="45">
                  <c:v>44150</c:v>
                </c:pt>
                <c:pt idx="46">
                  <c:v>44151</c:v>
                </c:pt>
                <c:pt idx="47">
                  <c:v>44152</c:v>
                </c:pt>
                <c:pt idx="48">
                  <c:v>44153</c:v>
                </c:pt>
                <c:pt idx="49">
                  <c:v>44154</c:v>
                </c:pt>
                <c:pt idx="50">
                  <c:v>44155</c:v>
                </c:pt>
                <c:pt idx="51">
                  <c:v>44156</c:v>
                </c:pt>
                <c:pt idx="52">
                  <c:v>44157</c:v>
                </c:pt>
                <c:pt idx="53">
                  <c:v>44158</c:v>
                </c:pt>
                <c:pt idx="54">
                  <c:v>44159</c:v>
                </c:pt>
                <c:pt idx="55">
                  <c:v>44160</c:v>
                </c:pt>
                <c:pt idx="56">
                  <c:v>44161</c:v>
                </c:pt>
                <c:pt idx="57">
                  <c:v>44162</c:v>
                </c:pt>
                <c:pt idx="58">
                  <c:v>44163</c:v>
                </c:pt>
                <c:pt idx="59">
                  <c:v>44164</c:v>
                </c:pt>
                <c:pt idx="60">
                  <c:v>44165</c:v>
                </c:pt>
                <c:pt idx="61">
                  <c:v>44166</c:v>
                </c:pt>
                <c:pt idx="62">
                  <c:v>44167</c:v>
                </c:pt>
                <c:pt idx="63">
                  <c:v>44168</c:v>
                </c:pt>
                <c:pt idx="64">
                  <c:v>44169</c:v>
                </c:pt>
                <c:pt idx="65">
                  <c:v>44170</c:v>
                </c:pt>
                <c:pt idx="66">
                  <c:v>44171</c:v>
                </c:pt>
                <c:pt idx="67">
                  <c:v>44172</c:v>
                </c:pt>
                <c:pt idx="68">
                  <c:v>44173</c:v>
                </c:pt>
                <c:pt idx="69">
                  <c:v>44174</c:v>
                </c:pt>
                <c:pt idx="70">
                  <c:v>44175</c:v>
                </c:pt>
                <c:pt idx="71">
                  <c:v>44176</c:v>
                </c:pt>
                <c:pt idx="72">
                  <c:v>44177</c:v>
                </c:pt>
                <c:pt idx="73">
                  <c:v>44178</c:v>
                </c:pt>
                <c:pt idx="74">
                  <c:v>44179</c:v>
                </c:pt>
                <c:pt idx="75">
                  <c:v>44180</c:v>
                </c:pt>
                <c:pt idx="76">
                  <c:v>44181</c:v>
                </c:pt>
                <c:pt idx="77">
                  <c:v>44182</c:v>
                </c:pt>
                <c:pt idx="78">
                  <c:v>44183</c:v>
                </c:pt>
                <c:pt idx="79">
                  <c:v>44184</c:v>
                </c:pt>
                <c:pt idx="80">
                  <c:v>44185</c:v>
                </c:pt>
                <c:pt idx="81">
                  <c:v>44186</c:v>
                </c:pt>
                <c:pt idx="82">
                  <c:v>44187</c:v>
                </c:pt>
                <c:pt idx="83">
                  <c:v>44188</c:v>
                </c:pt>
                <c:pt idx="84">
                  <c:v>44189</c:v>
                </c:pt>
                <c:pt idx="85">
                  <c:v>44190</c:v>
                </c:pt>
                <c:pt idx="86">
                  <c:v>44191</c:v>
                </c:pt>
                <c:pt idx="87">
                  <c:v>44192</c:v>
                </c:pt>
                <c:pt idx="88">
                  <c:v>44193</c:v>
                </c:pt>
                <c:pt idx="89">
                  <c:v>44194</c:v>
                </c:pt>
                <c:pt idx="90">
                  <c:v>44195</c:v>
                </c:pt>
                <c:pt idx="91">
                  <c:v>44196</c:v>
                </c:pt>
              </c:numCache>
            </c:numRef>
          </c:cat>
          <c:val>
            <c:numRef>
              <c:f>'12_20'!$H$34:$H$125</c:f>
              <c:numCache>
                <c:formatCode>0</c:formatCode>
                <c:ptCount val="9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1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2</c:v>
                </c:pt>
                <c:pt idx="90">
                  <c:v>0</c:v>
                </c:pt>
                <c:pt idx="9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65-43EF-8E09-7D8BF46D0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353152"/>
        <c:axId val="10035468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'12_20'!$G$3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'12_20'!$B$34:$B$125</c15:sqref>
                        </c15:formulaRef>
                      </c:ext>
                    </c:extLst>
                    <c:numCache>
                      <c:formatCode>m/d/yyyy</c:formatCode>
                      <c:ptCount val="92"/>
                      <c:pt idx="0">
                        <c:v>44105</c:v>
                      </c:pt>
                      <c:pt idx="1">
                        <c:v>44106</c:v>
                      </c:pt>
                      <c:pt idx="2">
                        <c:v>44107</c:v>
                      </c:pt>
                      <c:pt idx="3">
                        <c:v>44108</c:v>
                      </c:pt>
                      <c:pt idx="4">
                        <c:v>44109</c:v>
                      </c:pt>
                      <c:pt idx="5">
                        <c:v>44110</c:v>
                      </c:pt>
                      <c:pt idx="6">
                        <c:v>44111</c:v>
                      </c:pt>
                      <c:pt idx="7">
                        <c:v>44112</c:v>
                      </c:pt>
                      <c:pt idx="8">
                        <c:v>44113</c:v>
                      </c:pt>
                      <c:pt idx="9">
                        <c:v>44114</c:v>
                      </c:pt>
                      <c:pt idx="10">
                        <c:v>44115</c:v>
                      </c:pt>
                      <c:pt idx="11">
                        <c:v>44116</c:v>
                      </c:pt>
                      <c:pt idx="12">
                        <c:v>44117</c:v>
                      </c:pt>
                      <c:pt idx="13">
                        <c:v>44118</c:v>
                      </c:pt>
                      <c:pt idx="14">
                        <c:v>44119</c:v>
                      </c:pt>
                      <c:pt idx="15">
                        <c:v>44120</c:v>
                      </c:pt>
                      <c:pt idx="16">
                        <c:v>44121</c:v>
                      </c:pt>
                      <c:pt idx="17">
                        <c:v>44122</c:v>
                      </c:pt>
                      <c:pt idx="18">
                        <c:v>44123</c:v>
                      </c:pt>
                      <c:pt idx="19">
                        <c:v>44124</c:v>
                      </c:pt>
                      <c:pt idx="20">
                        <c:v>44125</c:v>
                      </c:pt>
                      <c:pt idx="21">
                        <c:v>44126</c:v>
                      </c:pt>
                      <c:pt idx="22">
                        <c:v>44127</c:v>
                      </c:pt>
                      <c:pt idx="23">
                        <c:v>44128</c:v>
                      </c:pt>
                      <c:pt idx="24">
                        <c:v>44129</c:v>
                      </c:pt>
                      <c:pt idx="25">
                        <c:v>44130</c:v>
                      </c:pt>
                      <c:pt idx="26">
                        <c:v>44131</c:v>
                      </c:pt>
                      <c:pt idx="27">
                        <c:v>44132</c:v>
                      </c:pt>
                      <c:pt idx="28">
                        <c:v>44133</c:v>
                      </c:pt>
                      <c:pt idx="29">
                        <c:v>44134</c:v>
                      </c:pt>
                      <c:pt idx="30">
                        <c:v>44135</c:v>
                      </c:pt>
                      <c:pt idx="31">
                        <c:v>44136</c:v>
                      </c:pt>
                      <c:pt idx="32">
                        <c:v>44137</c:v>
                      </c:pt>
                      <c:pt idx="33">
                        <c:v>44138</c:v>
                      </c:pt>
                      <c:pt idx="34">
                        <c:v>44139</c:v>
                      </c:pt>
                      <c:pt idx="35">
                        <c:v>44140</c:v>
                      </c:pt>
                      <c:pt idx="36">
                        <c:v>44141</c:v>
                      </c:pt>
                      <c:pt idx="37">
                        <c:v>44142</c:v>
                      </c:pt>
                      <c:pt idx="38">
                        <c:v>44143</c:v>
                      </c:pt>
                      <c:pt idx="39">
                        <c:v>44144</c:v>
                      </c:pt>
                      <c:pt idx="40">
                        <c:v>44145</c:v>
                      </c:pt>
                      <c:pt idx="41">
                        <c:v>44146</c:v>
                      </c:pt>
                      <c:pt idx="42">
                        <c:v>44147</c:v>
                      </c:pt>
                      <c:pt idx="43">
                        <c:v>44148</c:v>
                      </c:pt>
                      <c:pt idx="44">
                        <c:v>44149</c:v>
                      </c:pt>
                      <c:pt idx="45">
                        <c:v>44150</c:v>
                      </c:pt>
                      <c:pt idx="46">
                        <c:v>44151</c:v>
                      </c:pt>
                      <c:pt idx="47">
                        <c:v>44152</c:v>
                      </c:pt>
                      <c:pt idx="48">
                        <c:v>44153</c:v>
                      </c:pt>
                      <c:pt idx="49">
                        <c:v>44154</c:v>
                      </c:pt>
                      <c:pt idx="50">
                        <c:v>44155</c:v>
                      </c:pt>
                      <c:pt idx="51">
                        <c:v>44156</c:v>
                      </c:pt>
                      <c:pt idx="52">
                        <c:v>44157</c:v>
                      </c:pt>
                      <c:pt idx="53">
                        <c:v>44158</c:v>
                      </c:pt>
                      <c:pt idx="54">
                        <c:v>44159</c:v>
                      </c:pt>
                      <c:pt idx="55">
                        <c:v>44160</c:v>
                      </c:pt>
                      <c:pt idx="56">
                        <c:v>44161</c:v>
                      </c:pt>
                      <c:pt idx="57">
                        <c:v>44162</c:v>
                      </c:pt>
                      <c:pt idx="58">
                        <c:v>44163</c:v>
                      </c:pt>
                      <c:pt idx="59">
                        <c:v>44164</c:v>
                      </c:pt>
                      <c:pt idx="60">
                        <c:v>44165</c:v>
                      </c:pt>
                      <c:pt idx="61">
                        <c:v>44166</c:v>
                      </c:pt>
                      <c:pt idx="62">
                        <c:v>44167</c:v>
                      </c:pt>
                      <c:pt idx="63">
                        <c:v>44168</c:v>
                      </c:pt>
                      <c:pt idx="64">
                        <c:v>44169</c:v>
                      </c:pt>
                      <c:pt idx="65">
                        <c:v>44170</c:v>
                      </c:pt>
                      <c:pt idx="66">
                        <c:v>44171</c:v>
                      </c:pt>
                      <c:pt idx="67">
                        <c:v>44172</c:v>
                      </c:pt>
                      <c:pt idx="68">
                        <c:v>44173</c:v>
                      </c:pt>
                      <c:pt idx="69">
                        <c:v>44174</c:v>
                      </c:pt>
                      <c:pt idx="70">
                        <c:v>44175</c:v>
                      </c:pt>
                      <c:pt idx="71">
                        <c:v>44176</c:v>
                      </c:pt>
                      <c:pt idx="72">
                        <c:v>44177</c:v>
                      </c:pt>
                      <c:pt idx="73">
                        <c:v>44178</c:v>
                      </c:pt>
                      <c:pt idx="74">
                        <c:v>44179</c:v>
                      </c:pt>
                      <c:pt idx="75">
                        <c:v>44180</c:v>
                      </c:pt>
                      <c:pt idx="76">
                        <c:v>44181</c:v>
                      </c:pt>
                      <c:pt idx="77">
                        <c:v>44182</c:v>
                      </c:pt>
                      <c:pt idx="78">
                        <c:v>44183</c:v>
                      </c:pt>
                      <c:pt idx="79">
                        <c:v>44184</c:v>
                      </c:pt>
                      <c:pt idx="80">
                        <c:v>44185</c:v>
                      </c:pt>
                      <c:pt idx="81">
                        <c:v>44186</c:v>
                      </c:pt>
                      <c:pt idx="82">
                        <c:v>44187</c:v>
                      </c:pt>
                      <c:pt idx="83">
                        <c:v>44188</c:v>
                      </c:pt>
                      <c:pt idx="84">
                        <c:v>44189</c:v>
                      </c:pt>
                      <c:pt idx="85">
                        <c:v>44190</c:v>
                      </c:pt>
                      <c:pt idx="86">
                        <c:v>44191</c:v>
                      </c:pt>
                      <c:pt idx="87">
                        <c:v>44192</c:v>
                      </c:pt>
                      <c:pt idx="88">
                        <c:v>44193</c:v>
                      </c:pt>
                      <c:pt idx="89">
                        <c:v>44194</c:v>
                      </c:pt>
                      <c:pt idx="90">
                        <c:v>44195</c:v>
                      </c:pt>
                      <c:pt idx="9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'12_20'!$G$4:$G$94</c15:sqref>
                        </c15:formulaRef>
                      </c:ext>
                    </c:extLst>
                    <c:numCache>
                      <c:formatCode>General</c:formatCode>
                      <c:ptCount val="91"/>
                      <c:pt idx="30" formatCode="0">
                        <c:v>0</c:v>
                      </c:pt>
                      <c:pt idx="31" formatCode="0">
                        <c:v>0</c:v>
                      </c:pt>
                      <c:pt idx="32" formatCode="0">
                        <c:v>0</c:v>
                      </c:pt>
                      <c:pt idx="33" formatCode="0">
                        <c:v>0</c:v>
                      </c:pt>
                      <c:pt idx="34" formatCode="0">
                        <c:v>0</c:v>
                      </c:pt>
                      <c:pt idx="35" formatCode="0">
                        <c:v>0</c:v>
                      </c:pt>
                      <c:pt idx="36" formatCode="0">
                        <c:v>0</c:v>
                      </c:pt>
                      <c:pt idx="37" formatCode="0">
                        <c:v>0</c:v>
                      </c:pt>
                      <c:pt idx="38" formatCode="0">
                        <c:v>0</c:v>
                      </c:pt>
                      <c:pt idx="39" formatCode="0">
                        <c:v>0</c:v>
                      </c:pt>
                      <c:pt idx="40" formatCode="0">
                        <c:v>0</c:v>
                      </c:pt>
                      <c:pt idx="41" formatCode="0">
                        <c:v>0</c:v>
                      </c:pt>
                      <c:pt idx="42" formatCode="0">
                        <c:v>0</c:v>
                      </c:pt>
                      <c:pt idx="43" formatCode="0">
                        <c:v>0</c:v>
                      </c:pt>
                      <c:pt idx="44" formatCode="0">
                        <c:v>0</c:v>
                      </c:pt>
                      <c:pt idx="45" formatCode="0">
                        <c:v>0</c:v>
                      </c:pt>
                      <c:pt idx="46" formatCode="0">
                        <c:v>0</c:v>
                      </c:pt>
                      <c:pt idx="47" formatCode="0">
                        <c:v>0</c:v>
                      </c:pt>
                      <c:pt idx="48" formatCode="0">
                        <c:v>0</c:v>
                      </c:pt>
                      <c:pt idx="49" formatCode="0">
                        <c:v>4</c:v>
                      </c:pt>
                      <c:pt idx="50" formatCode="0">
                        <c:v>6</c:v>
                      </c:pt>
                      <c:pt idx="51" formatCode="0">
                        <c:v>14</c:v>
                      </c:pt>
                      <c:pt idx="52" formatCode="0">
                        <c:v>4</c:v>
                      </c:pt>
                      <c:pt idx="53" formatCode="0">
                        <c:v>5</c:v>
                      </c:pt>
                      <c:pt idx="54" formatCode="0">
                        <c:v>1</c:v>
                      </c:pt>
                      <c:pt idx="55" formatCode="0">
                        <c:v>8</c:v>
                      </c:pt>
                      <c:pt idx="56" formatCode="0">
                        <c:v>2</c:v>
                      </c:pt>
                      <c:pt idx="57" formatCode="0">
                        <c:v>1</c:v>
                      </c:pt>
                      <c:pt idx="58" formatCode="0">
                        <c:v>5</c:v>
                      </c:pt>
                      <c:pt idx="59" formatCode="0">
                        <c:v>3</c:v>
                      </c:pt>
                      <c:pt idx="60" formatCode="0">
                        <c:v>3</c:v>
                      </c:pt>
                      <c:pt idx="61" formatCode="0">
                        <c:v>0</c:v>
                      </c:pt>
                      <c:pt idx="62" formatCode="0">
                        <c:v>4</c:v>
                      </c:pt>
                      <c:pt idx="63" formatCode="0">
                        <c:v>5</c:v>
                      </c:pt>
                      <c:pt idx="64" formatCode="0">
                        <c:v>1</c:v>
                      </c:pt>
                      <c:pt idx="65" formatCode="0">
                        <c:v>9</c:v>
                      </c:pt>
                      <c:pt idx="66" formatCode="0">
                        <c:v>1</c:v>
                      </c:pt>
                      <c:pt idx="67" formatCode="0">
                        <c:v>3</c:v>
                      </c:pt>
                      <c:pt idx="68" formatCode="0">
                        <c:v>0</c:v>
                      </c:pt>
                      <c:pt idx="69" formatCode="0">
                        <c:v>5</c:v>
                      </c:pt>
                      <c:pt idx="70" formatCode="0">
                        <c:v>3</c:v>
                      </c:pt>
                      <c:pt idx="71" formatCode="0">
                        <c:v>2</c:v>
                      </c:pt>
                      <c:pt idx="72" formatCode="0">
                        <c:v>4</c:v>
                      </c:pt>
                      <c:pt idx="73" formatCode="0">
                        <c:v>1</c:v>
                      </c:pt>
                      <c:pt idx="74" formatCode="0">
                        <c:v>1</c:v>
                      </c:pt>
                      <c:pt idx="75" formatCode="0">
                        <c:v>4</c:v>
                      </c:pt>
                      <c:pt idx="76" formatCode="0">
                        <c:v>2</c:v>
                      </c:pt>
                      <c:pt idx="77" formatCode="0">
                        <c:v>2</c:v>
                      </c:pt>
                      <c:pt idx="78" formatCode="0">
                        <c:v>1</c:v>
                      </c:pt>
                      <c:pt idx="79" formatCode="0">
                        <c:v>1</c:v>
                      </c:pt>
                      <c:pt idx="80" formatCode="0">
                        <c:v>2</c:v>
                      </c:pt>
                      <c:pt idx="81" formatCode="0">
                        <c:v>4</c:v>
                      </c:pt>
                      <c:pt idx="82" formatCode="0">
                        <c:v>2</c:v>
                      </c:pt>
                      <c:pt idx="83" formatCode="0">
                        <c:v>2</c:v>
                      </c:pt>
                      <c:pt idx="84" formatCode="0">
                        <c:v>1</c:v>
                      </c:pt>
                      <c:pt idx="85" formatCode="0">
                        <c:v>0</c:v>
                      </c:pt>
                      <c:pt idx="86" formatCode="0">
                        <c:v>2</c:v>
                      </c:pt>
                      <c:pt idx="87" formatCode="0">
                        <c:v>1</c:v>
                      </c:pt>
                      <c:pt idx="88" formatCode="0">
                        <c:v>0</c:v>
                      </c:pt>
                      <c:pt idx="89" formatCode="0">
                        <c:v>2</c:v>
                      </c:pt>
                      <c:pt idx="90" formatCode="0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2565-43EF-8E09-7D8BF46D0688}"/>
                  </c:ext>
                </c:extLst>
              </c15:ser>
            </c15:filteredLineSeries>
          </c:ext>
        </c:extLst>
      </c:lineChart>
      <c:dateAx>
        <c:axId val="1003531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354688"/>
        <c:crosses val="autoZero"/>
        <c:auto val="1"/>
        <c:lblOffset val="100"/>
        <c:baseTimeUnit val="days"/>
        <c:majorUnit val="1"/>
        <c:majorTimeUnit val="months"/>
      </c:dateAx>
      <c:valAx>
        <c:axId val="10035468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353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EE</a:t>
            </a:r>
            <a:r>
              <a:rPr lang="cs-CZ"/>
              <a:t> Connector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'12_20'!$J$3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'12_20'!$B$34:$B$125</c:f>
              <c:numCache>
                <c:formatCode>m/d/yyyy</c:formatCode>
                <c:ptCount val="92"/>
                <c:pt idx="0">
                  <c:v>44105</c:v>
                </c:pt>
                <c:pt idx="1">
                  <c:v>44106</c:v>
                </c:pt>
                <c:pt idx="2">
                  <c:v>44107</c:v>
                </c:pt>
                <c:pt idx="3">
                  <c:v>44108</c:v>
                </c:pt>
                <c:pt idx="4">
                  <c:v>44109</c:v>
                </c:pt>
                <c:pt idx="5">
                  <c:v>44110</c:v>
                </c:pt>
                <c:pt idx="6">
                  <c:v>44111</c:v>
                </c:pt>
                <c:pt idx="7">
                  <c:v>44112</c:v>
                </c:pt>
                <c:pt idx="8">
                  <c:v>44113</c:v>
                </c:pt>
                <c:pt idx="9">
                  <c:v>44114</c:v>
                </c:pt>
                <c:pt idx="10">
                  <c:v>44115</c:v>
                </c:pt>
                <c:pt idx="11">
                  <c:v>44116</c:v>
                </c:pt>
                <c:pt idx="12">
                  <c:v>44117</c:v>
                </c:pt>
                <c:pt idx="13">
                  <c:v>44118</c:v>
                </c:pt>
                <c:pt idx="14">
                  <c:v>44119</c:v>
                </c:pt>
                <c:pt idx="15">
                  <c:v>44120</c:v>
                </c:pt>
                <c:pt idx="16">
                  <c:v>44121</c:v>
                </c:pt>
                <c:pt idx="17">
                  <c:v>44122</c:v>
                </c:pt>
                <c:pt idx="18">
                  <c:v>44123</c:v>
                </c:pt>
                <c:pt idx="19">
                  <c:v>44124</c:v>
                </c:pt>
                <c:pt idx="20">
                  <c:v>44125</c:v>
                </c:pt>
                <c:pt idx="21">
                  <c:v>44126</c:v>
                </c:pt>
                <c:pt idx="22">
                  <c:v>44127</c:v>
                </c:pt>
                <c:pt idx="23">
                  <c:v>44128</c:v>
                </c:pt>
                <c:pt idx="24">
                  <c:v>44129</c:v>
                </c:pt>
                <c:pt idx="25">
                  <c:v>44130</c:v>
                </c:pt>
                <c:pt idx="26">
                  <c:v>44131</c:v>
                </c:pt>
                <c:pt idx="27">
                  <c:v>44132</c:v>
                </c:pt>
                <c:pt idx="28">
                  <c:v>44133</c:v>
                </c:pt>
                <c:pt idx="29">
                  <c:v>44134</c:v>
                </c:pt>
                <c:pt idx="30">
                  <c:v>44135</c:v>
                </c:pt>
                <c:pt idx="31">
                  <c:v>44136</c:v>
                </c:pt>
                <c:pt idx="32">
                  <c:v>44137</c:v>
                </c:pt>
                <c:pt idx="33">
                  <c:v>44138</c:v>
                </c:pt>
                <c:pt idx="34">
                  <c:v>44139</c:v>
                </c:pt>
                <c:pt idx="35">
                  <c:v>44140</c:v>
                </c:pt>
                <c:pt idx="36">
                  <c:v>44141</c:v>
                </c:pt>
                <c:pt idx="37">
                  <c:v>44142</c:v>
                </c:pt>
                <c:pt idx="38">
                  <c:v>44143</c:v>
                </c:pt>
                <c:pt idx="39">
                  <c:v>44144</c:v>
                </c:pt>
                <c:pt idx="40">
                  <c:v>44145</c:v>
                </c:pt>
                <c:pt idx="41">
                  <c:v>44146</c:v>
                </c:pt>
                <c:pt idx="42">
                  <c:v>44147</c:v>
                </c:pt>
                <c:pt idx="43">
                  <c:v>44148</c:v>
                </c:pt>
                <c:pt idx="44">
                  <c:v>44149</c:v>
                </c:pt>
                <c:pt idx="45">
                  <c:v>44150</c:v>
                </c:pt>
                <c:pt idx="46">
                  <c:v>44151</c:v>
                </c:pt>
                <c:pt idx="47">
                  <c:v>44152</c:v>
                </c:pt>
                <c:pt idx="48">
                  <c:v>44153</c:v>
                </c:pt>
                <c:pt idx="49">
                  <c:v>44154</c:v>
                </c:pt>
                <c:pt idx="50">
                  <c:v>44155</c:v>
                </c:pt>
                <c:pt idx="51">
                  <c:v>44156</c:v>
                </c:pt>
                <c:pt idx="52">
                  <c:v>44157</c:v>
                </c:pt>
                <c:pt idx="53">
                  <c:v>44158</c:v>
                </c:pt>
                <c:pt idx="54">
                  <c:v>44159</c:v>
                </c:pt>
                <c:pt idx="55">
                  <c:v>44160</c:v>
                </c:pt>
                <c:pt idx="56">
                  <c:v>44161</c:v>
                </c:pt>
                <c:pt idx="57">
                  <c:v>44162</c:v>
                </c:pt>
                <c:pt idx="58">
                  <c:v>44163</c:v>
                </c:pt>
                <c:pt idx="59">
                  <c:v>44164</c:v>
                </c:pt>
                <c:pt idx="60">
                  <c:v>44165</c:v>
                </c:pt>
                <c:pt idx="61">
                  <c:v>44166</c:v>
                </c:pt>
                <c:pt idx="62">
                  <c:v>44167</c:v>
                </c:pt>
                <c:pt idx="63">
                  <c:v>44168</c:v>
                </c:pt>
                <c:pt idx="64">
                  <c:v>44169</c:v>
                </c:pt>
                <c:pt idx="65">
                  <c:v>44170</c:v>
                </c:pt>
                <c:pt idx="66">
                  <c:v>44171</c:v>
                </c:pt>
                <c:pt idx="67">
                  <c:v>44172</c:v>
                </c:pt>
                <c:pt idx="68">
                  <c:v>44173</c:v>
                </c:pt>
                <c:pt idx="69">
                  <c:v>44174</c:v>
                </c:pt>
                <c:pt idx="70">
                  <c:v>44175</c:v>
                </c:pt>
                <c:pt idx="71">
                  <c:v>44176</c:v>
                </c:pt>
                <c:pt idx="72">
                  <c:v>44177</c:v>
                </c:pt>
                <c:pt idx="73">
                  <c:v>44178</c:v>
                </c:pt>
                <c:pt idx="74">
                  <c:v>44179</c:v>
                </c:pt>
                <c:pt idx="75">
                  <c:v>44180</c:v>
                </c:pt>
                <c:pt idx="76">
                  <c:v>44181</c:v>
                </c:pt>
                <c:pt idx="77">
                  <c:v>44182</c:v>
                </c:pt>
                <c:pt idx="78">
                  <c:v>44183</c:v>
                </c:pt>
                <c:pt idx="79">
                  <c:v>44184</c:v>
                </c:pt>
                <c:pt idx="80">
                  <c:v>44185</c:v>
                </c:pt>
                <c:pt idx="81">
                  <c:v>44186</c:v>
                </c:pt>
                <c:pt idx="82">
                  <c:v>44187</c:v>
                </c:pt>
                <c:pt idx="83">
                  <c:v>44188</c:v>
                </c:pt>
                <c:pt idx="84">
                  <c:v>44189</c:v>
                </c:pt>
                <c:pt idx="85">
                  <c:v>44190</c:v>
                </c:pt>
                <c:pt idx="86">
                  <c:v>44191</c:v>
                </c:pt>
                <c:pt idx="87">
                  <c:v>44192</c:v>
                </c:pt>
                <c:pt idx="88">
                  <c:v>44193</c:v>
                </c:pt>
                <c:pt idx="89">
                  <c:v>44194</c:v>
                </c:pt>
                <c:pt idx="90">
                  <c:v>44195</c:v>
                </c:pt>
                <c:pt idx="91">
                  <c:v>44196</c:v>
                </c:pt>
              </c:numCache>
            </c:numRef>
          </c:cat>
          <c:val>
            <c:numRef>
              <c:f>'12_20'!$J$34:$J$125</c:f>
              <c:numCache>
                <c:formatCode>0</c:formatCode>
                <c:ptCount val="9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2</c:v>
                </c:pt>
                <c:pt idx="33">
                  <c:v>0</c:v>
                </c:pt>
                <c:pt idx="34">
                  <c:v>0</c:v>
                </c:pt>
                <c:pt idx="35">
                  <c:v>3</c:v>
                </c:pt>
                <c:pt idx="36">
                  <c:v>1</c:v>
                </c:pt>
                <c:pt idx="37">
                  <c:v>0</c:v>
                </c:pt>
                <c:pt idx="38">
                  <c:v>0</c:v>
                </c:pt>
                <c:pt idx="39">
                  <c:v>2</c:v>
                </c:pt>
                <c:pt idx="40">
                  <c:v>1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2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1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1</c:v>
                </c:pt>
                <c:pt idx="74">
                  <c:v>0</c:v>
                </c:pt>
                <c:pt idx="75">
                  <c:v>2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2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1</c:v>
                </c:pt>
                <c:pt idx="90">
                  <c:v>0</c:v>
                </c:pt>
                <c:pt idx="9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55-4278-8595-3D6B7CB3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392960"/>
        <c:axId val="10039449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'12_20'!$I$3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'12_20'!$B$34:$B$125</c15:sqref>
                        </c15:formulaRef>
                      </c:ext>
                    </c:extLst>
                    <c:numCache>
                      <c:formatCode>m/d/yyyy</c:formatCode>
                      <c:ptCount val="92"/>
                      <c:pt idx="0">
                        <c:v>44105</c:v>
                      </c:pt>
                      <c:pt idx="1">
                        <c:v>44106</c:v>
                      </c:pt>
                      <c:pt idx="2">
                        <c:v>44107</c:v>
                      </c:pt>
                      <c:pt idx="3">
                        <c:v>44108</c:v>
                      </c:pt>
                      <c:pt idx="4">
                        <c:v>44109</c:v>
                      </c:pt>
                      <c:pt idx="5">
                        <c:v>44110</c:v>
                      </c:pt>
                      <c:pt idx="6">
                        <c:v>44111</c:v>
                      </c:pt>
                      <c:pt idx="7">
                        <c:v>44112</c:v>
                      </c:pt>
                      <c:pt idx="8">
                        <c:v>44113</c:v>
                      </c:pt>
                      <c:pt idx="9">
                        <c:v>44114</c:v>
                      </c:pt>
                      <c:pt idx="10">
                        <c:v>44115</c:v>
                      </c:pt>
                      <c:pt idx="11">
                        <c:v>44116</c:v>
                      </c:pt>
                      <c:pt idx="12">
                        <c:v>44117</c:v>
                      </c:pt>
                      <c:pt idx="13">
                        <c:v>44118</c:v>
                      </c:pt>
                      <c:pt idx="14">
                        <c:v>44119</c:v>
                      </c:pt>
                      <c:pt idx="15">
                        <c:v>44120</c:v>
                      </c:pt>
                      <c:pt idx="16">
                        <c:v>44121</c:v>
                      </c:pt>
                      <c:pt idx="17">
                        <c:v>44122</c:v>
                      </c:pt>
                      <c:pt idx="18">
                        <c:v>44123</c:v>
                      </c:pt>
                      <c:pt idx="19">
                        <c:v>44124</c:v>
                      </c:pt>
                      <c:pt idx="20">
                        <c:v>44125</c:v>
                      </c:pt>
                      <c:pt idx="21">
                        <c:v>44126</c:v>
                      </c:pt>
                      <c:pt idx="22">
                        <c:v>44127</c:v>
                      </c:pt>
                      <c:pt idx="23">
                        <c:v>44128</c:v>
                      </c:pt>
                      <c:pt idx="24">
                        <c:v>44129</c:v>
                      </c:pt>
                      <c:pt idx="25">
                        <c:v>44130</c:v>
                      </c:pt>
                      <c:pt idx="26">
                        <c:v>44131</c:v>
                      </c:pt>
                      <c:pt idx="27">
                        <c:v>44132</c:v>
                      </c:pt>
                      <c:pt idx="28">
                        <c:v>44133</c:v>
                      </c:pt>
                      <c:pt idx="29">
                        <c:v>44134</c:v>
                      </c:pt>
                      <c:pt idx="30">
                        <c:v>44135</c:v>
                      </c:pt>
                      <c:pt idx="31">
                        <c:v>44136</c:v>
                      </c:pt>
                      <c:pt idx="32">
                        <c:v>44137</c:v>
                      </c:pt>
                      <c:pt idx="33">
                        <c:v>44138</c:v>
                      </c:pt>
                      <c:pt idx="34">
                        <c:v>44139</c:v>
                      </c:pt>
                      <c:pt idx="35">
                        <c:v>44140</c:v>
                      </c:pt>
                      <c:pt idx="36">
                        <c:v>44141</c:v>
                      </c:pt>
                      <c:pt idx="37">
                        <c:v>44142</c:v>
                      </c:pt>
                      <c:pt idx="38">
                        <c:v>44143</c:v>
                      </c:pt>
                      <c:pt idx="39">
                        <c:v>44144</c:v>
                      </c:pt>
                      <c:pt idx="40">
                        <c:v>44145</c:v>
                      </c:pt>
                      <c:pt idx="41">
                        <c:v>44146</c:v>
                      </c:pt>
                      <c:pt idx="42">
                        <c:v>44147</c:v>
                      </c:pt>
                      <c:pt idx="43">
                        <c:v>44148</c:v>
                      </c:pt>
                      <c:pt idx="44">
                        <c:v>44149</c:v>
                      </c:pt>
                      <c:pt idx="45">
                        <c:v>44150</c:v>
                      </c:pt>
                      <c:pt idx="46">
                        <c:v>44151</c:v>
                      </c:pt>
                      <c:pt idx="47">
                        <c:v>44152</c:v>
                      </c:pt>
                      <c:pt idx="48">
                        <c:v>44153</c:v>
                      </c:pt>
                      <c:pt idx="49">
                        <c:v>44154</c:v>
                      </c:pt>
                      <c:pt idx="50">
                        <c:v>44155</c:v>
                      </c:pt>
                      <c:pt idx="51">
                        <c:v>44156</c:v>
                      </c:pt>
                      <c:pt idx="52">
                        <c:v>44157</c:v>
                      </c:pt>
                      <c:pt idx="53">
                        <c:v>44158</c:v>
                      </c:pt>
                      <c:pt idx="54">
                        <c:v>44159</c:v>
                      </c:pt>
                      <c:pt idx="55">
                        <c:v>44160</c:v>
                      </c:pt>
                      <c:pt idx="56">
                        <c:v>44161</c:v>
                      </c:pt>
                      <c:pt idx="57">
                        <c:v>44162</c:v>
                      </c:pt>
                      <c:pt idx="58">
                        <c:v>44163</c:v>
                      </c:pt>
                      <c:pt idx="59">
                        <c:v>44164</c:v>
                      </c:pt>
                      <c:pt idx="60">
                        <c:v>44165</c:v>
                      </c:pt>
                      <c:pt idx="61">
                        <c:v>44166</c:v>
                      </c:pt>
                      <c:pt idx="62">
                        <c:v>44167</c:v>
                      </c:pt>
                      <c:pt idx="63">
                        <c:v>44168</c:v>
                      </c:pt>
                      <c:pt idx="64">
                        <c:v>44169</c:v>
                      </c:pt>
                      <c:pt idx="65">
                        <c:v>44170</c:v>
                      </c:pt>
                      <c:pt idx="66">
                        <c:v>44171</c:v>
                      </c:pt>
                      <c:pt idx="67">
                        <c:v>44172</c:v>
                      </c:pt>
                      <c:pt idx="68">
                        <c:v>44173</c:v>
                      </c:pt>
                      <c:pt idx="69">
                        <c:v>44174</c:v>
                      </c:pt>
                      <c:pt idx="70">
                        <c:v>44175</c:v>
                      </c:pt>
                      <c:pt idx="71">
                        <c:v>44176</c:v>
                      </c:pt>
                      <c:pt idx="72">
                        <c:v>44177</c:v>
                      </c:pt>
                      <c:pt idx="73">
                        <c:v>44178</c:v>
                      </c:pt>
                      <c:pt idx="74">
                        <c:v>44179</c:v>
                      </c:pt>
                      <c:pt idx="75">
                        <c:v>44180</c:v>
                      </c:pt>
                      <c:pt idx="76">
                        <c:v>44181</c:v>
                      </c:pt>
                      <c:pt idx="77">
                        <c:v>44182</c:v>
                      </c:pt>
                      <c:pt idx="78">
                        <c:v>44183</c:v>
                      </c:pt>
                      <c:pt idx="79">
                        <c:v>44184</c:v>
                      </c:pt>
                      <c:pt idx="80">
                        <c:v>44185</c:v>
                      </c:pt>
                      <c:pt idx="81">
                        <c:v>44186</c:v>
                      </c:pt>
                      <c:pt idx="82">
                        <c:v>44187</c:v>
                      </c:pt>
                      <c:pt idx="83">
                        <c:v>44188</c:v>
                      </c:pt>
                      <c:pt idx="84">
                        <c:v>44189</c:v>
                      </c:pt>
                      <c:pt idx="85">
                        <c:v>44190</c:v>
                      </c:pt>
                      <c:pt idx="86">
                        <c:v>44191</c:v>
                      </c:pt>
                      <c:pt idx="87">
                        <c:v>44192</c:v>
                      </c:pt>
                      <c:pt idx="88">
                        <c:v>44193</c:v>
                      </c:pt>
                      <c:pt idx="89">
                        <c:v>44194</c:v>
                      </c:pt>
                      <c:pt idx="90">
                        <c:v>44195</c:v>
                      </c:pt>
                      <c:pt idx="9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'12_20'!$I$35:$I$125</c15:sqref>
                        </c15:formulaRef>
                      </c:ext>
                    </c:extLst>
                    <c:numCache>
                      <c:formatCode>0</c:formatCode>
                      <c:ptCount val="91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4</c:v>
                      </c:pt>
                      <c:pt idx="19">
                        <c:v>13</c:v>
                      </c:pt>
                      <c:pt idx="20">
                        <c:v>9</c:v>
                      </c:pt>
                      <c:pt idx="21">
                        <c:v>5</c:v>
                      </c:pt>
                      <c:pt idx="22">
                        <c:v>5</c:v>
                      </c:pt>
                      <c:pt idx="23">
                        <c:v>0</c:v>
                      </c:pt>
                      <c:pt idx="24">
                        <c:v>3</c:v>
                      </c:pt>
                      <c:pt idx="25">
                        <c:v>6</c:v>
                      </c:pt>
                      <c:pt idx="26">
                        <c:v>3</c:v>
                      </c:pt>
                      <c:pt idx="27">
                        <c:v>7</c:v>
                      </c:pt>
                      <c:pt idx="28">
                        <c:v>3</c:v>
                      </c:pt>
                      <c:pt idx="29">
                        <c:v>2</c:v>
                      </c:pt>
                      <c:pt idx="30">
                        <c:v>0</c:v>
                      </c:pt>
                      <c:pt idx="31">
                        <c:v>6</c:v>
                      </c:pt>
                      <c:pt idx="32">
                        <c:v>3</c:v>
                      </c:pt>
                      <c:pt idx="33">
                        <c:v>1</c:v>
                      </c:pt>
                      <c:pt idx="34">
                        <c:v>10</c:v>
                      </c:pt>
                      <c:pt idx="35">
                        <c:v>3</c:v>
                      </c:pt>
                      <c:pt idx="36">
                        <c:v>3</c:v>
                      </c:pt>
                      <c:pt idx="37">
                        <c:v>0</c:v>
                      </c:pt>
                      <c:pt idx="38">
                        <c:v>11</c:v>
                      </c:pt>
                      <c:pt idx="39">
                        <c:v>4</c:v>
                      </c:pt>
                      <c:pt idx="40">
                        <c:v>1</c:v>
                      </c:pt>
                      <c:pt idx="41">
                        <c:v>3</c:v>
                      </c:pt>
                      <c:pt idx="42">
                        <c:v>3</c:v>
                      </c:pt>
                      <c:pt idx="43">
                        <c:v>4</c:v>
                      </c:pt>
                      <c:pt idx="44">
                        <c:v>0</c:v>
                      </c:pt>
                      <c:pt idx="45">
                        <c:v>4</c:v>
                      </c:pt>
                      <c:pt idx="46">
                        <c:v>0</c:v>
                      </c:pt>
                      <c:pt idx="47">
                        <c:v>1</c:v>
                      </c:pt>
                      <c:pt idx="48">
                        <c:v>4</c:v>
                      </c:pt>
                      <c:pt idx="49">
                        <c:v>0</c:v>
                      </c:pt>
                      <c:pt idx="50">
                        <c:v>1</c:v>
                      </c:pt>
                      <c:pt idx="51">
                        <c:v>2</c:v>
                      </c:pt>
                      <c:pt idx="52">
                        <c:v>2</c:v>
                      </c:pt>
                      <c:pt idx="53">
                        <c:v>0</c:v>
                      </c:pt>
                      <c:pt idx="54">
                        <c:v>1</c:v>
                      </c:pt>
                      <c:pt idx="55">
                        <c:v>2</c:v>
                      </c:pt>
                      <c:pt idx="56">
                        <c:v>2</c:v>
                      </c:pt>
                      <c:pt idx="57">
                        <c:v>0</c:v>
                      </c:pt>
                      <c:pt idx="58">
                        <c:v>1</c:v>
                      </c:pt>
                      <c:pt idx="59">
                        <c:v>6</c:v>
                      </c:pt>
                      <c:pt idx="60">
                        <c:v>4</c:v>
                      </c:pt>
                      <c:pt idx="61">
                        <c:v>7</c:v>
                      </c:pt>
                      <c:pt idx="62">
                        <c:v>1</c:v>
                      </c:pt>
                      <c:pt idx="63">
                        <c:v>1</c:v>
                      </c:pt>
                      <c:pt idx="64">
                        <c:v>1</c:v>
                      </c:pt>
                      <c:pt idx="65">
                        <c:v>0</c:v>
                      </c:pt>
                      <c:pt idx="66">
                        <c:v>1</c:v>
                      </c:pt>
                      <c:pt idx="67">
                        <c:v>0</c:v>
                      </c:pt>
                      <c:pt idx="68">
                        <c:v>1</c:v>
                      </c:pt>
                      <c:pt idx="69">
                        <c:v>1</c:v>
                      </c:pt>
                      <c:pt idx="70">
                        <c:v>2</c:v>
                      </c:pt>
                      <c:pt idx="71">
                        <c:v>0</c:v>
                      </c:pt>
                      <c:pt idx="72">
                        <c:v>2</c:v>
                      </c:pt>
                      <c:pt idx="73">
                        <c:v>1</c:v>
                      </c:pt>
                      <c:pt idx="74">
                        <c:v>4</c:v>
                      </c:pt>
                      <c:pt idx="75">
                        <c:v>4</c:v>
                      </c:pt>
                      <c:pt idx="76">
                        <c:v>2</c:v>
                      </c:pt>
                      <c:pt idx="77">
                        <c:v>1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1</c:v>
                      </c:pt>
                      <c:pt idx="81">
                        <c:v>10</c:v>
                      </c:pt>
                      <c:pt idx="82">
                        <c:v>0</c:v>
                      </c:pt>
                      <c:pt idx="83">
                        <c:v>2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2</c:v>
                      </c:pt>
                      <c:pt idx="88">
                        <c:v>3</c:v>
                      </c:pt>
                      <c:pt idx="89">
                        <c:v>1</c:v>
                      </c:pt>
                      <c:pt idx="90">
                        <c:v>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AB55-4278-8595-3D6B7CB35AE2}"/>
                  </c:ext>
                </c:extLst>
              </c15:ser>
            </c15:filteredLineSeries>
          </c:ext>
        </c:extLst>
      </c:lineChart>
      <c:dateAx>
        <c:axId val="10039296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394496"/>
        <c:crosses val="autoZero"/>
        <c:auto val="1"/>
        <c:lblOffset val="100"/>
        <c:baseTimeUnit val="days"/>
        <c:majorUnit val="1"/>
        <c:majorTimeUnit val="months"/>
      </c:dateAx>
      <c:valAx>
        <c:axId val="10039449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0392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aseline="0"/>
              <a:t>EE</a:t>
            </a:r>
            <a:r>
              <a:rPr lang="cs-CZ" baseline="0"/>
              <a:t> </a:t>
            </a:r>
            <a:r>
              <a:rPr lang="en-GB" baseline="0"/>
              <a:t>P</a:t>
            </a:r>
            <a:r>
              <a:rPr lang="cs-CZ"/>
              <a:t>roxyService</a:t>
            </a:r>
            <a:endParaRPr lang="en-GB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'12_20'!$Z$3</c:f>
              <c:strCache>
                <c:ptCount val="1"/>
                <c:pt idx="0">
                  <c:v>Transakcí</c:v>
                </c:pt>
              </c:strCache>
            </c:strRef>
          </c:tx>
          <c:spPr>
            <a:ln w="22225" cap="rnd">
              <a:solidFill>
                <a:schemeClr val="accent1">
                  <a:lumMod val="75000"/>
                </a:schemeClr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elete val="1"/>
          </c:dLbls>
          <c:cat>
            <c:numRef>
              <c:f>'12_20'!$B$34:$B$125</c:f>
              <c:numCache>
                <c:formatCode>m/d/yyyy</c:formatCode>
                <c:ptCount val="92"/>
                <c:pt idx="0">
                  <c:v>44105</c:v>
                </c:pt>
                <c:pt idx="1">
                  <c:v>44106</c:v>
                </c:pt>
                <c:pt idx="2">
                  <c:v>44107</c:v>
                </c:pt>
                <c:pt idx="3">
                  <c:v>44108</c:v>
                </c:pt>
                <c:pt idx="4">
                  <c:v>44109</c:v>
                </c:pt>
                <c:pt idx="5">
                  <c:v>44110</c:v>
                </c:pt>
                <c:pt idx="6">
                  <c:v>44111</c:v>
                </c:pt>
                <c:pt idx="7">
                  <c:v>44112</c:v>
                </c:pt>
                <c:pt idx="8">
                  <c:v>44113</c:v>
                </c:pt>
                <c:pt idx="9">
                  <c:v>44114</c:v>
                </c:pt>
                <c:pt idx="10">
                  <c:v>44115</c:v>
                </c:pt>
                <c:pt idx="11">
                  <c:v>44116</c:v>
                </c:pt>
                <c:pt idx="12">
                  <c:v>44117</c:v>
                </c:pt>
                <c:pt idx="13">
                  <c:v>44118</c:v>
                </c:pt>
                <c:pt idx="14">
                  <c:v>44119</c:v>
                </c:pt>
                <c:pt idx="15">
                  <c:v>44120</c:v>
                </c:pt>
                <c:pt idx="16">
                  <c:v>44121</c:v>
                </c:pt>
                <c:pt idx="17">
                  <c:v>44122</c:v>
                </c:pt>
                <c:pt idx="18">
                  <c:v>44123</c:v>
                </c:pt>
                <c:pt idx="19">
                  <c:v>44124</c:v>
                </c:pt>
                <c:pt idx="20">
                  <c:v>44125</c:v>
                </c:pt>
                <c:pt idx="21">
                  <c:v>44126</c:v>
                </c:pt>
                <c:pt idx="22">
                  <c:v>44127</c:v>
                </c:pt>
                <c:pt idx="23">
                  <c:v>44128</c:v>
                </c:pt>
                <c:pt idx="24">
                  <c:v>44129</c:v>
                </c:pt>
                <c:pt idx="25">
                  <c:v>44130</c:v>
                </c:pt>
                <c:pt idx="26">
                  <c:v>44131</c:v>
                </c:pt>
                <c:pt idx="27">
                  <c:v>44132</c:v>
                </c:pt>
                <c:pt idx="28">
                  <c:v>44133</c:v>
                </c:pt>
                <c:pt idx="29">
                  <c:v>44134</c:v>
                </c:pt>
                <c:pt idx="30">
                  <c:v>44135</c:v>
                </c:pt>
                <c:pt idx="31">
                  <c:v>44136</c:v>
                </c:pt>
                <c:pt idx="32">
                  <c:v>44137</c:v>
                </c:pt>
                <c:pt idx="33">
                  <c:v>44138</c:v>
                </c:pt>
                <c:pt idx="34">
                  <c:v>44139</c:v>
                </c:pt>
                <c:pt idx="35">
                  <c:v>44140</c:v>
                </c:pt>
                <c:pt idx="36">
                  <c:v>44141</c:v>
                </c:pt>
                <c:pt idx="37">
                  <c:v>44142</c:v>
                </c:pt>
                <c:pt idx="38">
                  <c:v>44143</c:v>
                </c:pt>
                <c:pt idx="39">
                  <c:v>44144</c:v>
                </c:pt>
                <c:pt idx="40">
                  <c:v>44145</c:v>
                </c:pt>
                <c:pt idx="41">
                  <c:v>44146</c:v>
                </c:pt>
                <c:pt idx="42">
                  <c:v>44147</c:v>
                </c:pt>
                <c:pt idx="43">
                  <c:v>44148</c:v>
                </c:pt>
                <c:pt idx="44">
                  <c:v>44149</c:v>
                </c:pt>
                <c:pt idx="45">
                  <c:v>44150</c:v>
                </c:pt>
                <c:pt idx="46">
                  <c:v>44151</c:v>
                </c:pt>
                <c:pt idx="47">
                  <c:v>44152</c:v>
                </c:pt>
                <c:pt idx="48">
                  <c:v>44153</c:v>
                </c:pt>
                <c:pt idx="49">
                  <c:v>44154</c:v>
                </c:pt>
                <c:pt idx="50">
                  <c:v>44155</c:v>
                </c:pt>
                <c:pt idx="51">
                  <c:v>44156</c:v>
                </c:pt>
                <c:pt idx="52">
                  <c:v>44157</c:v>
                </c:pt>
                <c:pt idx="53">
                  <c:v>44158</c:v>
                </c:pt>
                <c:pt idx="54">
                  <c:v>44159</c:v>
                </c:pt>
                <c:pt idx="55">
                  <c:v>44160</c:v>
                </c:pt>
                <c:pt idx="56">
                  <c:v>44161</c:v>
                </c:pt>
                <c:pt idx="57">
                  <c:v>44162</c:v>
                </c:pt>
                <c:pt idx="58">
                  <c:v>44163</c:v>
                </c:pt>
                <c:pt idx="59">
                  <c:v>44164</c:v>
                </c:pt>
                <c:pt idx="60">
                  <c:v>44165</c:v>
                </c:pt>
                <c:pt idx="61">
                  <c:v>44166</c:v>
                </c:pt>
                <c:pt idx="62">
                  <c:v>44167</c:v>
                </c:pt>
                <c:pt idx="63">
                  <c:v>44168</c:v>
                </c:pt>
                <c:pt idx="64">
                  <c:v>44169</c:v>
                </c:pt>
                <c:pt idx="65">
                  <c:v>44170</c:v>
                </c:pt>
                <c:pt idx="66">
                  <c:v>44171</c:v>
                </c:pt>
                <c:pt idx="67">
                  <c:v>44172</c:v>
                </c:pt>
                <c:pt idx="68">
                  <c:v>44173</c:v>
                </c:pt>
                <c:pt idx="69">
                  <c:v>44174</c:v>
                </c:pt>
                <c:pt idx="70">
                  <c:v>44175</c:v>
                </c:pt>
                <c:pt idx="71">
                  <c:v>44176</c:v>
                </c:pt>
                <c:pt idx="72">
                  <c:v>44177</c:v>
                </c:pt>
                <c:pt idx="73">
                  <c:v>44178</c:v>
                </c:pt>
                <c:pt idx="74">
                  <c:v>44179</c:v>
                </c:pt>
                <c:pt idx="75">
                  <c:v>44180</c:v>
                </c:pt>
                <c:pt idx="76">
                  <c:v>44181</c:v>
                </c:pt>
                <c:pt idx="77">
                  <c:v>44182</c:v>
                </c:pt>
                <c:pt idx="78">
                  <c:v>44183</c:v>
                </c:pt>
                <c:pt idx="79">
                  <c:v>44184</c:v>
                </c:pt>
                <c:pt idx="80">
                  <c:v>44185</c:v>
                </c:pt>
                <c:pt idx="81">
                  <c:v>44186</c:v>
                </c:pt>
                <c:pt idx="82">
                  <c:v>44187</c:v>
                </c:pt>
                <c:pt idx="83">
                  <c:v>44188</c:v>
                </c:pt>
                <c:pt idx="84">
                  <c:v>44189</c:v>
                </c:pt>
                <c:pt idx="85">
                  <c:v>44190</c:v>
                </c:pt>
                <c:pt idx="86">
                  <c:v>44191</c:v>
                </c:pt>
                <c:pt idx="87">
                  <c:v>44192</c:v>
                </c:pt>
                <c:pt idx="88">
                  <c:v>44193</c:v>
                </c:pt>
                <c:pt idx="89">
                  <c:v>44194</c:v>
                </c:pt>
                <c:pt idx="90">
                  <c:v>44195</c:v>
                </c:pt>
                <c:pt idx="91">
                  <c:v>44196</c:v>
                </c:pt>
              </c:numCache>
            </c:numRef>
          </c:cat>
          <c:val>
            <c:numRef>
              <c:f>'12_20'!$Z$34:$Z$125</c:f>
              <c:numCache>
                <c:formatCode>0</c:formatCode>
                <c:ptCount val="9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1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1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3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E-4CA6-BCCE-ABF6138397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9538304"/>
        <c:axId val="10954419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'12_20'!$Y$3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spPr>
                  <a:ln w="22225" cap="rnd">
                    <a:solidFill>
                      <a:schemeClr val="accent1"/>
                    </a:solidFill>
                  </a:ln>
                  <a:effectLst>
                    <a:glow rad="139700">
                      <a:schemeClr val="accent1">
                        <a:satMod val="175000"/>
                        <a:alpha val="14000"/>
                      </a:schemeClr>
                    </a:glow>
                  </a:effectLst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ormulaRef>
                          <c15:sqref>'12_20'!$B$34:$B$125</c15:sqref>
                        </c15:formulaRef>
                      </c:ext>
                    </c:extLst>
                    <c:numCache>
                      <c:formatCode>m/d/yyyy</c:formatCode>
                      <c:ptCount val="92"/>
                      <c:pt idx="0">
                        <c:v>44105</c:v>
                      </c:pt>
                      <c:pt idx="1">
                        <c:v>44106</c:v>
                      </c:pt>
                      <c:pt idx="2">
                        <c:v>44107</c:v>
                      </c:pt>
                      <c:pt idx="3">
                        <c:v>44108</c:v>
                      </c:pt>
                      <c:pt idx="4">
                        <c:v>44109</c:v>
                      </c:pt>
                      <c:pt idx="5">
                        <c:v>44110</c:v>
                      </c:pt>
                      <c:pt idx="6">
                        <c:v>44111</c:v>
                      </c:pt>
                      <c:pt idx="7">
                        <c:v>44112</c:v>
                      </c:pt>
                      <c:pt idx="8">
                        <c:v>44113</c:v>
                      </c:pt>
                      <c:pt idx="9">
                        <c:v>44114</c:v>
                      </c:pt>
                      <c:pt idx="10">
                        <c:v>44115</c:v>
                      </c:pt>
                      <c:pt idx="11">
                        <c:v>44116</c:v>
                      </c:pt>
                      <c:pt idx="12">
                        <c:v>44117</c:v>
                      </c:pt>
                      <c:pt idx="13">
                        <c:v>44118</c:v>
                      </c:pt>
                      <c:pt idx="14">
                        <c:v>44119</c:v>
                      </c:pt>
                      <c:pt idx="15">
                        <c:v>44120</c:v>
                      </c:pt>
                      <c:pt idx="16">
                        <c:v>44121</c:v>
                      </c:pt>
                      <c:pt idx="17">
                        <c:v>44122</c:v>
                      </c:pt>
                      <c:pt idx="18">
                        <c:v>44123</c:v>
                      </c:pt>
                      <c:pt idx="19">
                        <c:v>44124</c:v>
                      </c:pt>
                      <c:pt idx="20">
                        <c:v>44125</c:v>
                      </c:pt>
                      <c:pt idx="21">
                        <c:v>44126</c:v>
                      </c:pt>
                      <c:pt idx="22">
                        <c:v>44127</c:v>
                      </c:pt>
                      <c:pt idx="23">
                        <c:v>44128</c:v>
                      </c:pt>
                      <c:pt idx="24">
                        <c:v>44129</c:v>
                      </c:pt>
                      <c:pt idx="25">
                        <c:v>44130</c:v>
                      </c:pt>
                      <c:pt idx="26">
                        <c:v>44131</c:v>
                      </c:pt>
                      <c:pt idx="27">
                        <c:v>44132</c:v>
                      </c:pt>
                      <c:pt idx="28">
                        <c:v>44133</c:v>
                      </c:pt>
                      <c:pt idx="29">
                        <c:v>44134</c:v>
                      </c:pt>
                      <c:pt idx="30">
                        <c:v>44135</c:v>
                      </c:pt>
                      <c:pt idx="31">
                        <c:v>44136</c:v>
                      </c:pt>
                      <c:pt idx="32">
                        <c:v>44137</c:v>
                      </c:pt>
                      <c:pt idx="33">
                        <c:v>44138</c:v>
                      </c:pt>
                      <c:pt idx="34">
                        <c:v>44139</c:v>
                      </c:pt>
                      <c:pt idx="35">
                        <c:v>44140</c:v>
                      </c:pt>
                      <c:pt idx="36">
                        <c:v>44141</c:v>
                      </c:pt>
                      <c:pt idx="37">
                        <c:v>44142</c:v>
                      </c:pt>
                      <c:pt idx="38">
                        <c:v>44143</c:v>
                      </c:pt>
                      <c:pt idx="39">
                        <c:v>44144</c:v>
                      </c:pt>
                      <c:pt idx="40">
                        <c:v>44145</c:v>
                      </c:pt>
                      <c:pt idx="41">
                        <c:v>44146</c:v>
                      </c:pt>
                      <c:pt idx="42">
                        <c:v>44147</c:v>
                      </c:pt>
                      <c:pt idx="43">
                        <c:v>44148</c:v>
                      </c:pt>
                      <c:pt idx="44">
                        <c:v>44149</c:v>
                      </c:pt>
                      <c:pt idx="45">
                        <c:v>44150</c:v>
                      </c:pt>
                      <c:pt idx="46">
                        <c:v>44151</c:v>
                      </c:pt>
                      <c:pt idx="47">
                        <c:v>44152</c:v>
                      </c:pt>
                      <c:pt idx="48">
                        <c:v>44153</c:v>
                      </c:pt>
                      <c:pt idx="49">
                        <c:v>44154</c:v>
                      </c:pt>
                      <c:pt idx="50">
                        <c:v>44155</c:v>
                      </c:pt>
                      <c:pt idx="51">
                        <c:v>44156</c:v>
                      </c:pt>
                      <c:pt idx="52">
                        <c:v>44157</c:v>
                      </c:pt>
                      <c:pt idx="53">
                        <c:v>44158</c:v>
                      </c:pt>
                      <c:pt idx="54">
                        <c:v>44159</c:v>
                      </c:pt>
                      <c:pt idx="55">
                        <c:v>44160</c:v>
                      </c:pt>
                      <c:pt idx="56">
                        <c:v>44161</c:v>
                      </c:pt>
                      <c:pt idx="57">
                        <c:v>44162</c:v>
                      </c:pt>
                      <c:pt idx="58">
                        <c:v>44163</c:v>
                      </c:pt>
                      <c:pt idx="59">
                        <c:v>44164</c:v>
                      </c:pt>
                      <c:pt idx="60">
                        <c:v>44165</c:v>
                      </c:pt>
                      <c:pt idx="61">
                        <c:v>44166</c:v>
                      </c:pt>
                      <c:pt idx="62">
                        <c:v>44167</c:v>
                      </c:pt>
                      <c:pt idx="63">
                        <c:v>44168</c:v>
                      </c:pt>
                      <c:pt idx="64">
                        <c:v>44169</c:v>
                      </c:pt>
                      <c:pt idx="65">
                        <c:v>44170</c:v>
                      </c:pt>
                      <c:pt idx="66">
                        <c:v>44171</c:v>
                      </c:pt>
                      <c:pt idx="67">
                        <c:v>44172</c:v>
                      </c:pt>
                      <c:pt idx="68">
                        <c:v>44173</c:v>
                      </c:pt>
                      <c:pt idx="69">
                        <c:v>44174</c:v>
                      </c:pt>
                      <c:pt idx="70">
                        <c:v>44175</c:v>
                      </c:pt>
                      <c:pt idx="71">
                        <c:v>44176</c:v>
                      </c:pt>
                      <c:pt idx="72">
                        <c:v>44177</c:v>
                      </c:pt>
                      <c:pt idx="73">
                        <c:v>44178</c:v>
                      </c:pt>
                      <c:pt idx="74">
                        <c:v>44179</c:v>
                      </c:pt>
                      <c:pt idx="75">
                        <c:v>44180</c:v>
                      </c:pt>
                      <c:pt idx="76">
                        <c:v>44181</c:v>
                      </c:pt>
                      <c:pt idx="77">
                        <c:v>44182</c:v>
                      </c:pt>
                      <c:pt idx="78">
                        <c:v>44183</c:v>
                      </c:pt>
                      <c:pt idx="79">
                        <c:v>44184</c:v>
                      </c:pt>
                      <c:pt idx="80">
                        <c:v>44185</c:v>
                      </c:pt>
                      <c:pt idx="81">
                        <c:v>44186</c:v>
                      </c:pt>
                      <c:pt idx="82">
                        <c:v>44187</c:v>
                      </c:pt>
                      <c:pt idx="83">
                        <c:v>44188</c:v>
                      </c:pt>
                      <c:pt idx="84">
                        <c:v>44189</c:v>
                      </c:pt>
                      <c:pt idx="85">
                        <c:v>44190</c:v>
                      </c:pt>
                      <c:pt idx="86">
                        <c:v>44191</c:v>
                      </c:pt>
                      <c:pt idx="87">
                        <c:v>44192</c:v>
                      </c:pt>
                      <c:pt idx="88">
                        <c:v>44193</c:v>
                      </c:pt>
                      <c:pt idx="89">
                        <c:v>44194</c:v>
                      </c:pt>
                      <c:pt idx="90">
                        <c:v>44195</c:v>
                      </c:pt>
                      <c:pt idx="91">
                        <c:v>44196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'12_20'!$Y$35:$Y$125</c15:sqref>
                        </c15:formulaRef>
                      </c:ext>
                    </c:extLst>
                    <c:numCache>
                      <c:formatCode>0</c:formatCode>
                      <c:ptCount val="91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1</c:v>
                      </c:pt>
                      <c:pt idx="14">
                        <c:v>4</c:v>
                      </c:pt>
                      <c:pt idx="15">
                        <c:v>3</c:v>
                      </c:pt>
                      <c:pt idx="16">
                        <c:v>1</c:v>
                      </c:pt>
                      <c:pt idx="17">
                        <c:v>1</c:v>
                      </c:pt>
                      <c:pt idx="18">
                        <c:v>3</c:v>
                      </c:pt>
                      <c:pt idx="19">
                        <c:v>1</c:v>
                      </c:pt>
                      <c:pt idx="20">
                        <c:v>1</c:v>
                      </c:pt>
                      <c:pt idx="21">
                        <c:v>6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4</c:v>
                      </c:pt>
                      <c:pt idx="25">
                        <c:v>1</c:v>
                      </c:pt>
                      <c:pt idx="26">
                        <c:v>0</c:v>
                      </c:pt>
                      <c:pt idx="27">
                        <c:v>1</c:v>
                      </c:pt>
                      <c:pt idx="28">
                        <c:v>12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2</c:v>
                      </c:pt>
                      <c:pt idx="34">
                        <c:v>1</c:v>
                      </c:pt>
                      <c:pt idx="35">
                        <c:v>0</c:v>
                      </c:pt>
                      <c:pt idx="36">
                        <c:v>1</c:v>
                      </c:pt>
                      <c:pt idx="37">
                        <c:v>1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1</c:v>
                      </c:pt>
                      <c:pt idx="43">
                        <c:v>0</c:v>
                      </c:pt>
                      <c:pt idx="44">
                        <c:v>1</c:v>
                      </c:pt>
                      <c:pt idx="45">
                        <c:v>4</c:v>
                      </c:pt>
                      <c:pt idx="46">
                        <c:v>1</c:v>
                      </c:pt>
                      <c:pt idx="47">
                        <c:v>1</c:v>
                      </c:pt>
                      <c:pt idx="48">
                        <c:v>2</c:v>
                      </c:pt>
                      <c:pt idx="49">
                        <c:v>3</c:v>
                      </c:pt>
                      <c:pt idx="50">
                        <c:v>4</c:v>
                      </c:pt>
                      <c:pt idx="51">
                        <c:v>1</c:v>
                      </c:pt>
                      <c:pt idx="52">
                        <c:v>1</c:v>
                      </c:pt>
                      <c:pt idx="53">
                        <c:v>0</c:v>
                      </c:pt>
                      <c:pt idx="54">
                        <c:v>4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2</c:v>
                      </c:pt>
                      <c:pt idx="58">
                        <c:v>6</c:v>
                      </c:pt>
                      <c:pt idx="59">
                        <c:v>3</c:v>
                      </c:pt>
                      <c:pt idx="60">
                        <c:v>2</c:v>
                      </c:pt>
                      <c:pt idx="61">
                        <c:v>3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2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1</c:v>
                      </c:pt>
                      <c:pt idx="69">
                        <c:v>0</c:v>
                      </c:pt>
                      <c:pt idx="70">
                        <c:v>1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5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2</c:v>
                      </c:pt>
                      <c:pt idx="79">
                        <c:v>0</c:v>
                      </c:pt>
                      <c:pt idx="80">
                        <c:v>2</c:v>
                      </c:pt>
                      <c:pt idx="81">
                        <c:v>4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1</c:v>
                      </c:pt>
                      <c:pt idx="85">
                        <c:v>2</c:v>
                      </c:pt>
                      <c:pt idx="86">
                        <c:v>0</c:v>
                      </c:pt>
                      <c:pt idx="87">
                        <c:v>1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7B3E-4CA6-BCCE-ABF6138397AF}"/>
                  </c:ext>
                </c:extLst>
              </c15:ser>
            </c15:filteredLineSeries>
          </c:ext>
        </c:extLst>
      </c:lineChart>
      <c:dateAx>
        <c:axId val="10953830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[$-405]mmm\-yy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9544192"/>
        <c:crosses val="autoZero"/>
        <c:auto val="1"/>
        <c:lblOffset val="100"/>
        <c:baseTimeUnit val="days"/>
        <c:majorUnit val="1"/>
        <c:majorTimeUnit val="months"/>
      </c:dateAx>
      <c:valAx>
        <c:axId val="10954419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09538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255044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Calibri Light"/>
      </a:defRPr>
    </a:lvl1pPr>
    <a:lvl2pPr indent="228600" defTabSz="1828800" latinLnBrk="0">
      <a:defRPr sz="2400">
        <a:latin typeface="+mn-lt"/>
        <a:ea typeface="+mn-ea"/>
        <a:cs typeface="+mn-cs"/>
        <a:sym typeface="Calibri Light"/>
      </a:defRPr>
    </a:lvl2pPr>
    <a:lvl3pPr indent="457200" defTabSz="1828800" latinLnBrk="0">
      <a:defRPr sz="2400">
        <a:latin typeface="+mn-lt"/>
        <a:ea typeface="+mn-ea"/>
        <a:cs typeface="+mn-cs"/>
        <a:sym typeface="Calibri Light"/>
      </a:defRPr>
    </a:lvl3pPr>
    <a:lvl4pPr indent="685800" defTabSz="1828800" latinLnBrk="0">
      <a:defRPr sz="2400">
        <a:latin typeface="+mn-lt"/>
        <a:ea typeface="+mn-ea"/>
        <a:cs typeface="+mn-cs"/>
        <a:sym typeface="Calibri Light"/>
      </a:defRPr>
    </a:lvl4pPr>
    <a:lvl5pPr indent="914400" defTabSz="1828800" latinLnBrk="0">
      <a:defRPr sz="2400">
        <a:latin typeface="+mn-lt"/>
        <a:ea typeface="+mn-ea"/>
        <a:cs typeface="+mn-cs"/>
        <a:sym typeface="Calibri Light"/>
      </a:defRPr>
    </a:lvl5pPr>
    <a:lvl6pPr indent="1143000" defTabSz="1828800" latinLnBrk="0">
      <a:defRPr sz="2400">
        <a:latin typeface="+mn-lt"/>
        <a:ea typeface="+mn-ea"/>
        <a:cs typeface="+mn-cs"/>
        <a:sym typeface="Calibri Light"/>
      </a:defRPr>
    </a:lvl6pPr>
    <a:lvl7pPr indent="1371600" defTabSz="1828800" latinLnBrk="0">
      <a:defRPr sz="2400">
        <a:latin typeface="+mn-lt"/>
        <a:ea typeface="+mn-ea"/>
        <a:cs typeface="+mn-cs"/>
        <a:sym typeface="Calibri Light"/>
      </a:defRPr>
    </a:lvl7pPr>
    <a:lvl8pPr indent="1600200" defTabSz="1828800" latinLnBrk="0">
      <a:defRPr sz="2400">
        <a:latin typeface="+mn-lt"/>
        <a:ea typeface="+mn-ea"/>
        <a:cs typeface="+mn-cs"/>
        <a:sym typeface="Calibri Light"/>
      </a:defRPr>
    </a:lvl8pPr>
    <a:lvl9pPr indent="1828800" defTabSz="1828800" latinLnBrk="0">
      <a:defRPr sz="2400">
        <a:latin typeface="+mn-lt"/>
        <a:ea typeface="+mn-ea"/>
        <a:cs typeface="+mn-cs"/>
        <a:sym typeface="Calibri Ligh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05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1799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5757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15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147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871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076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nemají</a:t>
            </a:r>
            <a:r>
              <a:rPr lang="cs-CZ" baseline="0" dirty="0" smtClean="0"/>
              <a:t> GTW = nemáme na co se připojit</a:t>
            </a:r>
          </a:p>
          <a:p>
            <a:r>
              <a:rPr lang="cs-CZ" baseline="0" dirty="0" smtClean="0"/>
              <a:t>jen Proxy = nemají notifikovaný svůj eID prostředek</a:t>
            </a:r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6904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874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2400" dirty="0" smtClean="0">
              <a:effectLst/>
              <a:latin typeface="+mn-lt"/>
              <a:ea typeface="+mn-ea"/>
              <a:cs typeface="+mn-cs"/>
              <a:sym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964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 názvu"/>
          <p:cNvSpPr txBox="1">
            <a:spLocks noGrp="1"/>
          </p:cNvSpPr>
          <p:nvPr>
            <p:ph type="title"/>
          </p:nvPr>
        </p:nvSpPr>
        <p:spPr>
          <a:xfrm>
            <a:off x="3333686" y="2857472"/>
            <a:ext cx="15544802" cy="2940053"/>
          </a:xfrm>
          <a:prstGeom prst="rect">
            <a:avLst/>
          </a:prstGeom>
        </p:spPr>
        <p:txBody>
          <a:bodyPr/>
          <a:lstStyle>
            <a:lvl1pPr>
              <a:defRPr sz="7200"/>
            </a:lvl1pPr>
          </a:lstStyle>
          <a:p>
            <a:r>
              <a:t>Text názvu</a:t>
            </a:r>
          </a:p>
        </p:txBody>
      </p:sp>
      <p:sp>
        <p:nvSpPr>
          <p:cNvPr id="14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3333686" y="7715256"/>
            <a:ext cx="12801603" cy="350520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rgbClr val="00A9E2"/>
                </a:solidFill>
              </a:defRPr>
            </a:lvl1pPr>
            <a:lvl2pPr marL="0" indent="0">
              <a:buSzTx/>
              <a:buFontTx/>
              <a:buNone/>
              <a:defRPr>
                <a:solidFill>
                  <a:srgbClr val="00A9E2"/>
                </a:solidFill>
              </a:defRPr>
            </a:lvl2pPr>
            <a:lvl3pPr marL="0" indent="0">
              <a:buSzTx/>
              <a:buFontTx/>
              <a:buNone/>
              <a:defRPr>
                <a:solidFill>
                  <a:srgbClr val="00A9E2"/>
                </a:solidFill>
              </a:defRPr>
            </a:lvl3pPr>
            <a:lvl4pPr marL="0" indent="0">
              <a:buSzTx/>
              <a:buFontTx/>
              <a:buNone/>
              <a:defRPr>
                <a:solidFill>
                  <a:srgbClr val="00A9E2"/>
                </a:solidFill>
              </a:defRPr>
            </a:lvl4pPr>
            <a:lvl5pPr marL="0" indent="0">
              <a:buSzTx/>
              <a:buFontTx/>
              <a:buNone/>
              <a:defRPr>
                <a:solidFill>
                  <a:srgbClr val="00A9E2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23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2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názvu"/>
          <p:cNvSpPr txBox="1">
            <a:spLocks noGrp="1"/>
          </p:cNvSpPr>
          <p:nvPr>
            <p:ph type="title"/>
          </p:nvPr>
        </p:nvSpPr>
        <p:spPr>
          <a:xfrm>
            <a:off x="3476564" y="8715388"/>
            <a:ext cx="15544802" cy="2724153"/>
          </a:xfrm>
          <a:prstGeom prst="rect">
            <a:avLst/>
          </a:prstGeom>
        </p:spPr>
        <p:txBody>
          <a:bodyPr anchor="t"/>
          <a:lstStyle/>
          <a:p>
            <a:r>
              <a:t>Text názvu</a:t>
            </a:r>
          </a:p>
        </p:txBody>
      </p:sp>
      <p:sp>
        <p:nvSpPr>
          <p:cNvPr id="33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3476564" y="5714989"/>
            <a:ext cx="15544802" cy="300037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8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1pPr>
            <a:lvl2pPr marL="0" indent="0">
              <a:spcBef>
                <a:spcPts val="8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2pPr>
            <a:lvl3pPr marL="0" indent="0">
              <a:spcBef>
                <a:spcPts val="8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3pPr>
            <a:lvl4pPr marL="0" indent="0">
              <a:spcBef>
                <a:spcPts val="8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4pPr>
            <a:lvl5pPr marL="0" indent="0">
              <a:spcBef>
                <a:spcPts val="800"/>
              </a:spcBef>
              <a:buSzTx/>
              <a:buFontTx/>
              <a:buNone/>
              <a:defRPr sz="4000"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3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 názvu"/>
          <p:cNvSpPr txBox="1">
            <a:spLocks noGrp="1"/>
          </p:cNvSpPr>
          <p:nvPr>
            <p:ph type="title"/>
          </p:nvPr>
        </p:nvSpPr>
        <p:spPr>
          <a:xfrm>
            <a:off x="3759174" y="3190875"/>
            <a:ext cx="11658627" cy="2286003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43" name="Text úrovně 1…"/>
          <p:cNvSpPr txBox="1">
            <a:spLocks noGrp="1"/>
          </p:cNvSpPr>
          <p:nvPr>
            <p:ph type="body" sz="half" idx="1"/>
          </p:nvPr>
        </p:nvSpPr>
        <p:spPr>
          <a:xfrm>
            <a:off x="3705164" y="5835624"/>
            <a:ext cx="8077203" cy="9051926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5600"/>
            </a:lvl1pPr>
            <a:lvl2pPr marL="1123950" indent="-666750">
              <a:spcBef>
                <a:spcPts val="1200"/>
              </a:spcBef>
              <a:defRPr sz="5600"/>
            </a:lvl2pPr>
            <a:lvl3pPr marL="1554477" indent="-640077">
              <a:spcBef>
                <a:spcPts val="1200"/>
              </a:spcBef>
              <a:defRPr sz="5600"/>
            </a:lvl3pPr>
            <a:lvl4pPr marL="2082800" indent="-711200">
              <a:spcBef>
                <a:spcPts val="1200"/>
              </a:spcBef>
              <a:defRPr sz="5600"/>
            </a:lvl4pPr>
            <a:lvl5pPr marL="2540000" indent="-711200">
              <a:spcBef>
                <a:spcPts val="1200"/>
              </a:spcBef>
              <a:defRPr sz="56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názvu"/>
          <p:cNvSpPr txBox="1">
            <a:spLocks noGrp="1"/>
          </p:cNvSpPr>
          <p:nvPr>
            <p:ph type="title"/>
          </p:nvPr>
        </p:nvSpPr>
        <p:spPr>
          <a:xfrm>
            <a:off x="3657574" y="3343276"/>
            <a:ext cx="11658627" cy="2286003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53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3654364" y="5749906"/>
            <a:ext cx="8080376" cy="127952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1000"/>
              </a:spcBef>
              <a:buSzTx/>
              <a:buFontTx/>
              <a:buNone/>
              <a:defRPr sz="4800" b="1"/>
            </a:lvl1pPr>
            <a:lvl2pPr marL="0" indent="0">
              <a:spcBef>
                <a:spcPts val="1000"/>
              </a:spcBef>
              <a:buSzTx/>
              <a:buFontTx/>
              <a:buNone/>
              <a:defRPr sz="4800" b="1"/>
            </a:lvl2pPr>
            <a:lvl3pPr marL="0" indent="0">
              <a:spcBef>
                <a:spcPts val="1000"/>
              </a:spcBef>
              <a:buSzTx/>
              <a:buFontTx/>
              <a:buNone/>
              <a:defRPr sz="4800" b="1"/>
            </a:lvl3pPr>
            <a:lvl4pPr marL="0" indent="0">
              <a:spcBef>
                <a:spcPts val="1000"/>
              </a:spcBef>
              <a:buSzTx/>
              <a:buFontTx/>
              <a:buNone/>
              <a:defRPr sz="4800" b="1"/>
            </a:lvl4pPr>
            <a:lvl5pPr marL="0" indent="0">
              <a:spcBef>
                <a:spcPts val="1000"/>
              </a:spcBef>
              <a:buSzTx/>
              <a:buFontTx/>
              <a:buNone/>
              <a:defRPr sz="4800" b="1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54" name="Zástupný symbol pro text 4"/>
          <p:cNvSpPr>
            <a:spLocks noGrp="1"/>
          </p:cNvSpPr>
          <p:nvPr>
            <p:ph type="body" sz="quarter" idx="13"/>
          </p:nvPr>
        </p:nvSpPr>
        <p:spPr>
          <a:xfrm>
            <a:off x="12338050" y="3070224"/>
            <a:ext cx="8083550" cy="1279527"/>
          </a:xfrm>
          <a:prstGeom prst="rect">
            <a:avLst/>
          </a:prstGeom>
          <a:ln w="12700"/>
        </p:spPr>
        <p:txBody>
          <a:bodyPr anchor="b"/>
          <a:lstStyle/>
          <a:p>
            <a:endParaRPr/>
          </a:p>
        </p:txBody>
      </p:sp>
      <p:sp>
        <p:nvSpPr>
          <p:cNvPr id="5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 názvu"/>
          <p:cNvSpPr txBox="1">
            <a:spLocks noGrp="1"/>
          </p:cNvSpPr>
          <p:nvPr>
            <p:ph type="title"/>
          </p:nvPr>
        </p:nvSpPr>
        <p:spPr>
          <a:xfrm>
            <a:off x="3606774" y="2886075"/>
            <a:ext cx="11658627" cy="2286003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6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ext názvu"/>
          <p:cNvSpPr txBox="1">
            <a:spLocks noGrp="1"/>
          </p:cNvSpPr>
          <p:nvPr>
            <p:ph type="title"/>
          </p:nvPr>
        </p:nvSpPr>
        <p:spPr>
          <a:xfrm>
            <a:off x="3476564" y="2285968"/>
            <a:ext cx="6588130" cy="2571770"/>
          </a:xfrm>
          <a:prstGeom prst="rect">
            <a:avLst/>
          </a:prstGeom>
        </p:spPr>
        <p:txBody>
          <a:bodyPr anchor="b"/>
          <a:lstStyle>
            <a:lvl1pPr>
              <a:defRPr sz="5600"/>
            </a:lvl1pPr>
          </a:lstStyle>
          <a:p>
            <a:r>
              <a:t>Text názvu</a:t>
            </a:r>
          </a:p>
        </p:txBody>
      </p:sp>
      <p:sp>
        <p:nvSpPr>
          <p:cNvPr id="81" name="Text úrovně 1…"/>
          <p:cNvSpPr txBox="1">
            <a:spLocks noGrp="1"/>
          </p:cNvSpPr>
          <p:nvPr>
            <p:ph type="body" sz="half" idx="1"/>
          </p:nvPr>
        </p:nvSpPr>
        <p:spPr>
          <a:xfrm>
            <a:off x="10223500" y="4195753"/>
            <a:ext cx="10223500" cy="11706230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82" name="Zástupný symbol pro text 3"/>
          <p:cNvSpPr>
            <a:spLocks noGrp="1"/>
          </p:cNvSpPr>
          <p:nvPr>
            <p:ph type="body" sz="quarter" idx="13"/>
          </p:nvPr>
        </p:nvSpPr>
        <p:spPr>
          <a:xfrm>
            <a:off x="3476562" y="5000609"/>
            <a:ext cx="6502467" cy="7251718"/>
          </a:xfrm>
          <a:prstGeom prst="rect">
            <a:avLst/>
          </a:prstGeom>
          <a:ln w="12700"/>
        </p:spPr>
        <p:txBody>
          <a:bodyPr/>
          <a:lstStyle/>
          <a:p>
            <a:endParaRPr/>
          </a:p>
        </p:txBody>
      </p:sp>
      <p:sp>
        <p:nvSpPr>
          <p:cNvPr id="8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názvu"/>
          <p:cNvSpPr txBox="1">
            <a:spLocks noGrp="1"/>
          </p:cNvSpPr>
          <p:nvPr>
            <p:ph type="title"/>
          </p:nvPr>
        </p:nvSpPr>
        <p:spPr>
          <a:xfrm>
            <a:off x="6632576" y="10718800"/>
            <a:ext cx="10972803" cy="1133476"/>
          </a:xfrm>
          <a:prstGeom prst="rect">
            <a:avLst/>
          </a:prstGeom>
        </p:spPr>
        <p:txBody>
          <a:bodyPr anchor="b"/>
          <a:lstStyle>
            <a:lvl1pPr>
              <a:defRPr sz="4000" b="1"/>
            </a:lvl1pPr>
          </a:lstStyle>
          <a:p>
            <a:r>
              <a:t>Text názvu</a:t>
            </a:r>
          </a:p>
        </p:txBody>
      </p:sp>
      <p:sp>
        <p:nvSpPr>
          <p:cNvPr id="92" name="Zástupný symbol pro obrázek 2"/>
          <p:cNvSpPr>
            <a:spLocks noGrp="1"/>
          </p:cNvSpPr>
          <p:nvPr>
            <p:ph type="pic" sz="half" idx="13"/>
          </p:nvPr>
        </p:nvSpPr>
        <p:spPr>
          <a:xfrm>
            <a:off x="6705600" y="2851150"/>
            <a:ext cx="10972800" cy="8229600"/>
          </a:xfrm>
          <a:prstGeom prst="rect">
            <a:avLst/>
          </a:prstGeom>
          <a:ln w="12700"/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6632576" y="11852274"/>
            <a:ext cx="10972803" cy="160972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/>
            </a:lvl1pPr>
            <a:lvl2pPr marL="0" indent="0">
              <a:spcBef>
                <a:spcPts val="600"/>
              </a:spcBef>
              <a:buSzTx/>
              <a:buFontTx/>
              <a:buNone/>
              <a:defRPr sz="2800"/>
            </a:lvl2pPr>
            <a:lvl3pPr marL="0" indent="0">
              <a:spcBef>
                <a:spcPts val="600"/>
              </a:spcBef>
              <a:buSzTx/>
              <a:buFontTx/>
              <a:buNone/>
              <a:defRPr sz="2800"/>
            </a:lvl3pPr>
            <a:lvl4pPr marL="0" indent="0">
              <a:spcBef>
                <a:spcPts val="600"/>
              </a:spcBef>
              <a:buSzTx/>
              <a:buFontTx/>
              <a:buNone/>
              <a:defRPr sz="2800"/>
            </a:lvl4pPr>
            <a:lvl5pPr marL="0" indent="0">
              <a:spcBef>
                <a:spcPts val="600"/>
              </a:spcBef>
              <a:buSzTx/>
              <a:buFontTx/>
              <a:buNone/>
              <a:defRPr sz="28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9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 názvu"/>
          <p:cNvSpPr txBox="1">
            <a:spLocks noGrp="1"/>
          </p:cNvSpPr>
          <p:nvPr>
            <p:ph type="title"/>
          </p:nvPr>
        </p:nvSpPr>
        <p:spPr>
          <a:xfrm>
            <a:off x="3555974" y="2860675"/>
            <a:ext cx="11658627" cy="2286003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03" name="Text úrovně 1…"/>
          <p:cNvSpPr txBox="1">
            <a:spLocks noGrp="1"/>
          </p:cNvSpPr>
          <p:nvPr>
            <p:ph type="body" idx="1"/>
          </p:nvPr>
        </p:nvSpPr>
        <p:spPr>
          <a:xfrm>
            <a:off x="3619439" y="5257800"/>
            <a:ext cx="16802163" cy="9051926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0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tranka-ppt-mvcr-mikulov-2.png" descr="stranka-ppt-mvcr-mikulov-2.png"/>
          <p:cNvPicPr>
            <a:picLocks noChangeAspect="1"/>
          </p:cNvPicPr>
          <p:nvPr/>
        </p:nvPicPr>
        <p:blipFill>
          <a:blip r:embed="rId2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 názvu"/>
          <p:cNvSpPr txBox="1">
            <a:spLocks noGrp="1"/>
          </p:cNvSpPr>
          <p:nvPr>
            <p:ph type="title"/>
          </p:nvPr>
        </p:nvSpPr>
        <p:spPr>
          <a:xfrm>
            <a:off x="15443200" y="3495676"/>
            <a:ext cx="4114800" cy="11703053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13" name="Text úrovně 1…"/>
          <p:cNvSpPr txBox="1">
            <a:spLocks noGrp="1"/>
          </p:cNvSpPr>
          <p:nvPr>
            <p:ph type="body" sz="half" idx="1"/>
          </p:nvPr>
        </p:nvSpPr>
        <p:spPr>
          <a:xfrm>
            <a:off x="3619439" y="5645117"/>
            <a:ext cx="12382561" cy="9680610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1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názvu"/>
          <p:cNvSpPr txBox="1">
            <a:spLocks noGrp="1"/>
          </p:cNvSpPr>
          <p:nvPr>
            <p:ph type="title"/>
          </p:nvPr>
        </p:nvSpPr>
        <p:spPr>
          <a:xfrm>
            <a:off x="3682974" y="3394076"/>
            <a:ext cx="11658627" cy="228600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 anchor="ctr">
            <a:normAutofit/>
          </a:bodyPr>
          <a:lstStyle/>
          <a:p>
            <a:r>
              <a:t>Text názvu</a:t>
            </a:r>
          </a:p>
        </p:txBody>
      </p:sp>
      <p:pic>
        <p:nvPicPr>
          <p:cNvPr id="3" name="stranka-ppt-mvcr-mikulov-2.png" descr="stranka-ppt-mvcr-mikulov-2.png"/>
          <p:cNvPicPr>
            <a:picLocks noChangeAspect="1"/>
          </p:cNvPicPr>
          <p:nvPr/>
        </p:nvPicPr>
        <p:blipFill>
          <a:blip r:embed="rId14">
            <a:extLst/>
          </a:blip>
          <a:srcRect l="121" r="121"/>
          <a:stretch>
            <a:fillRect/>
          </a:stretch>
        </p:blipFill>
        <p:spPr>
          <a:xfrm>
            <a:off x="-2971" y="-18307"/>
            <a:ext cx="24389830" cy="1375261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úrovně 1…"/>
          <p:cNvSpPr txBox="1">
            <a:spLocks noGrp="1"/>
          </p:cNvSpPr>
          <p:nvPr>
            <p:ph type="body" idx="1"/>
          </p:nvPr>
        </p:nvSpPr>
        <p:spPr>
          <a:xfrm>
            <a:off x="3719481" y="5918200"/>
            <a:ext cx="16945037" cy="905192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>
            <a:normAutofit/>
          </a:bodyPr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5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19917056" y="12835872"/>
            <a:ext cx="504544" cy="483906"/>
          </a:xfrm>
          <a:prstGeom prst="rect">
            <a:avLst/>
          </a:prstGeom>
          <a:ln w="25400">
            <a:miter lim="400000"/>
          </a:ln>
        </p:spPr>
        <p:txBody>
          <a:bodyPr wrap="none" lIns="91437" tIns="91437" rIns="91437" bIns="91437" anchor="ctr">
            <a:spAutoFit/>
          </a:bodyPr>
          <a:lstStyle>
            <a:lvl1pPr algn="r">
              <a:defRPr sz="2400">
                <a:solidFill>
                  <a:srgbClr val="888888"/>
                </a:solidFill>
                <a:latin typeface="+mn-lt"/>
                <a:ea typeface="+mn-ea"/>
                <a:cs typeface="+mn-cs"/>
                <a:sym typeface="Calibri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A9E2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685800" marR="0" indent="-685800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1110342" marR="0" indent="-653142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–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524000" marR="0" indent="-609600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2103120" marR="0" indent="-731520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–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560320" marR="0" indent="-731520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»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3017520" marR="0" indent="-731520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474720" marR="0" indent="-731520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931918" marR="0" indent="-731518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389118" marR="0" indent="-731518" algn="l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 typeface="Arial"/>
        <a:buChar char="•"/>
        <a:tabLst/>
        <a:defRPr sz="6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1pPr>
      <a:lvl2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2pPr>
      <a:lvl3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3pPr>
      <a:lvl4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4pPr>
      <a:lvl5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5pPr>
      <a:lvl6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6pPr>
      <a:lvl7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7pPr>
      <a:lvl8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8pPr>
      <a:lvl9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PVAaS%20prezentace/info.eidentita.cz/se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hciidentitu.gov.cz/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Relationship Id="rId9" Type="http://schemas.openxmlformats.org/officeDocument/2006/relationships/hyperlink" Target="https://www.youtube.com/watch?v=Axo5TOMa0VA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jpeg"/><Relationship Id="rId3" Type="http://schemas.openxmlformats.org/officeDocument/2006/relationships/image" Target="../media/image28.png"/><Relationship Id="rId21" Type="http://schemas.openxmlformats.org/officeDocument/2006/relationships/image" Target="../media/image45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30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27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13" Type="http://schemas.openxmlformats.org/officeDocument/2006/relationships/chart" Target="../charts/chart7.xml"/><Relationship Id="rId3" Type="http://schemas.openxmlformats.org/officeDocument/2006/relationships/image" Target="../media/image55.png"/><Relationship Id="rId7" Type="http://schemas.openxmlformats.org/officeDocument/2006/relationships/chart" Target="../charts/chart1.xml"/><Relationship Id="rId12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hart" Target="../charts/chart5.xml"/><Relationship Id="rId5" Type="http://schemas.openxmlformats.org/officeDocument/2006/relationships/image" Target="../media/image3.png"/><Relationship Id="rId10" Type="http://schemas.openxmlformats.org/officeDocument/2006/relationships/chart" Target="../charts/chart4.xml"/><Relationship Id="rId4" Type="http://schemas.openxmlformats.org/officeDocument/2006/relationships/image" Target="../media/image56.png"/><Relationship Id="rId9" Type="http://schemas.openxmlformats.org/officeDocument/2006/relationships/chart" Target="../charts/chart3.xml"/><Relationship Id="rId1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petr.kuchar@mvcr.cz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/>
        </p:nvSpPr>
        <p:spPr>
          <a:xfrm>
            <a:off x="3191000" y="4481736"/>
            <a:ext cx="18362040" cy="2643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600" kern="120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cs-CZ" sz="6600" b="1" dirty="0"/>
              <a:t>Národní identitní </a:t>
            </a:r>
            <a:r>
              <a:rPr lang="cs-CZ" sz="6600" b="1" dirty="0" smtClean="0"/>
              <a:t>prostor ČR,</a:t>
            </a:r>
            <a:r>
              <a:rPr lang="cs-CZ" sz="6600" b="1" dirty="0"/>
              <a:t/>
            </a:r>
            <a:br>
              <a:rPr lang="cs-CZ" sz="6600" b="1" dirty="0"/>
            </a:br>
            <a:r>
              <a:rPr lang="cs-CZ" sz="6600" b="1" dirty="0" smtClean="0"/>
              <a:t>stav ke konci ledna 2021</a:t>
            </a:r>
            <a:endParaRPr lang="cs-CZ" sz="6600" b="1" dirty="0"/>
          </a:p>
        </p:txBody>
      </p:sp>
      <p:sp>
        <p:nvSpPr>
          <p:cNvPr id="3" name="Podnadpis 2"/>
          <p:cNvSpPr>
            <a:spLocks noGrp="1"/>
          </p:cNvSpPr>
          <p:nvPr/>
        </p:nvSpPr>
        <p:spPr>
          <a:xfrm>
            <a:off x="19536816" y="10890448"/>
            <a:ext cx="446449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600" dirty="0">
                <a:solidFill>
                  <a:schemeClr val="tx1"/>
                </a:solidFill>
              </a:rPr>
              <a:t>1</a:t>
            </a:r>
            <a:r>
              <a:rPr lang="cs-CZ" sz="3600" dirty="0" smtClean="0">
                <a:solidFill>
                  <a:schemeClr val="tx1"/>
                </a:solidFill>
              </a:rPr>
              <a:t>. únor 2021</a:t>
            </a:r>
            <a:endParaRPr lang="cs-CZ" sz="3600" dirty="0">
              <a:solidFill>
                <a:schemeClr val="tx1"/>
              </a:solidFill>
            </a:endParaRP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1174776" y="9882337"/>
            <a:ext cx="15769752" cy="2304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4400" dirty="0" smtClean="0">
                <a:solidFill>
                  <a:schemeClr val="tx1"/>
                </a:solidFill>
              </a:rPr>
              <a:t>Ing. Petr Kuchař</a:t>
            </a:r>
          </a:p>
          <a:p>
            <a:r>
              <a:rPr lang="cs-CZ" sz="3600" dirty="0"/>
              <a:t>Hlavní architekt eGovernmentu ČR</a:t>
            </a:r>
          </a:p>
          <a:p>
            <a:r>
              <a:rPr lang="cs-CZ" sz="3600" dirty="0" smtClean="0">
                <a:solidFill>
                  <a:schemeClr val="tx1"/>
                </a:solidFill>
              </a:rPr>
              <a:t>Ministerstvo vnitra ČR</a:t>
            </a:r>
          </a:p>
        </p:txBody>
      </p:sp>
      <p:sp>
        <p:nvSpPr>
          <p:cNvPr id="7" name="Obdélník 6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79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Přímá spojovací šipka 16"/>
          <p:cNvCxnSpPr/>
          <p:nvPr/>
        </p:nvCxnSpPr>
        <p:spPr>
          <a:xfrm flipH="1">
            <a:off x="15512569" y="6143753"/>
            <a:ext cx="2759532" cy="487625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Přímá spojovací šipka 16"/>
          <p:cNvCxnSpPr/>
          <p:nvPr/>
        </p:nvCxnSpPr>
        <p:spPr>
          <a:xfrm flipH="1">
            <a:off x="13368623" y="6197398"/>
            <a:ext cx="4631514" cy="481801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Přímá spojovací šipka 14"/>
          <p:cNvCxnSpPr/>
          <p:nvPr/>
        </p:nvCxnSpPr>
        <p:spPr>
          <a:xfrm>
            <a:off x="2128964" y="8301201"/>
            <a:ext cx="11239659" cy="37672"/>
          </a:xfrm>
          <a:prstGeom prst="straightConnector1">
            <a:avLst/>
          </a:prstGeom>
          <a:ln w="1905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25186584" y="12139400"/>
            <a:ext cx="1182803" cy="7858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9" name="Zaoblený obdélník 8"/>
          <p:cNvSpPr/>
          <p:nvPr/>
        </p:nvSpPr>
        <p:spPr>
          <a:xfrm>
            <a:off x="4265584" y="11015413"/>
            <a:ext cx="19708029" cy="240093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17709" tIns="108855" rIns="217709" bIns="108855" rtlCol="0" anchor="t"/>
          <a:lstStyle/>
          <a:p>
            <a:r>
              <a:rPr lang="en-US" sz="3300" b="1" dirty="0">
                <a:solidFill>
                  <a:srgbClr val="C00000"/>
                </a:solidFill>
              </a:rPr>
              <a:t>    </a:t>
            </a:r>
            <a:r>
              <a:rPr lang="cs-CZ" sz="3300" b="1" dirty="0" smtClean="0">
                <a:solidFill>
                  <a:srgbClr val="C00000"/>
                </a:solidFill>
              </a:rPr>
              <a:t>Státní poskytovatelé id. služeb (</a:t>
            </a:r>
            <a:r>
              <a:rPr lang="cs-CZ" sz="3300" b="1" dirty="0" err="1" smtClean="0">
                <a:solidFill>
                  <a:srgbClr val="C00000"/>
                </a:solidFill>
              </a:rPr>
              <a:t>IdP</a:t>
            </a:r>
            <a:r>
              <a:rPr lang="cs-CZ" sz="3300" b="1" dirty="0" smtClean="0">
                <a:solidFill>
                  <a:srgbClr val="C00000"/>
                </a:solidFill>
              </a:rPr>
              <a:t>)                                      Soukromoprávní poskytovatelé </a:t>
            </a:r>
            <a:r>
              <a:rPr lang="cs-CZ" sz="3300" b="1" dirty="0">
                <a:solidFill>
                  <a:srgbClr val="C00000"/>
                </a:solidFill>
              </a:rPr>
              <a:t>id. </a:t>
            </a:r>
            <a:r>
              <a:rPr lang="cs-CZ" sz="3300" b="1" dirty="0" smtClean="0">
                <a:solidFill>
                  <a:srgbClr val="C00000"/>
                </a:solidFill>
              </a:rPr>
              <a:t>služeb </a:t>
            </a:r>
            <a:r>
              <a:rPr lang="cs-CZ" sz="3300" b="1" dirty="0">
                <a:solidFill>
                  <a:srgbClr val="C00000"/>
                </a:solidFill>
              </a:rPr>
              <a:t>(</a:t>
            </a:r>
            <a:r>
              <a:rPr lang="cs-CZ" sz="3300" b="1" dirty="0" err="1">
                <a:solidFill>
                  <a:srgbClr val="C00000"/>
                </a:solidFill>
              </a:rPr>
              <a:t>IdP</a:t>
            </a:r>
            <a:r>
              <a:rPr lang="cs-CZ" sz="3300" b="1" dirty="0">
                <a:solidFill>
                  <a:srgbClr val="C00000"/>
                </a:solidFill>
              </a:rPr>
              <a:t>) 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86111" y="593304"/>
            <a:ext cx="13386657" cy="1511402"/>
          </a:xfrm>
          <a:prstGeom prst="rect">
            <a:avLst/>
          </a:prstGeom>
        </p:spPr>
        <p:txBody>
          <a:bodyPr vert="horz" lIns="217709" tIns="108855" rIns="217709" bIns="108855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71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NIP a jeho aktéři</a:t>
            </a:r>
          </a:p>
        </p:txBody>
      </p:sp>
      <p:sp>
        <p:nvSpPr>
          <p:cNvPr id="31" name="Zaoblený obdélník 30"/>
          <p:cNvSpPr/>
          <p:nvPr/>
        </p:nvSpPr>
        <p:spPr>
          <a:xfrm>
            <a:off x="4479980" y="11812326"/>
            <a:ext cx="2215771" cy="14399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cs-CZ" sz="3300" b="1" dirty="0"/>
              <a:t>eOP</a:t>
            </a:r>
            <a:r>
              <a:rPr lang="cs-CZ" sz="3300" dirty="0"/>
              <a:t> </a:t>
            </a:r>
            <a:r>
              <a:rPr lang="cs-CZ" sz="3300" dirty="0" err="1"/>
              <a:t>LoA</a:t>
            </a:r>
            <a:r>
              <a:rPr lang="cs-CZ" sz="3300" dirty="0"/>
              <a:t>=</a:t>
            </a:r>
            <a:r>
              <a:rPr lang="cs-CZ" sz="3300" dirty="0" err="1"/>
              <a:t>high</a:t>
            </a:r>
            <a:endParaRPr lang="cs-CZ" sz="3300" dirty="0"/>
          </a:p>
        </p:txBody>
      </p:sp>
      <p:sp>
        <p:nvSpPr>
          <p:cNvPr id="32" name="Zaoblený obdélník 31"/>
          <p:cNvSpPr/>
          <p:nvPr/>
        </p:nvSpPr>
        <p:spPr>
          <a:xfrm>
            <a:off x="6810788" y="11812326"/>
            <a:ext cx="2215771" cy="14399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cs-CZ" sz="3300" b="1" dirty="0"/>
              <a:t>NIA id</a:t>
            </a:r>
            <a:r>
              <a:rPr lang="cs-CZ" sz="3300" dirty="0"/>
              <a:t> </a:t>
            </a:r>
            <a:r>
              <a:rPr lang="cs-CZ" sz="3300" dirty="0" err="1"/>
              <a:t>LoA</a:t>
            </a:r>
            <a:r>
              <a:rPr lang="cs-CZ" sz="3300" dirty="0"/>
              <a:t>=</a:t>
            </a:r>
            <a:r>
              <a:rPr lang="cs-CZ" sz="3300" dirty="0" err="1"/>
              <a:t>subs</a:t>
            </a:r>
            <a:endParaRPr lang="cs-CZ" sz="3300" dirty="0"/>
          </a:p>
        </p:txBody>
      </p:sp>
      <p:sp>
        <p:nvSpPr>
          <p:cNvPr id="33" name="Zaoblený obdélník 32"/>
          <p:cNvSpPr/>
          <p:nvPr/>
        </p:nvSpPr>
        <p:spPr>
          <a:xfrm>
            <a:off x="12084090" y="11838361"/>
            <a:ext cx="2216191" cy="14399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cs-CZ" sz="3300" b="1" dirty="0" err="1" smtClean="0"/>
              <a:t>StarCos</a:t>
            </a:r>
            <a:r>
              <a:rPr lang="cs-CZ" sz="3300" dirty="0" smtClean="0"/>
              <a:t> </a:t>
            </a:r>
            <a:r>
              <a:rPr lang="cs-CZ" sz="3300" dirty="0" err="1" smtClean="0"/>
              <a:t>LoA</a:t>
            </a:r>
            <a:r>
              <a:rPr lang="cs-CZ" sz="3300" dirty="0" smtClean="0"/>
              <a:t>=</a:t>
            </a:r>
            <a:r>
              <a:rPr lang="cs-CZ" sz="3300" dirty="0" err="1" smtClean="0"/>
              <a:t>high</a:t>
            </a:r>
            <a:endParaRPr lang="cs-CZ" sz="3300" dirty="0"/>
          </a:p>
        </p:txBody>
      </p:sp>
      <p:sp>
        <p:nvSpPr>
          <p:cNvPr id="34" name="Zaoblený obdélník 33"/>
          <p:cNvSpPr/>
          <p:nvPr/>
        </p:nvSpPr>
        <p:spPr>
          <a:xfrm>
            <a:off x="14412420" y="11828979"/>
            <a:ext cx="2216191" cy="14399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en-GB" sz="3300" b="1" dirty="0" err="1" smtClean="0"/>
              <a:t>mojeID</a:t>
            </a:r>
            <a:endParaRPr lang="en-GB" sz="3300" b="1" dirty="0" smtClean="0"/>
          </a:p>
          <a:p>
            <a:pPr algn="ctr"/>
            <a:r>
              <a:rPr lang="cs-CZ" sz="3300" dirty="0" err="1" smtClean="0"/>
              <a:t>LoA</a:t>
            </a:r>
            <a:r>
              <a:rPr lang="cs-CZ" sz="3300" dirty="0" smtClean="0"/>
              <a:t>=</a:t>
            </a:r>
            <a:r>
              <a:rPr lang="en-GB" sz="3300" dirty="0" smtClean="0"/>
              <a:t>subs</a:t>
            </a:r>
            <a:endParaRPr lang="cs-CZ" sz="3300" dirty="0"/>
          </a:p>
        </p:txBody>
      </p:sp>
      <p:sp>
        <p:nvSpPr>
          <p:cNvPr id="43" name="TextovéPole 42"/>
          <p:cNvSpPr txBox="1"/>
          <p:nvPr/>
        </p:nvSpPr>
        <p:spPr>
          <a:xfrm>
            <a:off x="21559385" y="11323931"/>
            <a:ext cx="945334" cy="1697164"/>
          </a:xfrm>
          <a:prstGeom prst="rect">
            <a:avLst/>
          </a:prstGeom>
          <a:noFill/>
        </p:spPr>
        <p:txBody>
          <a:bodyPr wrap="square" lIns="217709" tIns="108855" rIns="217709" bIns="108855" rtlCol="0">
            <a:spAutoFit/>
          </a:bodyPr>
          <a:lstStyle/>
          <a:p>
            <a:r>
              <a:rPr lang="cs-CZ" sz="9600" b="1" dirty="0"/>
              <a:t>…</a:t>
            </a:r>
          </a:p>
        </p:txBody>
      </p:sp>
      <p:cxnSp>
        <p:nvCxnSpPr>
          <p:cNvPr id="60" name="Přímá spojnice 59"/>
          <p:cNvCxnSpPr/>
          <p:nvPr/>
        </p:nvCxnSpPr>
        <p:spPr>
          <a:xfrm>
            <a:off x="11743528" y="11326565"/>
            <a:ext cx="0" cy="1872789"/>
          </a:xfrm>
          <a:prstGeom prst="line">
            <a:avLst/>
          </a:prstGeom>
          <a:ln w="152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aoblený obdélník 54"/>
          <p:cNvSpPr/>
          <p:nvPr/>
        </p:nvSpPr>
        <p:spPr>
          <a:xfrm>
            <a:off x="9141596" y="11812326"/>
            <a:ext cx="2215771" cy="14399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cs-CZ" sz="3300" b="1" dirty="0" smtClean="0"/>
              <a:t>ME</a:t>
            </a:r>
            <a:r>
              <a:rPr lang="en-GB" sz="3300" b="1" dirty="0" smtClean="0"/>
              <a:t>G</a:t>
            </a:r>
            <a:r>
              <a:rPr lang="cs-CZ" sz="3300" dirty="0" smtClean="0"/>
              <a:t> </a:t>
            </a:r>
            <a:r>
              <a:rPr lang="cs-CZ" sz="3300" dirty="0" err="1"/>
              <a:t>LoA</a:t>
            </a:r>
            <a:r>
              <a:rPr lang="cs-CZ" sz="3300" dirty="0"/>
              <a:t>=</a:t>
            </a:r>
            <a:r>
              <a:rPr lang="cs-CZ" sz="3300" dirty="0" err="1"/>
              <a:t>subs</a:t>
            </a:r>
            <a:endParaRPr lang="cs-CZ" sz="3300" dirty="0"/>
          </a:p>
        </p:txBody>
      </p:sp>
      <p:cxnSp>
        <p:nvCxnSpPr>
          <p:cNvPr id="56" name="Přímá spojovací šipka 16"/>
          <p:cNvCxnSpPr/>
          <p:nvPr/>
        </p:nvCxnSpPr>
        <p:spPr>
          <a:xfrm>
            <a:off x="19697245" y="9597363"/>
            <a:ext cx="919691" cy="14226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Přímá spojovací šipka 16"/>
          <p:cNvCxnSpPr/>
          <p:nvPr/>
        </p:nvCxnSpPr>
        <p:spPr>
          <a:xfrm>
            <a:off x="9974623" y="9553499"/>
            <a:ext cx="12369471" cy="14455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Přímá spojovací šipka 16"/>
          <p:cNvCxnSpPr/>
          <p:nvPr/>
        </p:nvCxnSpPr>
        <p:spPr>
          <a:xfrm flipH="1">
            <a:off x="18384689" y="9598011"/>
            <a:ext cx="1312556" cy="141740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Přímá spojovací šipka 16"/>
          <p:cNvCxnSpPr/>
          <p:nvPr/>
        </p:nvCxnSpPr>
        <p:spPr>
          <a:xfrm>
            <a:off x="5711280" y="9556142"/>
            <a:ext cx="1" cy="144292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Zaoblený obdélník 4"/>
          <p:cNvSpPr/>
          <p:nvPr/>
        </p:nvSpPr>
        <p:spPr>
          <a:xfrm>
            <a:off x="4418245" y="7125861"/>
            <a:ext cx="7040772" cy="24309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en-US" dirty="0"/>
              <a:t>  </a:t>
            </a:r>
            <a:r>
              <a:rPr lang="cs-CZ" dirty="0" smtClean="0"/>
              <a:t>Národní </a:t>
            </a:r>
            <a:r>
              <a:rPr lang="cs-CZ" dirty="0"/>
              <a:t>bod </a:t>
            </a:r>
            <a:endParaRPr lang="cs-CZ" dirty="0" smtClean="0"/>
          </a:p>
          <a:p>
            <a:pPr algn="ctr"/>
            <a:r>
              <a:rPr lang="en-US" dirty="0" smtClean="0"/>
              <a:t>el</a:t>
            </a:r>
            <a:r>
              <a:rPr lang="cs-CZ" dirty="0"/>
              <a:t>.</a:t>
            </a:r>
            <a:r>
              <a:rPr lang="en-US" dirty="0" smtClean="0"/>
              <a:t> </a:t>
            </a:r>
            <a:r>
              <a:rPr lang="cs-CZ" dirty="0" err="1"/>
              <a:t>i</a:t>
            </a:r>
            <a:r>
              <a:rPr lang="cs-CZ" dirty="0" err="1" smtClean="0"/>
              <a:t>dentifikac</a:t>
            </a:r>
            <a:r>
              <a:rPr lang="en-US" dirty="0" smtClean="0"/>
              <a:t>e</a:t>
            </a:r>
            <a:endParaRPr lang="cs-CZ" dirty="0" smtClean="0"/>
          </a:p>
          <a:p>
            <a:pPr algn="ctr"/>
            <a:r>
              <a:rPr lang="cs-CZ" sz="5400" b="1" dirty="0" smtClean="0"/>
              <a:t>NIA</a:t>
            </a:r>
            <a:endParaRPr lang="cs-CZ" sz="2400" b="1" dirty="0"/>
          </a:p>
        </p:txBody>
      </p:sp>
      <p:cxnSp>
        <p:nvCxnSpPr>
          <p:cNvPr id="57" name="Přímá spojovací šipka 16"/>
          <p:cNvCxnSpPr/>
          <p:nvPr/>
        </p:nvCxnSpPr>
        <p:spPr>
          <a:xfrm flipV="1">
            <a:off x="8196576" y="6248084"/>
            <a:ext cx="7662" cy="8365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Přímá spojovací šipka 16"/>
          <p:cNvCxnSpPr/>
          <p:nvPr/>
        </p:nvCxnSpPr>
        <p:spPr>
          <a:xfrm flipH="1">
            <a:off x="7440110" y="6270255"/>
            <a:ext cx="3672" cy="83562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Srdce 10">
            <a:extLst>
              <a:ext uri="{FF2B5EF4-FFF2-40B4-BE49-F238E27FC236}">
                <a16:creationId xmlns:a16="http://schemas.microsoft.com/office/drawing/2014/main" id="{30F6E61F-A028-4A0D-8C13-BEAF239F91DC}"/>
              </a:ext>
            </a:extLst>
          </p:cNvPr>
          <p:cNvSpPr/>
          <p:nvPr/>
        </p:nvSpPr>
        <p:spPr>
          <a:xfrm>
            <a:off x="4735065" y="7496358"/>
            <a:ext cx="1124453" cy="954423"/>
          </a:xfrm>
          <a:prstGeom prst="heart">
            <a:avLst/>
          </a:prstGeom>
          <a:solidFill>
            <a:srgbClr val="FF33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709" tIns="108855" rIns="217709" bIns="108855" rtlCol="0" anchor="ctr"/>
          <a:lstStyle/>
          <a:p>
            <a:pPr algn="ctr"/>
            <a:endParaRPr lang="cs-CZ" dirty="0"/>
          </a:p>
        </p:txBody>
      </p:sp>
      <p:grpSp>
        <p:nvGrpSpPr>
          <p:cNvPr id="20" name="Skupina 19"/>
          <p:cNvGrpSpPr/>
          <p:nvPr/>
        </p:nvGrpSpPr>
        <p:grpSpPr>
          <a:xfrm>
            <a:off x="427009" y="2518605"/>
            <a:ext cx="11063238" cy="3685602"/>
            <a:chOff x="266991" y="2518605"/>
            <a:chExt cx="10839002" cy="3685602"/>
          </a:xfrm>
        </p:grpSpPr>
        <p:sp>
          <p:nvSpPr>
            <p:cNvPr id="13" name="Zaoblený obdélník 12"/>
            <p:cNvSpPr/>
            <p:nvPr/>
          </p:nvSpPr>
          <p:spPr>
            <a:xfrm>
              <a:off x="266991" y="2518605"/>
              <a:ext cx="10839002" cy="3685602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217709" tIns="108855" rIns="217709" bIns="108855" rtlCol="0" anchor="t"/>
            <a:lstStyle/>
            <a:p>
              <a:pPr lvl="2"/>
              <a:r>
                <a:rPr lang="en-GB" sz="2800" b="1" dirty="0" smtClean="0">
                  <a:solidFill>
                    <a:srgbClr val="C00000"/>
                  </a:solidFill>
                </a:rPr>
                <a:t>                                       </a:t>
              </a:r>
              <a:r>
                <a:rPr lang="cs-CZ" sz="2800" b="1" dirty="0" smtClean="0">
                  <a:solidFill>
                    <a:srgbClr val="C00000"/>
                  </a:solidFill>
                </a:rPr>
                <a:t>Poskytovatelé </a:t>
              </a:r>
              <a:r>
                <a:rPr lang="cs-CZ" sz="2800" b="1" dirty="0">
                  <a:solidFill>
                    <a:srgbClr val="C00000"/>
                  </a:solidFill>
                </a:rPr>
                <a:t>online služeb </a:t>
              </a:r>
              <a:r>
                <a:rPr lang="cs-CZ" sz="2800" b="1" dirty="0" smtClean="0">
                  <a:solidFill>
                    <a:srgbClr val="C00000"/>
                  </a:solidFill>
                </a:rPr>
                <a:t> dle </a:t>
              </a:r>
              <a:r>
                <a:rPr lang="cs-CZ" sz="2800" b="1" dirty="0">
                  <a:solidFill>
                    <a:srgbClr val="C00000"/>
                  </a:solidFill>
                </a:rPr>
                <a:t>§2 </a:t>
              </a:r>
              <a:r>
                <a:rPr lang="cs-CZ" sz="2800" b="1" dirty="0" smtClean="0">
                  <a:solidFill>
                    <a:srgbClr val="C00000"/>
                  </a:solidFill>
                </a:rPr>
                <a:t>z. </a:t>
              </a:r>
              <a:r>
                <a:rPr lang="cs-CZ" sz="2800" b="1" dirty="0">
                  <a:solidFill>
                    <a:srgbClr val="C00000"/>
                  </a:solidFill>
                </a:rPr>
                <a:t>250/2017</a:t>
              </a:r>
            </a:p>
          </p:txBody>
        </p:sp>
        <p:sp>
          <p:nvSpPr>
            <p:cNvPr id="14" name="Zaoblený obdélník 13"/>
            <p:cNvSpPr/>
            <p:nvPr/>
          </p:nvSpPr>
          <p:spPr>
            <a:xfrm>
              <a:off x="3512568" y="3521777"/>
              <a:ext cx="2388254" cy="107291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err="1"/>
                <a:t>ag</a:t>
              </a:r>
              <a:r>
                <a:rPr lang="en-US" sz="2800" dirty="0" err="1"/>
                <a:t>endov</a:t>
              </a:r>
              <a:r>
                <a:rPr lang="cs-CZ" sz="2800" dirty="0"/>
                <a:t>ý </a:t>
              </a:r>
              <a:r>
                <a:rPr lang="en-US" sz="2800" dirty="0"/>
                <a:t>#1</a:t>
              </a:r>
              <a:endParaRPr lang="cs-CZ" sz="1600" dirty="0"/>
            </a:p>
            <a:p>
              <a:pPr algn="ctr"/>
              <a:r>
                <a:rPr lang="cs-CZ" sz="2800" dirty="0"/>
                <a:t>Portál </a:t>
              </a:r>
              <a:r>
                <a:rPr lang="cs-CZ" sz="2800" b="1" dirty="0"/>
                <a:t>SÚKL</a:t>
              </a:r>
            </a:p>
          </p:txBody>
        </p:sp>
        <p:sp>
          <p:nvSpPr>
            <p:cNvPr id="45" name="Zaoblený obdélník 44"/>
            <p:cNvSpPr/>
            <p:nvPr/>
          </p:nvSpPr>
          <p:spPr>
            <a:xfrm>
              <a:off x="450701" y="2710296"/>
              <a:ext cx="2878150" cy="313037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3300" b="1" dirty="0"/>
                <a:t>Portál </a:t>
              </a:r>
              <a:r>
                <a:rPr lang="en-US" sz="3300" b="1" dirty="0" err="1"/>
                <a:t>ob</a:t>
              </a:r>
              <a:r>
                <a:rPr lang="cs-CZ" sz="3300" b="1" dirty="0"/>
                <a:t>č</a:t>
              </a:r>
              <a:r>
                <a:rPr lang="en-US" sz="3300" b="1" dirty="0" err="1"/>
                <a:t>ana</a:t>
              </a:r>
              <a:r>
                <a:rPr lang="cs-CZ" sz="3300" b="1" dirty="0"/>
                <a:t> (MV)</a:t>
              </a:r>
            </a:p>
            <a:p>
              <a:pPr algn="ctr"/>
              <a:endParaRPr lang="cs-CZ" sz="3300" dirty="0"/>
            </a:p>
            <a:p>
              <a:pPr algn="ctr"/>
              <a:r>
                <a:rPr lang="cs-CZ" sz="3300" dirty="0"/>
                <a:t>dlaždice na ostatní portály</a:t>
              </a:r>
            </a:p>
          </p:txBody>
        </p:sp>
        <p:sp>
          <p:nvSpPr>
            <p:cNvPr id="48" name="Zaoblený obdélník 47"/>
            <p:cNvSpPr/>
            <p:nvPr/>
          </p:nvSpPr>
          <p:spPr>
            <a:xfrm>
              <a:off x="3512566" y="4812004"/>
              <a:ext cx="2388256" cy="107291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err="1"/>
                <a:t>ag</a:t>
              </a:r>
              <a:r>
                <a:rPr lang="en-US" sz="2800" dirty="0" err="1"/>
                <a:t>endov</a:t>
              </a:r>
              <a:r>
                <a:rPr lang="cs-CZ" sz="2800" dirty="0"/>
                <a:t>ý </a:t>
              </a:r>
              <a:r>
                <a:rPr lang="en-US" sz="2800" dirty="0"/>
                <a:t>#</a:t>
              </a:r>
              <a:r>
                <a:rPr lang="cs-CZ" sz="2800" dirty="0"/>
                <a:t>2</a:t>
              </a:r>
              <a:endParaRPr lang="cs-CZ" sz="1600" dirty="0"/>
            </a:p>
            <a:p>
              <a:pPr algn="ctr"/>
              <a:r>
                <a:rPr lang="cs-CZ" sz="2800" dirty="0"/>
                <a:t>Portál </a:t>
              </a:r>
              <a:r>
                <a:rPr lang="cs-CZ" sz="2800" b="1" dirty="0"/>
                <a:t>ČSSZ</a:t>
              </a:r>
            </a:p>
          </p:txBody>
        </p:sp>
        <p:sp>
          <p:nvSpPr>
            <p:cNvPr id="71" name="Zaoblený obdélník 70"/>
            <p:cNvSpPr/>
            <p:nvPr/>
          </p:nvSpPr>
          <p:spPr>
            <a:xfrm>
              <a:off x="6023296" y="3526697"/>
              <a:ext cx="2388254" cy="107291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err="1" smtClean="0"/>
                <a:t>agendový</a:t>
              </a:r>
              <a:r>
                <a:rPr lang="cs-CZ" sz="2800" dirty="0" smtClean="0"/>
                <a:t> </a:t>
              </a:r>
              <a:r>
                <a:rPr lang="cs-CZ" sz="2800" dirty="0"/>
                <a:t>#3</a:t>
              </a:r>
            </a:p>
            <a:p>
              <a:pPr algn="ctr"/>
              <a:r>
                <a:rPr lang="cs-CZ" sz="2800" b="1" dirty="0" smtClean="0"/>
                <a:t>Úřad </a:t>
              </a:r>
              <a:r>
                <a:rPr lang="en-US" sz="2800" b="1" dirty="0" smtClean="0"/>
                <a:t>W</a:t>
              </a:r>
            </a:p>
          </p:txBody>
        </p:sp>
        <p:sp>
          <p:nvSpPr>
            <p:cNvPr id="72" name="Zaoblený obdélník 71"/>
            <p:cNvSpPr/>
            <p:nvPr/>
          </p:nvSpPr>
          <p:spPr>
            <a:xfrm>
              <a:off x="6023295" y="4812004"/>
              <a:ext cx="2388254" cy="107291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err="1" smtClean="0"/>
                <a:t>agendový</a:t>
              </a:r>
              <a:r>
                <a:rPr lang="cs-CZ" sz="2800" dirty="0" smtClean="0"/>
                <a:t> #4</a:t>
              </a:r>
              <a:endParaRPr lang="cs-CZ" sz="2800" dirty="0"/>
            </a:p>
            <a:p>
              <a:pPr algn="ctr"/>
              <a:r>
                <a:rPr lang="cs-CZ" sz="2800" b="1" dirty="0" smtClean="0"/>
                <a:t>Úřad </a:t>
              </a:r>
              <a:r>
                <a:rPr lang="en-US" sz="2800" b="1" dirty="0" smtClean="0"/>
                <a:t>X</a:t>
              </a:r>
            </a:p>
          </p:txBody>
        </p:sp>
        <p:sp>
          <p:nvSpPr>
            <p:cNvPr id="73" name="Zaoblený obdélník 72"/>
            <p:cNvSpPr/>
            <p:nvPr/>
          </p:nvSpPr>
          <p:spPr>
            <a:xfrm>
              <a:off x="8534026" y="3497410"/>
              <a:ext cx="2388254" cy="107291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err="1" smtClean="0"/>
                <a:t>agendový</a:t>
              </a:r>
              <a:r>
                <a:rPr lang="cs-CZ" sz="2800" dirty="0" smtClean="0"/>
                <a:t> #5</a:t>
              </a:r>
              <a:endParaRPr lang="cs-CZ" sz="2800" dirty="0"/>
            </a:p>
            <a:p>
              <a:pPr algn="ctr"/>
              <a:r>
                <a:rPr lang="cs-CZ" sz="2800" b="1" dirty="0"/>
                <a:t>Kraj </a:t>
              </a:r>
              <a:r>
                <a:rPr lang="en-US" sz="2800" b="1" dirty="0"/>
                <a:t>Y</a:t>
              </a:r>
              <a:endParaRPr lang="en-US" sz="2800" b="1" dirty="0" smtClean="0"/>
            </a:p>
          </p:txBody>
        </p:sp>
        <p:sp>
          <p:nvSpPr>
            <p:cNvPr id="74" name="Zaoblený obdélník 73"/>
            <p:cNvSpPr/>
            <p:nvPr/>
          </p:nvSpPr>
          <p:spPr>
            <a:xfrm>
              <a:off x="8534026" y="4782717"/>
              <a:ext cx="2388254" cy="107291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err="1" smtClean="0"/>
                <a:t>agendový</a:t>
              </a:r>
              <a:r>
                <a:rPr lang="cs-CZ" sz="2800" dirty="0" smtClean="0"/>
                <a:t> #6</a:t>
              </a:r>
              <a:endParaRPr lang="cs-CZ" sz="2800" dirty="0"/>
            </a:p>
            <a:p>
              <a:pPr algn="ctr"/>
              <a:r>
                <a:rPr lang="cs-CZ" sz="2800" b="1" dirty="0" smtClean="0"/>
                <a:t>Obec </a:t>
              </a:r>
              <a:r>
                <a:rPr lang="en-US" sz="2800" b="1" dirty="0" smtClean="0"/>
                <a:t>Z</a:t>
              </a:r>
            </a:p>
          </p:txBody>
        </p:sp>
      </p:grpSp>
      <p:cxnSp>
        <p:nvCxnSpPr>
          <p:cNvPr id="84" name="Přímá spojovací šipka 16"/>
          <p:cNvCxnSpPr>
            <a:stCxn id="81" idx="2"/>
          </p:cNvCxnSpPr>
          <p:nvPr/>
        </p:nvCxnSpPr>
        <p:spPr>
          <a:xfrm>
            <a:off x="19657607" y="9556142"/>
            <a:ext cx="2686487" cy="14638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Přímá spojovací šipka 16"/>
          <p:cNvCxnSpPr/>
          <p:nvPr/>
        </p:nvCxnSpPr>
        <p:spPr>
          <a:xfrm>
            <a:off x="7834527" y="9556142"/>
            <a:ext cx="5534096" cy="144292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Skupina 20"/>
          <p:cNvGrpSpPr/>
          <p:nvPr/>
        </p:nvGrpSpPr>
        <p:grpSpPr>
          <a:xfrm>
            <a:off x="15194587" y="2520027"/>
            <a:ext cx="8884351" cy="3623726"/>
            <a:chOff x="15153292" y="2518605"/>
            <a:chExt cx="8884351" cy="3623726"/>
          </a:xfrm>
        </p:grpSpPr>
        <p:sp>
          <p:nvSpPr>
            <p:cNvPr id="69" name="Zaoblený obdélník 68"/>
            <p:cNvSpPr/>
            <p:nvPr/>
          </p:nvSpPr>
          <p:spPr>
            <a:xfrm>
              <a:off x="15153292" y="2518605"/>
              <a:ext cx="8884351" cy="362372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217709" tIns="108855" rIns="217709" bIns="108855" rtlCol="0" anchor="t"/>
            <a:lstStyle/>
            <a:p>
              <a:r>
                <a:rPr lang="cs-CZ" sz="3300" b="1" dirty="0" smtClean="0">
                  <a:solidFill>
                    <a:srgbClr val="C00000"/>
                  </a:solidFill>
                </a:rPr>
                <a:t>     Soukromoprávní poskytovatelé </a:t>
              </a:r>
              <a:r>
                <a:rPr lang="cs-CZ" sz="3300" b="1" dirty="0">
                  <a:solidFill>
                    <a:srgbClr val="C00000"/>
                  </a:solidFill>
                </a:rPr>
                <a:t>online služeb </a:t>
              </a:r>
            </a:p>
          </p:txBody>
        </p:sp>
        <p:sp>
          <p:nvSpPr>
            <p:cNvPr id="75" name="Zaoblený obdélník 74"/>
            <p:cNvSpPr/>
            <p:nvPr/>
          </p:nvSpPr>
          <p:spPr>
            <a:xfrm>
              <a:off x="15471274" y="3476932"/>
              <a:ext cx="2624921" cy="105490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smtClean="0"/>
                <a:t>Portál </a:t>
              </a:r>
              <a:endParaRPr lang="cs-CZ" sz="1600" dirty="0"/>
            </a:p>
            <a:p>
              <a:pPr algn="ctr"/>
              <a:r>
                <a:rPr lang="cs-CZ" sz="2800" b="1" dirty="0" smtClean="0"/>
                <a:t>Banky </a:t>
              </a:r>
              <a:r>
                <a:rPr lang="en-US" sz="2800" b="1" dirty="0" smtClean="0"/>
                <a:t> X</a:t>
              </a:r>
              <a:endParaRPr lang="cs-CZ" sz="2800" b="1" dirty="0"/>
            </a:p>
          </p:txBody>
        </p:sp>
        <p:sp>
          <p:nvSpPr>
            <p:cNvPr id="76" name="Zaoblený obdélník 75"/>
            <p:cNvSpPr/>
            <p:nvPr/>
          </p:nvSpPr>
          <p:spPr>
            <a:xfrm>
              <a:off x="15471272" y="4745499"/>
              <a:ext cx="2624923" cy="105490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/>
                <a:t>Portál </a:t>
              </a:r>
              <a:r>
                <a:rPr lang="cs-CZ" sz="2800" b="1" dirty="0" smtClean="0"/>
                <a:t>Pojišťovny</a:t>
              </a:r>
              <a:r>
                <a:rPr lang="en-US" sz="2800" b="1" dirty="0" smtClean="0"/>
                <a:t> Y</a:t>
              </a:r>
              <a:endParaRPr lang="cs-CZ" sz="2800" b="1" dirty="0"/>
            </a:p>
          </p:txBody>
        </p:sp>
        <p:sp>
          <p:nvSpPr>
            <p:cNvPr id="77" name="Zaoblený obdélník 76"/>
            <p:cNvSpPr/>
            <p:nvPr/>
          </p:nvSpPr>
          <p:spPr>
            <a:xfrm>
              <a:off x="18230806" y="3481770"/>
              <a:ext cx="2624921" cy="105490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smtClean="0"/>
                <a:t>Portál </a:t>
              </a:r>
              <a:r>
                <a:rPr lang="cs-CZ" sz="2800" b="1" dirty="0" err="1" smtClean="0"/>
                <a:t>Tel.operátor</a:t>
              </a:r>
              <a:r>
                <a:rPr lang="en-US" sz="2800" b="1" dirty="0" smtClean="0"/>
                <a:t>a </a:t>
              </a:r>
              <a:endParaRPr lang="cs-CZ" sz="2800" b="1" dirty="0"/>
            </a:p>
          </p:txBody>
        </p:sp>
        <p:sp>
          <p:nvSpPr>
            <p:cNvPr id="78" name="Zaoblený obdélník 77"/>
            <p:cNvSpPr/>
            <p:nvPr/>
          </p:nvSpPr>
          <p:spPr>
            <a:xfrm>
              <a:off x="18230805" y="4745499"/>
              <a:ext cx="2624921" cy="105490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smtClean="0"/>
                <a:t>Portál </a:t>
              </a:r>
              <a:endParaRPr lang="en-US" sz="2800" dirty="0" smtClean="0"/>
            </a:p>
            <a:p>
              <a:pPr algn="ctr"/>
              <a:r>
                <a:rPr lang="en-US" sz="2800" b="1" dirty="0" smtClean="0"/>
                <a:t>Distr.</a:t>
              </a:r>
              <a:r>
                <a:rPr lang="cs-CZ" sz="2800" b="1" dirty="0" smtClean="0"/>
                <a:t> </a:t>
              </a:r>
              <a:r>
                <a:rPr lang="en-US" sz="2800" b="1" dirty="0" err="1" smtClean="0"/>
                <a:t>elekt</a:t>
              </a:r>
              <a:r>
                <a:rPr lang="cs-CZ" sz="2800" b="1" dirty="0" smtClean="0"/>
                <a:t>ř</a:t>
              </a:r>
              <a:r>
                <a:rPr lang="en-US" sz="2800" b="1" dirty="0" err="1" smtClean="0"/>
                <a:t>iny</a:t>
              </a:r>
              <a:r>
                <a:rPr lang="en-US" sz="3200" b="1" dirty="0" smtClean="0"/>
                <a:t> </a:t>
              </a:r>
              <a:endParaRPr lang="cs-CZ" sz="3300" dirty="0"/>
            </a:p>
          </p:txBody>
        </p:sp>
        <p:sp>
          <p:nvSpPr>
            <p:cNvPr id="79" name="Zaoblený obdélník 78"/>
            <p:cNvSpPr/>
            <p:nvPr/>
          </p:nvSpPr>
          <p:spPr>
            <a:xfrm>
              <a:off x="20990340" y="3452975"/>
              <a:ext cx="2624921" cy="105490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 smtClean="0"/>
                <a:t>Portál </a:t>
              </a:r>
              <a:endParaRPr lang="en-US" sz="2800" dirty="0" smtClean="0"/>
            </a:p>
            <a:p>
              <a:pPr algn="ctr"/>
              <a:r>
                <a:rPr lang="en-US" sz="2800" b="1" dirty="0" smtClean="0"/>
                <a:t>Distr. </a:t>
              </a:r>
              <a:r>
                <a:rPr lang="en-US" sz="2800" b="1" dirty="0" err="1"/>
                <a:t>p</a:t>
              </a:r>
              <a:r>
                <a:rPr lang="en-US" sz="2800" b="1" dirty="0" err="1" smtClean="0"/>
                <a:t>lynu</a:t>
              </a:r>
              <a:r>
                <a:rPr lang="en-US" sz="2800" b="1" dirty="0" smtClean="0"/>
                <a:t>  </a:t>
              </a:r>
              <a:endParaRPr lang="cs-CZ" sz="3300" dirty="0"/>
            </a:p>
          </p:txBody>
        </p:sp>
        <p:sp>
          <p:nvSpPr>
            <p:cNvPr id="80" name="Zaoblený obdélník 79"/>
            <p:cNvSpPr/>
            <p:nvPr/>
          </p:nvSpPr>
          <p:spPr>
            <a:xfrm>
              <a:off x="20990339" y="4716703"/>
              <a:ext cx="2624921" cy="105490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2800" dirty="0"/>
                <a:t>Portál </a:t>
              </a:r>
              <a:endParaRPr lang="en-US" sz="2800" dirty="0"/>
            </a:p>
            <a:p>
              <a:pPr algn="ctr"/>
              <a:r>
                <a:rPr lang="cs-CZ" sz="2800" b="1" dirty="0" smtClean="0"/>
                <a:t>Hazard. her</a:t>
              </a:r>
              <a:endParaRPr lang="cs-CZ" sz="2800" dirty="0"/>
            </a:p>
          </p:txBody>
        </p:sp>
      </p:grpSp>
      <p:sp>
        <p:nvSpPr>
          <p:cNvPr id="81" name="Zaoblený obdélník 80"/>
          <p:cNvSpPr/>
          <p:nvPr/>
        </p:nvSpPr>
        <p:spPr>
          <a:xfrm>
            <a:off x="15341601" y="7076700"/>
            <a:ext cx="8632012" cy="247944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217709" tIns="108855" rIns="217709" bIns="108855" rtlCol="0" anchor="ctr"/>
          <a:lstStyle/>
          <a:p>
            <a:r>
              <a:rPr lang="cs-CZ" dirty="0" smtClean="0"/>
              <a:t>              </a:t>
            </a:r>
            <a:r>
              <a:rPr lang="en-GB" dirty="0" err="1" smtClean="0"/>
              <a:t>soukromopr</a:t>
            </a:r>
            <a:r>
              <a:rPr lang="cs-CZ" dirty="0" err="1" smtClean="0"/>
              <a:t>ávní</a:t>
            </a:r>
            <a:r>
              <a:rPr lang="cs-CZ" dirty="0" smtClean="0"/>
              <a:t> zprostředkovatel </a:t>
            </a:r>
          </a:p>
          <a:p>
            <a:r>
              <a:rPr lang="cs-CZ" dirty="0" smtClean="0"/>
              <a:t>                             </a:t>
            </a:r>
            <a:r>
              <a:rPr lang="en-US" dirty="0" smtClean="0"/>
              <a:t>el.</a:t>
            </a:r>
            <a:r>
              <a:rPr lang="cs-CZ" dirty="0" smtClean="0"/>
              <a:t> identifikace</a:t>
            </a:r>
            <a:endParaRPr lang="cs-CZ" dirty="0"/>
          </a:p>
          <a:p>
            <a:r>
              <a:rPr lang="cs-CZ" sz="5400" b="1" dirty="0" smtClean="0"/>
              <a:t> Bankovní identita, Bank ID…</a:t>
            </a:r>
            <a:endParaRPr lang="cs-CZ" sz="2400" b="1" dirty="0"/>
          </a:p>
        </p:txBody>
      </p:sp>
      <p:cxnSp>
        <p:nvCxnSpPr>
          <p:cNvPr id="82" name="Přímá spojovací šipka 16"/>
          <p:cNvCxnSpPr/>
          <p:nvPr/>
        </p:nvCxnSpPr>
        <p:spPr>
          <a:xfrm flipV="1">
            <a:off x="19968864" y="6159324"/>
            <a:ext cx="0" cy="9016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Přímá spojovací šipka 16"/>
          <p:cNvCxnSpPr/>
          <p:nvPr/>
        </p:nvCxnSpPr>
        <p:spPr>
          <a:xfrm flipH="1">
            <a:off x="19176776" y="6218877"/>
            <a:ext cx="3951" cy="8296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Zástupný symbol pro obsah 3"/>
          <p:cNvSpPr txBox="1">
            <a:spLocks/>
          </p:cNvSpPr>
          <p:nvPr/>
        </p:nvSpPr>
        <p:spPr>
          <a:xfrm>
            <a:off x="20379673" y="14796304"/>
            <a:ext cx="1179712" cy="78581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 fontScale="70000" lnSpcReduction="20000"/>
          </a:bodyPr>
          <a:lstStyle>
            <a:lvl1pPr marL="685800" marR="0" indent="-68580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1110342" marR="0" indent="-653142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1524000" marR="0" indent="-60960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21031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5603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30175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34747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3931918" marR="0" indent="-731518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4389118" marR="0" indent="-731518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hangingPunct="1">
              <a:buFont typeface="Arial"/>
              <a:buNone/>
            </a:pPr>
            <a:r>
              <a:rPr lang="cs-CZ" smtClean="0"/>
              <a:t> </a:t>
            </a:r>
            <a:endParaRPr lang="cs-CZ" dirty="0"/>
          </a:p>
        </p:txBody>
      </p:sp>
      <p:sp>
        <p:nvSpPr>
          <p:cNvPr id="88" name="Zaoblený obdélník 87"/>
          <p:cNvSpPr/>
          <p:nvPr/>
        </p:nvSpPr>
        <p:spPr>
          <a:xfrm>
            <a:off x="17056070" y="11828979"/>
            <a:ext cx="2216191" cy="14399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cs-CZ" sz="3300" b="1" dirty="0" smtClean="0"/>
              <a:t>ČS</a:t>
            </a:r>
          </a:p>
          <a:p>
            <a:pPr algn="ctr"/>
            <a:r>
              <a:rPr lang="cs-CZ" sz="3300" dirty="0" err="1" smtClean="0"/>
              <a:t>LoA</a:t>
            </a:r>
            <a:r>
              <a:rPr lang="cs-CZ" sz="3300" dirty="0" smtClean="0"/>
              <a:t>=</a:t>
            </a:r>
            <a:r>
              <a:rPr lang="cs-CZ" sz="3300" dirty="0" err="1" smtClean="0"/>
              <a:t>subs</a:t>
            </a:r>
            <a:endParaRPr lang="cs-CZ" sz="3300" dirty="0"/>
          </a:p>
        </p:txBody>
      </p:sp>
      <p:grpSp>
        <p:nvGrpSpPr>
          <p:cNvPr id="18" name="Skupina 17"/>
          <p:cNvGrpSpPr/>
          <p:nvPr/>
        </p:nvGrpSpPr>
        <p:grpSpPr>
          <a:xfrm>
            <a:off x="490831" y="7076700"/>
            <a:ext cx="3059266" cy="6339646"/>
            <a:chOff x="-5757456" y="7066476"/>
            <a:chExt cx="2457141" cy="4211016"/>
          </a:xfrm>
        </p:grpSpPr>
        <p:sp>
          <p:nvSpPr>
            <p:cNvPr id="49" name="Zaoblený obdélník 48"/>
            <p:cNvSpPr/>
            <p:nvPr/>
          </p:nvSpPr>
          <p:spPr>
            <a:xfrm>
              <a:off x="-5757456" y="7066476"/>
              <a:ext cx="2457141" cy="421101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217709" tIns="108855" rIns="217709" bIns="108855" rtlCol="0" anchor="t"/>
            <a:lstStyle/>
            <a:p>
              <a:pPr algn="ctr"/>
              <a:endParaRPr lang="cs-CZ" sz="3300" b="1" dirty="0" smtClean="0">
                <a:solidFill>
                  <a:srgbClr val="C00000"/>
                </a:solidFill>
              </a:endParaRPr>
            </a:p>
            <a:p>
              <a:pPr algn="ctr"/>
              <a:endParaRPr lang="cs-CZ" sz="3300" b="1" dirty="0">
                <a:solidFill>
                  <a:srgbClr val="C00000"/>
                </a:solidFill>
              </a:endParaRPr>
            </a:p>
            <a:p>
              <a:pPr algn="ctr"/>
              <a:r>
                <a:rPr lang="cs-CZ" sz="3300" b="1" dirty="0" smtClean="0">
                  <a:solidFill>
                    <a:srgbClr val="C00000"/>
                  </a:solidFill>
                </a:rPr>
                <a:t>Propojený </a:t>
              </a:r>
              <a:r>
                <a:rPr lang="cs-CZ" sz="3300" b="1" dirty="0">
                  <a:solidFill>
                    <a:srgbClr val="C00000"/>
                  </a:solidFill>
                </a:rPr>
                <a:t>datový fond</a:t>
              </a:r>
            </a:p>
          </p:txBody>
        </p:sp>
        <p:sp>
          <p:nvSpPr>
            <p:cNvPr id="51" name="Zaoblený obdélník 50"/>
            <p:cNvSpPr/>
            <p:nvPr/>
          </p:nvSpPr>
          <p:spPr>
            <a:xfrm>
              <a:off x="-5331948" y="8782242"/>
              <a:ext cx="1610180" cy="1067403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en-US" sz="3300" b="1" dirty="0"/>
                <a:t>ISZR</a:t>
              </a:r>
              <a:endParaRPr lang="cs-CZ" sz="3300" b="1" dirty="0"/>
            </a:p>
          </p:txBody>
        </p:sp>
        <p:sp>
          <p:nvSpPr>
            <p:cNvPr id="52" name="Zaoblený obdélník 51"/>
            <p:cNvSpPr/>
            <p:nvPr/>
          </p:nvSpPr>
          <p:spPr>
            <a:xfrm>
              <a:off x="-5331948" y="10141281"/>
              <a:ext cx="1610180" cy="78845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217709" tIns="108855" rIns="217709" bIns="108855" rtlCol="0" anchor="ctr"/>
            <a:lstStyle/>
            <a:p>
              <a:pPr algn="ctr"/>
              <a:r>
                <a:rPr lang="cs-CZ" sz="3300" b="1" dirty="0" err="1"/>
                <a:t>eGSB</a:t>
              </a:r>
              <a:endParaRPr lang="cs-CZ" sz="3300" b="1" dirty="0"/>
            </a:p>
          </p:txBody>
        </p:sp>
      </p:grpSp>
      <p:sp>
        <p:nvSpPr>
          <p:cNvPr id="67" name="Obdélník 66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" name="Srdce 69">
            <a:extLst>
              <a:ext uri="{FF2B5EF4-FFF2-40B4-BE49-F238E27FC236}">
                <a16:creationId xmlns:a16="http://schemas.microsoft.com/office/drawing/2014/main" id="{30F6E61F-A028-4A0D-8C13-BEAF239F91DC}"/>
              </a:ext>
            </a:extLst>
          </p:cNvPr>
          <p:cNvSpPr/>
          <p:nvPr/>
        </p:nvSpPr>
        <p:spPr>
          <a:xfrm>
            <a:off x="15559336" y="7456722"/>
            <a:ext cx="1124453" cy="954423"/>
          </a:xfrm>
          <a:prstGeom prst="heart">
            <a:avLst/>
          </a:prstGeom>
          <a:solidFill>
            <a:srgbClr val="FF66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709" tIns="108855" rIns="217709" bIns="108855" rtlCol="0" anchor="ctr"/>
          <a:lstStyle/>
          <a:p>
            <a:pPr algn="ctr"/>
            <a:endParaRPr lang="cs-CZ" dirty="0"/>
          </a:p>
        </p:txBody>
      </p:sp>
      <p:pic>
        <p:nvPicPr>
          <p:cNvPr id="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766" y="3749432"/>
            <a:ext cx="2739518" cy="258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Skupina 22"/>
          <p:cNvGrpSpPr/>
          <p:nvPr/>
        </p:nvGrpSpPr>
        <p:grpSpPr>
          <a:xfrm>
            <a:off x="11804902" y="7120090"/>
            <a:ext cx="3115246" cy="2493436"/>
            <a:chOff x="25498576" y="-3943200"/>
            <a:chExt cx="3446080" cy="2222774"/>
          </a:xfrm>
        </p:grpSpPr>
        <p:sp>
          <p:nvSpPr>
            <p:cNvPr id="85" name="Zaoblený obdélník 84"/>
            <p:cNvSpPr/>
            <p:nvPr/>
          </p:nvSpPr>
          <p:spPr>
            <a:xfrm>
              <a:off x="25498576" y="-3943200"/>
              <a:ext cx="3446080" cy="222277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217709" tIns="108855" rIns="217709" bIns="108855" rtlCol="0" anchor="t"/>
            <a:lstStyle/>
            <a:p>
              <a:pPr algn="ctr"/>
              <a:endParaRPr lang="en-US" sz="3300" b="1" dirty="0">
                <a:solidFill>
                  <a:srgbClr val="C00000"/>
                </a:solidFill>
              </a:endParaRPr>
            </a:p>
            <a:p>
              <a:pPr algn="ctr"/>
              <a:endParaRPr lang="en-US" sz="3300" b="1" dirty="0">
                <a:solidFill>
                  <a:srgbClr val="C00000"/>
                </a:solidFill>
              </a:endParaRPr>
            </a:p>
            <a:p>
              <a:pPr algn="ctr"/>
              <a:r>
                <a:rPr lang="cs-CZ" sz="3300" b="1" dirty="0">
                  <a:solidFill>
                    <a:srgbClr val="C00000"/>
                  </a:solidFill>
                </a:rPr>
                <a:t>Mezinárodní </a:t>
              </a:r>
              <a:r>
                <a:rPr lang="en-US" sz="3300" b="1" dirty="0" err="1">
                  <a:solidFill>
                    <a:srgbClr val="C00000"/>
                  </a:solidFill>
                </a:rPr>
                <a:t>uzel</a:t>
              </a:r>
              <a:r>
                <a:rPr lang="cs-CZ" sz="3300" b="1" dirty="0">
                  <a:solidFill>
                    <a:srgbClr val="C00000"/>
                  </a:solidFill>
                </a:rPr>
                <a:t> eIDAS</a:t>
              </a:r>
            </a:p>
          </p:txBody>
        </p:sp>
        <p:pic>
          <p:nvPicPr>
            <p:cNvPr id="90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59213" y="-3709935"/>
              <a:ext cx="1053869" cy="52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10" name="Přímá spojovací šipka 16"/>
          <p:cNvCxnSpPr/>
          <p:nvPr/>
        </p:nvCxnSpPr>
        <p:spPr>
          <a:xfrm flipH="1" flipV="1">
            <a:off x="13608225" y="6365730"/>
            <a:ext cx="7872" cy="68283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Přímá spojovací šipka 16"/>
          <p:cNvCxnSpPr/>
          <p:nvPr/>
        </p:nvCxnSpPr>
        <p:spPr>
          <a:xfrm>
            <a:off x="12964084" y="6383756"/>
            <a:ext cx="0" cy="72212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Zaoblený obdélník 85"/>
          <p:cNvSpPr/>
          <p:nvPr/>
        </p:nvSpPr>
        <p:spPr>
          <a:xfrm>
            <a:off x="19379612" y="11844745"/>
            <a:ext cx="2216191" cy="143996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17709" tIns="108855" rIns="217709" bIns="108855" rtlCol="0" anchor="ctr"/>
          <a:lstStyle/>
          <a:p>
            <a:pPr algn="ctr"/>
            <a:r>
              <a:rPr lang="cs-CZ" sz="3300" b="1" dirty="0" smtClean="0"/>
              <a:t>ČSOB</a:t>
            </a:r>
          </a:p>
          <a:p>
            <a:pPr algn="ctr"/>
            <a:r>
              <a:rPr lang="cs-CZ" sz="3300" dirty="0" err="1" smtClean="0"/>
              <a:t>LoA</a:t>
            </a:r>
            <a:r>
              <a:rPr lang="cs-CZ" sz="3300" dirty="0" smtClean="0"/>
              <a:t>=</a:t>
            </a:r>
            <a:r>
              <a:rPr lang="cs-CZ" sz="3300" dirty="0" err="1" smtClean="0"/>
              <a:t>subs</a:t>
            </a:r>
            <a:endParaRPr lang="cs-CZ" sz="3300" dirty="0"/>
          </a:p>
        </p:txBody>
      </p:sp>
      <p:cxnSp>
        <p:nvCxnSpPr>
          <p:cNvPr id="99" name="Přímá spojovací šipka 16"/>
          <p:cNvCxnSpPr/>
          <p:nvPr/>
        </p:nvCxnSpPr>
        <p:spPr>
          <a:xfrm>
            <a:off x="5682207" y="9575155"/>
            <a:ext cx="2274861" cy="144485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Přímá spojovací šipka 16"/>
          <p:cNvCxnSpPr/>
          <p:nvPr/>
        </p:nvCxnSpPr>
        <p:spPr>
          <a:xfrm>
            <a:off x="5730327" y="9583962"/>
            <a:ext cx="4244296" cy="14494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Přímá spojovací šipka 16"/>
          <p:cNvCxnSpPr>
            <a:stCxn id="5" idx="2"/>
          </p:cNvCxnSpPr>
          <p:nvPr/>
        </p:nvCxnSpPr>
        <p:spPr>
          <a:xfrm>
            <a:off x="7938631" y="9556790"/>
            <a:ext cx="7573938" cy="14632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Přímá spojovací šipka 16"/>
          <p:cNvCxnSpPr/>
          <p:nvPr/>
        </p:nvCxnSpPr>
        <p:spPr>
          <a:xfrm>
            <a:off x="9974623" y="9575155"/>
            <a:ext cx="10642313" cy="14239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Přímá spojovací šipka 16"/>
          <p:cNvCxnSpPr/>
          <p:nvPr/>
        </p:nvCxnSpPr>
        <p:spPr>
          <a:xfrm>
            <a:off x="9974623" y="9583962"/>
            <a:ext cx="8410066" cy="141510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60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76" y="3505362"/>
            <a:ext cx="16027510" cy="6953038"/>
          </a:xfrm>
          <a:prstGeom prst="rect">
            <a:avLst/>
          </a:prstGeom>
        </p:spPr>
      </p:pic>
      <p:sp>
        <p:nvSpPr>
          <p:cNvPr id="3" name="Šipka doleva 2"/>
          <p:cNvSpPr/>
          <p:nvPr/>
        </p:nvSpPr>
        <p:spPr>
          <a:xfrm>
            <a:off x="9877750" y="7722661"/>
            <a:ext cx="13969552" cy="36004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17776422" y="7057974"/>
            <a:ext cx="5852878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3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Kategorie dle poskytovatelů</a:t>
            </a:r>
            <a:endParaRPr kumimoji="0" lang="en-GB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" name="Šipka doleva 6"/>
          <p:cNvSpPr/>
          <p:nvPr/>
        </p:nvSpPr>
        <p:spPr>
          <a:xfrm>
            <a:off x="10885862" y="9549951"/>
            <a:ext cx="12971434" cy="371162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18456696" y="8991313"/>
            <a:ext cx="4903901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dirty="0" smtClean="0"/>
              <a:t>Dlaždice poskytovatelů</a:t>
            </a:r>
            <a:endParaRPr kumimoji="0" lang="en-GB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" name="Šipka doleva 8"/>
          <p:cNvSpPr/>
          <p:nvPr/>
        </p:nvSpPr>
        <p:spPr>
          <a:xfrm rot="21029556">
            <a:off x="8733148" y="6167654"/>
            <a:ext cx="14972412" cy="345643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" name="TextovéPole 9"/>
          <p:cNvSpPr txBox="1"/>
          <p:nvPr/>
        </p:nvSpPr>
        <p:spPr>
          <a:xfrm rot="21029556">
            <a:off x="18752847" y="4804714"/>
            <a:ext cx="3185481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3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„Připravuje</a:t>
            </a:r>
            <a:r>
              <a:rPr kumimoji="0" lang="cs-CZ" sz="36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 se“</a:t>
            </a:r>
            <a:endParaRPr kumimoji="0" lang="en-GB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1" name="Šipka doleva 10"/>
          <p:cNvSpPr/>
          <p:nvPr/>
        </p:nvSpPr>
        <p:spPr>
          <a:xfrm rot="21029556">
            <a:off x="2669320" y="5679265"/>
            <a:ext cx="21074166" cy="345925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2" name="TextovéPole 11"/>
          <p:cNvSpPr txBox="1"/>
          <p:nvPr/>
        </p:nvSpPr>
        <p:spPr>
          <a:xfrm rot="21029556">
            <a:off x="19127483" y="3617895"/>
            <a:ext cx="4860240" cy="739261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3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„Novinky</a:t>
            </a:r>
            <a:r>
              <a:rPr kumimoji="0" lang="cs-CZ" sz="36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“</a:t>
            </a:r>
            <a:endParaRPr kumimoji="0" lang="en-GB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3335016" y="10638419"/>
            <a:ext cx="16273809" cy="406264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3600" b="1" i="0" u="none" strike="noStrike" cap="none" spc="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"/>
              </a:rPr>
              <a:t>15 portálů poskytovatelů státní správy</a:t>
            </a: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5 portálů krajů</a:t>
            </a: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34 měst a obcí</a:t>
            </a: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10 portálů soukromých poskytovatelů</a:t>
            </a: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                  … a další v testovacím režimu</a:t>
            </a: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" name="Obdélník 15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43327" y="688307"/>
            <a:ext cx="15121682" cy="1604384"/>
          </a:xfrm>
          <a:prstGeom prst="rect">
            <a:avLst/>
          </a:prstGeom>
        </p:spPr>
        <p:txBody>
          <a:bodyPr vert="horz" lIns="217709" tIns="108855" rIns="217709" bIns="10885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Poskytovatelé online služeb </a:t>
            </a:r>
            <a:r>
              <a:rPr lang="cs-CZ" sz="69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cs-CZ" sz="6900" b="1" dirty="0" err="1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SeP</a:t>
            </a:r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)</a:t>
            </a:r>
            <a:endParaRPr lang="cs-CZ" sz="69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ovéPole 13"/>
          <p:cNvSpPr txBox="1"/>
          <p:nvPr/>
        </p:nvSpPr>
        <p:spPr>
          <a:xfrm>
            <a:off x="1183260" y="2573316"/>
            <a:ext cx="6629697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en-GB" b="1" dirty="0" smtClean="0">
                <a:hlinkClick r:id="rId4" action="ppaction://hlinkfile"/>
              </a:rPr>
              <a:t>info.eidentita.cz/</a:t>
            </a:r>
            <a:r>
              <a:rPr lang="en-GB" b="1" dirty="0" err="1" smtClean="0">
                <a:hlinkClick r:id="rId4" action="ppaction://hlinkfile"/>
              </a:rPr>
              <a:t>sep</a:t>
            </a:r>
            <a:endParaRPr kumimoji="0" lang="en-GB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4154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ovéPole 88"/>
          <p:cNvSpPr txBox="1"/>
          <p:nvPr/>
        </p:nvSpPr>
        <p:spPr>
          <a:xfrm>
            <a:off x="12255311" y="4016228"/>
            <a:ext cx="5554720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„Státní“ - </a:t>
            </a:r>
            <a:r>
              <a:rPr kumimoji="0" lang="cs-CZ" sz="2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LoA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 „</a:t>
            </a:r>
            <a:r>
              <a:rPr lang="cs-CZ" sz="2400" dirty="0"/>
              <a:t>HIGH</a:t>
            </a:r>
            <a:r>
              <a:rPr lang="cs-CZ" sz="2400" dirty="0" smtClean="0"/>
              <a:t>“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, občanský</a:t>
            </a:r>
            <a:r>
              <a:rPr kumimoji="0" lang="cs-CZ" sz="24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 průkaz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"/>
            </a:endParaRPr>
          </a:p>
        </p:txBody>
      </p:sp>
      <p:sp>
        <p:nvSpPr>
          <p:cNvPr id="91" name="TextovéPole 90"/>
          <p:cNvSpPr txBox="1"/>
          <p:nvPr/>
        </p:nvSpPr>
        <p:spPr>
          <a:xfrm>
            <a:off x="11049070" y="5109403"/>
            <a:ext cx="4406970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lang="cs-CZ" sz="2400" dirty="0"/>
              <a:t>„Státní“ - </a:t>
            </a:r>
            <a:r>
              <a:rPr lang="cs-CZ" sz="2400" dirty="0" err="1"/>
              <a:t>LoA</a:t>
            </a:r>
            <a:r>
              <a:rPr lang="cs-CZ" sz="2400" dirty="0"/>
              <a:t> 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„SUBSTANTIAL“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"/>
            </a:endParaRPr>
          </a:p>
        </p:txBody>
      </p:sp>
      <p:sp>
        <p:nvSpPr>
          <p:cNvPr id="92" name="Šipka doleva 91"/>
          <p:cNvSpPr/>
          <p:nvPr/>
        </p:nvSpPr>
        <p:spPr>
          <a:xfrm>
            <a:off x="11225813" y="6528366"/>
            <a:ext cx="12204000" cy="432000"/>
          </a:xfrm>
          <a:prstGeom prst="leftArrow">
            <a:avLst/>
          </a:prstGeom>
          <a:solidFill>
            <a:srgbClr val="FF0066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3" name="TextovéPole 92"/>
          <p:cNvSpPr txBox="1"/>
          <p:nvPr/>
        </p:nvSpPr>
        <p:spPr>
          <a:xfrm>
            <a:off x="12260151" y="6077486"/>
            <a:ext cx="7096809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„Státní“ eIDAS mezinárodní </a:t>
            </a:r>
            <a:r>
              <a:rPr kumimoji="0" lang="cs-CZ" sz="2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gateway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, spojení s EU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4" name="Šipka doleva 93"/>
          <p:cNvSpPr/>
          <p:nvPr/>
        </p:nvSpPr>
        <p:spPr>
          <a:xfrm>
            <a:off x="10006186" y="7670276"/>
            <a:ext cx="12204000" cy="43200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5" name="TextovéPole 94"/>
          <p:cNvSpPr txBox="1"/>
          <p:nvPr/>
        </p:nvSpPr>
        <p:spPr>
          <a:xfrm>
            <a:off x="11051519" y="7219396"/>
            <a:ext cx="5881732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„Soukromoprávní“ – </a:t>
            </a:r>
            <a:r>
              <a:rPr kumimoji="0" lang="cs-CZ" sz="2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StarCos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kumimoji="0" lang="cs-CZ" sz="2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LoA</a:t>
            </a:r>
            <a:r>
              <a:rPr kumimoji="0" lang="cs-CZ" sz="24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 „HIGH“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3" name="Šipka doleva 12"/>
          <p:cNvSpPr/>
          <p:nvPr/>
        </p:nvSpPr>
        <p:spPr>
          <a:xfrm>
            <a:off x="11225813" y="8469590"/>
            <a:ext cx="12204000" cy="43200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4" name="TextovéPole 13"/>
          <p:cNvSpPr txBox="1"/>
          <p:nvPr/>
        </p:nvSpPr>
        <p:spPr>
          <a:xfrm>
            <a:off x="12255311" y="8047465"/>
            <a:ext cx="7079176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„Soukromoprávní“ – </a:t>
            </a:r>
            <a:r>
              <a:rPr lang="cs-CZ" sz="2400" dirty="0" err="1"/>
              <a:t>m</a:t>
            </a:r>
            <a:r>
              <a:rPr kumimoji="0" lang="cs-CZ" sz="2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ojeID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, </a:t>
            </a:r>
            <a:r>
              <a:rPr lang="cs-CZ" sz="2400" dirty="0" err="1"/>
              <a:t>LoA</a:t>
            </a:r>
            <a:r>
              <a:rPr lang="cs-CZ" sz="2400" dirty="0"/>
              <a:t> „SUBSTANTIAL“</a:t>
            </a:r>
            <a:endParaRPr lang="en-GB" sz="2400" dirty="0"/>
          </a:p>
        </p:txBody>
      </p:sp>
      <p:sp>
        <p:nvSpPr>
          <p:cNvPr id="15" name="Šipka doleva 14"/>
          <p:cNvSpPr/>
          <p:nvPr/>
        </p:nvSpPr>
        <p:spPr>
          <a:xfrm>
            <a:off x="9981101" y="9539410"/>
            <a:ext cx="12204000" cy="43200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6" name="TextovéPole 15"/>
          <p:cNvSpPr txBox="1"/>
          <p:nvPr/>
        </p:nvSpPr>
        <p:spPr>
          <a:xfrm>
            <a:off x="11027776" y="9040229"/>
            <a:ext cx="6974980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„Soukromoprávní“ – ČSOB, </a:t>
            </a:r>
            <a:r>
              <a:rPr lang="cs-CZ" sz="2400" dirty="0" err="1"/>
              <a:t>LoA</a:t>
            </a:r>
            <a:r>
              <a:rPr lang="cs-CZ" sz="2400" dirty="0"/>
              <a:t> „SUBSTANTIAL“</a:t>
            </a:r>
            <a:endParaRPr lang="en-GB" sz="2400" dirty="0"/>
          </a:p>
        </p:txBody>
      </p:sp>
      <p:sp>
        <p:nvSpPr>
          <p:cNvPr id="88" name="Šipka doleva 87"/>
          <p:cNvSpPr/>
          <p:nvPr/>
        </p:nvSpPr>
        <p:spPr>
          <a:xfrm>
            <a:off x="11229437" y="4495144"/>
            <a:ext cx="12204000" cy="432000"/>
          </a:xfrm>
          <a:prstGeom prst="leftArrow">
            <a:avLst/>
          </a:prstGeom>
          <a:solidFill>
            <a:srgbClr val="FF0066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90" name="Šipka doleva 89"/>
          <p:cNvSpPr/>
          <p:nvPr/>
        </p:nvSpPr>
        <p:spPr>
          <a:xfrm>
            <a:off x="10006186" y="5558877"/>
            <a:ext cx="12204000" cy="432000"/>
          </a:xfrm>
          <a:prstGeom prst="leftArrow">
            <a:avLst/>
          </a:prstGeom>
          <a:solidFill>
            <a:srgbClr val="FF0066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" name="TextovéPole 26"/>
          <p:cNvSpPr txBox="1"/>
          <p:nvPr/>
        </p:nvSpPr>
        <p:spPr>
          <a:xfrm>
            <a:off x="11082547" y="3045295"/>
            <a:ext cx="8275016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lang="cs-CZ" sz="2400" dirty="0"/>
              <a:t>„Státní“ - </a:t>
            </a:r>
            <a:r>
              <a:rPr lang="cs-CZ" sz="2400" dirty="0" err="1"/>
              <a:t>LoA</a:t>
            </a:r>
            <a:r>
              <a:rPr lang="cs-CZ" sz="2400" dirty="0"/>
              <a:t> 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</a:t>
            </a:r>
            <a:r>
              <a:rPr lang="cs-CZ" sz="2400" dirty="0"/>
              <a:t>SUBSTANTIAL</a:t>
            </a:r>
            <a:r>
              <a:rPr lang="cs-CZ" sz="2400" dirty="0" smtClean="0"/>
              <a:t>“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, mobilní </a:t>
            </a:r>
            <a:r>
              <a:rPr kumimoji="0" lang="cs-CZ" sz="24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identitní</a:t>
            </a:r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 prostředek</a:t>
            </a:r>
            <a:endParaRPr kumimoji="0" lang="en-GB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"/>
            </a:endParaRPr>
          </a:p>
        </p:txBody>
      </p:sp>
      <p:sp>
        <p:nvSpPr>
          <p:cNvPr id="28" name="Šipka doleva 27"/>
          <p:cNvSpPr/>
          <p:nvPr/>
        </p:nvSpPr>
        <p:spPr>
          <a:xfrm>
            <a:off x="9974921" y="3524211"/>
            <a:ext cx="12204000" cy="432000"/>
          </a:xfrm>
          <a:prstGeom prst="leftArrow">
            <a:avLst/>
          </a:prstGeom>
          <a:solidFill>
            <a:srgbClr val="FF0066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01" y="2801752"/>
            <a:ext cx="8375734" cy="10464960"/>
          </a:xfrm>
          <a:prstGeom prst="rect">
            <a:avLst/>
          </a:prstGeom>
        </p:spPr>
      </p:pic>
      <p:sp>
        <p:nvSpPr>
          <p:cNvPr id="35" name="Šipka doleva 34"/>
          <p:cNvSpPr/>
          <p:nvPr/>
        </p:nvSpPr>
        <p:spPr>
          <a:xfrm>
            <a:off x="11225813" y="10532174"/>
            <a:ext cx="12204000" cy="43200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6" name="TextovéPole 35"/>
          <p:cNvSpPr txBox="1"/>
          <p:nvPr/>
        </p:nvSpPr>
        <p:spPr>
          <a:xfrm>
            <a:off x="12255311" y="10110049"/>
            <a:ext cx="5572353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„Soukromoprávní“ – ČSOB, </a:t>
            </a:r>
            <a:r>
              <a:rPr lang="cs-CZ" sz="2400" dirty="0" err="1"/>
              <a:t>LoA</a:t>
            </a:r>
            <a:r>
              <a:rPr lang="cs-CZ" sz="2400" dirty="0"/>
              <a:t> </a:t>
            </a:r>
            <a:r>
              <a:rPr lang="cs-CZ" sz="2400" dirty="0" smtClean="0"/>
              <a:t>„LOW“</a:t>
            </a:r>
            <a:endParaRPr lang="en-GB" sz="2400" dirty="0"/>
          </a:p>
        </p:txBody>
      </p:sp>
      <p:sp>
        <p:nvSpPr>
          <p:cNvPr id="37" name="Šipka doleva 36"/>
          <p:cNvSpPr/>
          <p:nvPr/>
        </p:nvSpPr>
        <p:spPr>
          <a:xfrm>
            <a:off x="9981101" y="11601994"/>
            <a:ext cx="12204000" cy="43200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8" name="TextovéPole 37"/>
          <p:cNvSpPr txBox="1"/>
          <p:nvPr/>
        </p:nvSpPr>
        <p:spPr>
          <a:xfrm>
            <a:off x="11027776" y="11102813"/>
            <a:ext cx="7196195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„Soukromoprávní“ –  ČS a.s.,</a:t>
            </a:r>
            <a:r>
              <a:rPr kumimoji="0" lang="cs-CZ" sz="24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 </a:t>
            </a:r>
            <a:r>
              <a:rPr lang="cs-CZ" sz="2400" dirty="0" err="1" smtClean="0"/>
              <a:t>LoA</a:t>
            </a:r>
            <a:r>
              <a:rPr lang="cs-CZ" sz="2400" dirty="0" smtClean="0"/>
              <a:t> </a:t>
            </a:r>
            <a:r>
              <a:rPr lang="cs-CZ" sz="2400" dirty="0"/>
              <a:t>„SUBSTANTIAL“</a:t>
            </a:r>
            <a:endParaRPr lang="en-GB" sz="2400" dirty="0"/>
          </a:p>
        </p:txBody>
      </p:sp>
      <p:sp>
        <p:nvSpPr>
          <p:cNvPr id="43" name="Šipka doleva 42"/>
          <p:cNvSpPr/>
          <p:nvPr/>
        </p:nvSpPr>
        <p:spPr>
          <a:xfrm>
            <a:off x="11223572" y="12543565"/>
            <a:ext cx="12204000" cy="432000"/>
          </a:xfrm>
          <a:prstGeom prst="leftArrow">
            <a:avLst/>
          </a:prstGeom>
          <a:solidFill>
            <a:srgbClr val="FFC0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4" name="TextovéPole 43"/>
          <p:cNvSpPr txBox="1"/>
          <p:nvPr/>
        </p:nvSpPr>
        <p:spPr>
          <a:xfrm>
            <a:off x="12253070" y="12121440"/>
            <a:ext cx="6736133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r>
              <a:rPr kumimoji="0" lang="cs-CZ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"/>
              </a:rPr>
              <a:t>„Soukromoprávní“ – KB, </a:t>
            </a:r>
            <a:r>
              <a:rPr lang="cs-CZ" sz="2400" dirty="0" err="1"/>
              <a:t>LoA</a:t>
            </a:r>
            <a:r>
              <a:rPr lang="cs-CZ" sz="2400" dirty="0"/>
              <a:t> „SUBSTANTIAL“</a:t>
            </a:r>
            <a:endParaRPr lang="en-GB" sz="2400" dirty="0"/>
          </a:p>
        </p:txBody>
      </p:sp>
      <p:sp>
        <p:nvSpPr>
          <p:cNvPr id="23" name="TextovéPole 22"/>
          <p:cNvSpPr txBox="1"/>
          <p:nvPr/>
        </p:nvSpPr>
        <p:spPr>
          <a:xfrm rot="21023375">
            <a:off x="19407170" y="12370698"/>
            <a:ext cx="4980845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b="1" dirty="0">
                <a:solidFill>
                  <a:srgbClr val="002060"/>
                </a:solidFill>
              </a:rPr>
              <a:t>v</a:t>
            </a:r>
            <a:r>
              <a:rPr lang="cs-CZ" b="1" dirty="0" smtClean="0">
                <a:solidFill>
                  <a:srgbClr val="002060"/>
                </a:solidFill>
              </a:rPr>
              <a:t> průběhu</a:t>
            </a:r>
            <a:r>
              <a:rPr kumimoji="0" lang="cs-CZ" sz="3600" b="1" i="0" u="none" strike="noStrike" cap="none" spc="0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uFillTx/>
                <a:sym typeface="Helvetica"/>
              </a:rPr>
              <a:t> února 2021</a:t>
            </a:r>
            <a:endParaRPr kumimoji="0" lang="en-GB" sz="36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sym typeface="Helvetica"/>
            </a:endParaRPr>
          </a:p>
        </p:txBody>
      </p:sp>
      <p:sp>
        <p:nvSpPr>
          <p:cNvPr id="48" name="Obdélník 47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5965628" y="720708"/>
            <a:ext cx="17349288" cy="1511402"/>
          </a:xfrm>
          <a:prstGeom prst="rect">
            <a:avLst/>
          </a:prstGeom>
        </p:spPr>
        <p:txBody>
          <a:bodyPr vert="horz" lIns="217709" tIns="108855" rIns="217709" bIns="108855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Poskytovatelé </a:t>
            </a:r>
            <a:r>
              <a:rPr lang="cs-CZ" sz="6900" b="1" dirty="0" err="1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identitních</a:t>
            </a:r>
            <a:r>
              <a:rPr lang="cs-CZ" sz="69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služeb </a:t>
            </a:r>
          </a:p>
        </p:txBody>
      </p:sp>
    </p:spTree>
    <p:extLst>
      <p:ext uri="{BB962C8B-B14F-4D97-AF65-F5344CB8AC3E}">
        <p14:creationId xmlns:p14="http://schemas.microsoft.com/office/powerpoint/2010/main" val="242581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délník 22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21572220" y="6934483"/>
            <a:ext cx="1179712" cy="10614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pic>
        <p:nvPicPr>
          <p:cNvPr id="61" name="Obrázek 60">
            <a:extLst>
              <a:ext uri="{FF2B5EF4-FFF2-40B4-BE49-F238E27FC236}">
                <a16:creationId xmlns:a16="http://schemas.microsoft.com/office/drawing/2014/main" id="{30A4A16E-519B-46BB-8B6A-7950DD214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9387" y="2215292"/>
            <a:ext cx="2635354" cy="1762387"/>
          </a:xfrm>
          <a:prstGeom prst="rect">
            <a:avLst/>
          </a:prstGeom>
        </p:spPr>
      </p:pic>
      <p:pic>
        <p:nvPicPr>
          <p:cNvPr id="59" name="Picture 12">
            <a:extLst>
              <a:ext uri="{FF2B5EF4-FFF2-40B4-BE49-F238E27FC236}">
                <a16:creationId xmlns:a16="http://schemas.microsoft.com/office/drawing/2014/main" id="{3A1B915C-7A47-446D-BA20-CD83B521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1386" y="2675324"/>
            <a:ext cx="2713158" cy="173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Title 1">
            <a:extLst>
              <a:ext uri="{FF2B5EF4-FFF2-40B4-BE49-F238E27FC236}">
                <a16:creationId xmlns:a16="http://schemas.microsoft.com/office/drawing/2014/main" id="{2D64D9C0-4499-45A9-A140-F408AC30200F}"/>
              </a:ext>
            </a:extLst>
          </p:cNvPr>
          <p:cNvSpPr txBox="1">
            <a:spLocks/>
          </p:cNvSpPr>
          <p:nvPr/>
        </p:nvSpPr>
        <p:spPr>
          <a:xfrm>
            <a:off x="6575376" y="604834"/>
            <a:ext cx="17641960" cy="1511402"/>
          </a:xfrm>
          <a:prstGeom prst="rect">
            <a:avLst/>
          </a:prstGeom>
        </p:spPr>
        <p:txBody>
          <a:bodyPr vert="horz" lIns="217709" tIns="108855" rIns="217709" bIns="108855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Statistika prostředků, jejich počet</a:t>
            </a:r>
            <a:r>
              <a:rPr lang="cs-CZ" sz="69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a využití</a:t>
            </a:r>
            <a:endParaRPr lang="cs-CZ" sz="69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05" y="9443127"/>
            <a:ext cx="3854285" cy="2455433"/>
          </a:xfrm>
          <a:prstGeom prst="rect">
            <a:avLst/>
          </a:prstGeom>
        </p:spPr>
      </p:pic>
      <p:pic>
        <p:nvPicPr>
          <p:cNvPr id="2" name="Obrázek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76" y="9345047"/>
            <a:ext cx="4474165" cy="3361803"/>
          </a:xfrm>
          <a:prstGeom prst="rect">
            <a:avLst/>
          </a:prstGeom>
        </p:spPr>
      </p:pic>
      <p:pic>
        <p:nvPicPr>
          <p:cNvPr id="16" name="Zástupný obsah 3">
            <a:extLst>
              <a:ext uri="{FF2B5EF4-FFF2-40B4-BE49-F238E27FC236}">
                <a16:creationId xmlns:a16="http://schemas.microsoft.com/office/drawing/2014/main" id="{77E9EF8A-42CC-4766-B2F1-F93D83ECB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1225" y="2508285"/>
            <a:ext cx="2139222" cy="4117173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2766" y="8974590"/>
            <a:ext cx="3805498" cy="4238280"/>
          </a:xfrm>
          <a:prstGeom prst="rect">
            <a:avLst/>
          </a:prstGeom>
        </p:spPr>
      </p:pic>
      <p:pic>
        <p:nvPicPr>
          <p:cNvPr id="11" name="Obrázek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52116" y="9443127"/>
            <a:ext cx="4639225" cy="3853786"/>
          </a:xfrm>
          <a:prstGeom prst="rect">
            <a:avLst/>
          </a:prstGeom>
        </p:spPr>
      </p:pic>
      <p:pic>
        <p:nvPicPr>
          <p:cNvPr id="12" name="Obrázek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51001" y="9141882"/>
            <a:ext cx="3418263" cy="415503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9532" y="4918348"/>
            <a:ext cx="33909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9396" y="4911502"/>
            <a:ext cx="44577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2080" y="5519737"/>
            <a:ext cx="3390900" cy="292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05" y="2675324"/>
            <a:ext cx="9906000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38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délník 12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7" name="Obrázek 4" descr="image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427" y="7047908"/>
            <a:ext cx="9023840" cy="538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obsah 3"/>
          <p:cNvSpPr txBox="1">
            <a:spLocks/>
          </p:cNvSpPr>
          <p:nvPr/>
        </p:nvSpPr>
        <p:spPr>
          <a:xfrm>
            <a:off x="8237126" y="5733257"/>
            <a:ext cx="449674" cy="37003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685800" marR="0" indent="-68580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1110342" marR="0" indent="-653142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1524000" marR="0" indent="-60960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21031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5603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30175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3474720" marR="0" indent="-731520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3931918" marR="0" indent="-731518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4389118" marR="0" indent="-731518" algn="l" defTabSz="1828800" rtl="0" latinLnBrk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hangingPunct="1">
              <a:buFont typeface="Arial"/>
              <a:buNone/>
            </a:pPr>
            <a:r>
              <a:rPr lang="cs-CZ" sz="2400" smtClean="0"/>
              <a:t> </a:t>
            </a:r>
            <a:endParaRPr lang="cs-CZ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55396" y="723626"/>
            <a:ext cx="15409712" cy="1389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MEG - mobilní klíč </a:t>
            </a:r>
            <a:r>
              <a:rPr lang="cs-CZ" sz="6900" b="1" dirty="0" err="1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eG</a:t>
            </a:r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– od 12/2020</a:t>
            </a:r>
            <a:endParaRPr lang="cs-CZ" sz="69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6" descr="A picture containing monitor, screen&#10;&#10;Description automatically generated">
            <a:extLst>
              <a:ext uri="{FF2B5EF4-FFF2-40B4-BE49-F238E27FC236}">
                <a16:creationId xmlns:a16="http://schemas.microsoft.com/office/drawing/2014/main" id="{5FAF7BDA-815F-41E2-A564-2F8DD865EF0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3" b="14151"/>
          <a:stretch/>
        </p:blipFill>
        <p:spPr>
          <a:xfrm rot="5400000">
            <a:off x="10519597" y="10740958"/>
            <a:ext cx="3473623" cy="1799576"/>
          </a:xfrm>
          <a:prstGeom prst="rect">
            <a:avLst/>
          </a:prstGeom>
        </p:spPr>
      </p:pic>
      <p:pic>
        <p:nvPicPr>
          <p:cNvPr id="6" name="Obrázek 2" descr="image0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48" y="2644756"/>
            <a:ext cx="811057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délník 1"/>
          <p:cNvSpPr/>
          <p:nvPr/>
        </p:nvSpPr>
        <p:spPr>
          <a:xfrm>
            <a:off x="9937903" y="2917101"/>
            <a:ext cx="124792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4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Mobilní aplikace pro </a:t>
            </a:r>
            <a:r>
              <a:rPr lang="cs-CZ" sz="5400" b="1" dirty="0" err="1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cs-CZ" sz="5400" b="1" dirty="0" err="1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martphone</a:t>
            </a:r>
            <a:r>
              <a:rPr lang="cs-CZ" sz="54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 tablet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39211EE-E35E-4EF5-957A-6A6A215BE2C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500"/>
          <a:stretch/>
        </p:blipFill>
        <p:spPr>
          <a:xfrm>
            <a:off x="9937903" y="9412463"/>
            <a:ext cx="2133164" cy="37039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Zástupný obsah 3">
            <a:extLst>
              <a:ext uri="{FF2B5EF4-FFF2-40B4-BE49-F238E27FC236}">
                <a16:creationId xmlns:a16="http://schemas.microsoft.com/office/drawing/2014/main" id="{B042253C-3410-4630-B0C3-F820B7F94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9052113"/>
            <a:ext cx="1850554" cy="356159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14856296" y="10602416"/>
            <a:ext cx="72728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400" b="1" dirty="0">
                <a:hlinkClick r:id="rId8"/>
              </a:rPr>
              <a:t>https://chciidentitu.gov.cz/</a:t>
            </a:r>
            <a:endParaRPr lang="cs-CZ" sz="4400" b="1" dirty="0"/>
          </a:p>
        </p:txBody>
      </p:sp>
      <p:sp>
        <p:nvSpPr>
          <p:cNvPr id="12" name="Obdélník 11"/>
          <p:cNvSpPr/>
          <p:nvPr/>
        </p:nvSpPr>
        <p:spPr>
          <a:xfrm>
            <a:off x="15648384" y="11698066"/>
            <a:ext cx="60486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400" b="1" dirty="0" smtClean="0">
                <a:hlinkClick r:id="rId9"/>
              </a:rPr>
              <a:t>Youtube video návod</a:t>
            </a:r>
            <a:endParaRPr lang="cs-CZ" sz="4400" b="1" dirty="0"/>
          </a:p>
        </p:txBody>
      </p:sp>
      <p:sp>
        <p:nvSpPr>
          <p:cNvPr id="14" name="Obdélník 13"/>
          <p:cNvSpPr/>
          <p:nvPr/>
        </p:nvSpPr>
        <p:spPr>
          <a:xfrm>
            <a:off x="14280232" y="4395596"/>
            <a:ext cx="96717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cs-CZ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nový </a:t>
            </a:r>
            <a:r>
              <a:rPr lang="cs-CZ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identifikační prostředek </a:t>
            </a:r>
            <a:r>
              <a:rPr lang="cs-CZ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aplikace do „chytrých“ telefonů nebo </a:t>
            </a:r>
            <a:r>
              <a:rPr lang="cs-CZ" dirty="0" err="1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tabletů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endParaRPr lang="cs-CZ" dirty="0">
              <a:solidFill>
                <a:srgbClr val="1F497D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operační </a:t>
            </a: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systémy </a:t>
            </a:r>
            <a:r>
              <a:rPr lang="cs-CZ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Android a </a:t>
            </a:r>
            <a:r>
              <a:rPr lang="cs-CZ" b="1" dirty="0" err="1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iOS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endParaRPr lang="en-GB" dirty="0">
              <a:solidFill>
                <a:srgbClr val="1F497D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úroveň záruky </a:t>
            </a:r>
            <a:r>
              <a:rPr lang="cs-CZ" dirty="0" err="1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LoA</a:t>
            </a: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„</a:t>
            </a:r>
            <a:r>
              <a:rPr lang="cs-CZ" b="1" dirty="0" err="1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Substantial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“,</a:t>
            </a:r>
            <a:endParaRPr lang="cs-CZ" dirty="0">
              <a:solidFill>
                <a:srgbClr val="1F497D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párování stávající elektronické identity 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 NIA s aplikací MEG pomocí</a:t>
            </a:r>
            <a:r>
              <a:rPr lang="cs-CZ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iniciačního QR </a:t>
            </a:r>
            <a:r>
              <a:rPr lang="cs-CZ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kódu</a:t>
            </a: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cs-CZ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velmi pohodlné přihlášení </a:t>
            </a: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 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NIA vyfocením QR, předpokládáme široké užití občanů při </a:t>
            </a:r>
            <a:r>
              <a:rPr lang="cs-CZ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komunikaci s veřejnou správou</a:t>
            </a: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cs-CZ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ČR</a:t>
            </a:r>
            <a:r>
              <a:rPr lang="cs-CZ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371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bdélník 123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034" name="Picture 10" descr="Certifikát Ecommerce Europe Trustmark - DENTALweb.cz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897" y="3082668"/>
            <a:ext cx="9522106" cy="997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Česká republika | Cannape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34" y="4818481"/>
            <a:ext cx="10310252" cy="581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8660386" y="377280"/>
            <a:ext cx="12820646" cy="1389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Mezinárodní uzel </a:t>
            </a:r>
            <a:r>
              <a:rPr lang="cs-CZ" sz="6900" b="1" dirty="0" err="1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eIDAS</a:t>
            </a:r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node</a:t>
            </a:r>
            <a:endParaRPr lang="en-US" sz="69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3" name="Picture 7">
            <a:extLst>
              <a:ext uri="{FF2B5EF4-FFF2-40B4-BE49-F238E27FC236}">
                <a16:creationId xmlns:a16="http://schemas.microsoft.com/office/drawing/2014/main" id="{7C5099BF-9323-654F-B49D-5F33F2BE2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0672" y="3339700"/>
            <a:ext cx="5688054" cy="3699678"/>
          </a:xfrm>
          <a:prstGeom prst="rect">
            <a:avLst/>
          </a:prstGeom>
        </p:spPr>
      </p:pic>
      <p:cxnSp>
        <p:nvCxnSpPr>
          <p:cNvPr id="3103" name="Přímá spojnice 3102"/>
          <p:cNvCxnSpPr/>
          <p:nvPr/>
        </p:nvCxnSpPr>
        <p:spPr>
          <a:xfrm flipV="1">
            <a:off x="9144193" y="2465513"/>
            <a:ext cx="4271943" cy="10591498"/>
          </a:xfrm>
          <a:prstGeom prst="line">
            <a:avLst/>
          </a:prstGeom>
          <a:ln w="127000"/>
          <a:effectLst>
            <a:outerShdw blurRad="76200" dist="38100" dir="5400000" rotWithShape="0">
              <a:srgbClr val="000000"/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086" name="Skupina 3085"/>
          <p:cNvGrpSpPr/>
          <p:nvPr/>
        </p:nvGrpSpPr>
        <p:grpSpPr>
          <a:xfrm>
            <a:off x="742728" y="2158041"/>
            <a:ext cx="8801183" cy="5177457"/>
            <a:chOff x="14308395" y="4409727"/>
            <a:chExt cx="9529871" cy="588506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79" name="Ovál 78"/>
            <p:cNvSpPr/>
            <p:nvPr/>
          </p:nvSpPr>
          <p:spPr>
            <a:xfrm>
              <a:off x="14308395" y="4409727"/>
              <a:ext cx="9529871" cy="5885067"/>
            </a:xfrm>
            <a:prstGeom prst="ellipse">
              <a:avLst/>
            </a:prstGeom>
            <a:grpFill/>
            <a:ln w="50800" cap="flat">
              <a:solidFill>
                <a:srgbClr val="FF0000"/>
              </a:solidFill>
              <a:prstDash val="solid"/>
              <a:round/>
            </a:ln>
            <a:effectLst>
              <a:outerShdw blurRad="76200" dist="38100" dir="5400000" rotWithShape="0">
                <a:schemeClr val="tx1">
                  <a:alpha val="35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ctr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sp>
          <p:nvSpPr>
            <p:cNvPr id="76" name="Obdélník 75"/>
            <p:cNvSpPr/>
            <p:nvPr/>
          </p:nvSpPr>
          <p:spPr>
            <a:xfrm>
              <a:off x="15332070" y="5546152"/>
              <a:ext cx="7469290" cy="35683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cs-CZ" sz="5400" b="1" dirty="0" smtClean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Služba PROXY SERVICE:</a:t>
              </a:r>
            </a:p>
            <a:p>
              <a:endParaRPr lang="cs-CZ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  <a:p>
              <a:r>
                <a:rPr lang="cs-CZ" b="1" dirty="0" smtClean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Občan ČR prokazuje svoji identitu v členském státě EU notifikovaným eID prostředkem ČR (</a:t>
              </a:r>
              <a:r>
                <a:rPr lang="cs-CZ" b="1" dirty="0" err="1" smtClean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eOP</a:t>
              </a:r>
              <a:r>
                <a:rPr lang="cs-CZ" b="1" dirty="0" smtClean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).</a:t>
              </a:r>
              <a:endParaRPr lang="cs-CZ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pic>
        <p:nvPicPr>
          <p:cNvPr id="104" name="Picture 12">
            <a:extLst>
              <a:ext uri="{FF2B5EF4-FFF2-40B4-BE49-F238E27FC236}">
                <a16:creationId xmlns:a16="http://schemas.microsoft.com/office/drawing/2014/main" id="{3A1B915C-7A47-446D-BA20-CD83B521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74" y="9875325"/>
            <a:ext cx="5363254" cy="342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" name="Skupina 77"/>
          <p:cNvGrpSpPr/>
          <p:nvPr/>
        </p:nvGrpSpPr>
        <p:grpSpPr>
          <a:xfrm>
            <a:off x="16268312" y="8148366"/>
            <a:ext cx="8115688" cy="5150358"/>
            <a:chOff x="718631" y="2973366"/>
            <a:chExt cx="9476096" cy="5845457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" name="Ovál 5"/>
            <p:cNvSpPr/>
            <p:nvPr/>
          </p:nvSpPr>
          <p:spPr>
            <a:xfrm>
              <a:off x="718631" y="2973366"/>
              <a:ext cx="9476096" cy="5845457"/>
            </a:xfrm>
            <a:prstGeom prst="ellipse">
              <a:avLst/>
            </a:prstGeom>
            <a:grpFill/>
            <a:ln w="50800" cap="flat">
              <a:solidFill>
                <a:schemeClr val="accent3">
                  <a:lumMod val="75000"/>
                </a:schemeClr>
              </a:solidFill>
              <a:prstDash val="solid"/>
              <a:round/>
            </a:ln>
            <a:effectLst>
              <a:outerShdw blurRad="76200" dist="381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ctr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  <p:sp>
          <p:nvSpPr>
            <p:cNvPr id="75" name="Obdélník 74"/>
            <p:cNvSpPr/>
            <p:nvPr/>
          </p:nvSpPr>
          <p:spPr>
            <a:xfrm>
              <a:off x="2112945" y="3814150"/>
              <a:ext cx="7694622" cy="419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cs-CZ" sz="5400" b="1" dirty="0" smtClean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Služba CONNECTOR:</a:t>
              </a:r>
            </a:p>
            <a:p>
              <a:endParaRPr lang="cs-CZ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  <a:p>
              <a:r>
                <a:rPr lang="cs-CZ" b="1" dirty="0" smtClean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Občan jiného členského státu EU prokazuje </a:t>
              </a:r>
              <a:r>
                <a:rPr lang="cs-CZ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svoji identitu v </a:t>
              </a:r>
              <a:r>
                <a:rPr lang="cs-CZ" b="1" dirty="0" smtClean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ČR notifikovaným </a:t>
              </a:r>
              <a:r>
                <a:rPr lang="cs-CZ" b="1" dirty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eID prostředkem </a:t>
              </a:r>
              <a:r>
                <a:rPr lang="cs-CZ" b="1" dirty="0" smtClean="0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jiného členského státu EU.</a:t>
              </a:r>
              <a:endParaRPr lang="cs-CZ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66" name="Skupina 165"/>
          <p:cNvGrpSpPr/>
          <p:nvPr/>
        </p:nvGrpSpPr>
        <p:grpSpPr>
          <a:xfrm>
            <a:off x="9707780" y="6481590"/>
            <a:ext cx="3115246" cy="2493436"/>
            <a:chOff x="25498576" y="-3943200"/>
            <a:chExt cx="3446080" cy="2222774"/>
          </a:xfrm>
        </p:grpSpPr>
        <p:sp>
          <p:nvSpPr>
            <p:cNvPr id="167" name="Zaoblený obdélník 166"/>
            <p:cNvSpPr/>
            <p:nvPr/>
          </p:nvSpPr>
          <p:spPr>
            <a:xfrm>
              <a:off x="25498576" y="-3943200"/>
              <a:ext cx="3446080" cy="222277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217709" tIns="108855" rIns="217709" bIns="108855" rtlCol="0" anchor="t"/>
            <a:lstStyle/>
            <a:p>
              <a:pPr algn="ctr"/>
              <a:endParaRPr lang="en-US" sz="3300" b="1" dirty="0">
                <a:solidFill>
                  <a:srgbClr val="C00000"/>
                </a:solidFill>
              </a:endParaRPr>
            </a:p>
            <a:p>
              <a:pPr algn="ctr"/>
              <a:endParaRPr lang="en-US" sz="3300" b="1" dirty="0">
                <a:solidFill>
                  <a:srgbClr val="C00000"/>
                </a:solidFill>
              </a:endParaRPr>
            </a:p>
            <a:p>
              <a:pPr algn="ctr"/>
              <a:r>
                <a:rPr lang="cs-CZ" sz="3300" b="1" dirty="0">
                  <a:solidFill>
                    <a:srgbClr val="C00000"/>
                  </a:solidFill>
                </a:rPr>
                <a:t>Mezinárodní </a:t>
              </a:r>
              <a:r>
                <a:rPr lang="en-US" sz="3300" b="1" dirty="0" err="1">
                  <a:solidFill>
                    <a:srgbClr val="C00000"/>
                  </a:solidFill>
                </a:rPr>
                <a:t>uzel</a:t>
              </a:r>
              <a:r>
                <a:rPr lang="cs-CZ" sz="3300" b="1" dirty="0">
                  <a:solidFill>
                    <a:srgbClr val="C00000"/>
                  </a:solidFill>
                </a:rPr>
                <a:t> eIDAS</a:t>
              </a:r>
            </a:p>
          </p:txBody>
        </p:sp>
        <p:pic>
          <p:nvPicPr>
            <p:cNvPr id="168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59213" y="-3709935"/>
              <a:ext cx="1053869" cy="52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3" name="Zakřivená spojnice 42"/>
          <p:cNvCxnSpPr>
            <a:stCxn id="83" idx="1"/>
          </p:cNvCxnSpPr>
          <p:nvPr/>
        </p:nvCxnSpPr>
        <p:spPr>
          <a:xfrm rot="10800000" flipV="1">
            <a:off x="12823026" y="5189539"/>
            <a:ext cx="5417646" cy="1909496"/>
          </a:xfrm>
          <a:prstGeom prst="curvedConnector3">
            <a:avLst>
              <a:gd name="adj1" fmla="val 50000"/>
            </a:avLst>
          </a:prstGeom>
          <a:ln w="152400"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1" name="Zakřivená spojnice 130"/>
          <p:cNvCxnSpPr/>
          <p:nvPr/>
        </p:nvCxnSpPr>
        <p:spPr>
          <a:xfrm rot="10800000" flipV="1">
            <a:off x="5707930" y="8370168"/>
            <a:ext cx="3999850" cy="3528391"/>
          </a:xfrm>
          <a:prstGeom prst="curvedConnector3">
            <a:avLst>
              <a:gd name="adj1" fmla="val 50000"/>
            </a:avLst>
          </a:prstGeom>
          <a:ln w="15240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7" name="Title 1"/>
          <p:cNvSpPr txBox="1">
            <a:spLocks/>
          </p:cNvSpPr>
          <p:nvPr/>
        </p:nvSpPr>
        <p:spPr>
          <a:xfrm>
            <a:off x="9878644" y="6610891"/>
            <a:ext cx="1885725" cy="976288"/>
          </a:xfrm>
          <a:prstGeom prst="rect">
            <a:avLst/>
          </a:prstGeom>
        </p:spPr>
        <p:txBody>
          <a:bodyPr vert="horz" lIns="217709" tIns="108855" rIns="217709" bIns="10885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5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4.</a:t>
            </a:r>
            <a:endParaRPr lang="en-US" sz="5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19" name="Obrázek 2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47774" y="7078355"/>
            <a:ext cx="2180952" cy="514286"/>
          </a:xfrm>
          <a:prstGeom prst="rect">
            <a:avLst/>
          </a:prstGeom>
        </p:spPr>
      </p:pic>
      <p:cxnSp>
        <p:nvCxnSpPr>
          <p:cNvPr id="33" name="Zakřivená spojnice 32"/>
          <p:cNvCxnSpPr/>
          <p:nvPr/>
        </p:nvCxnSpPr>
        <p:spPr>
          <a:xfrm rot="10800000" flipV="1">
            <a:off x="12823026" y="7803703"/>
            <a:ext cx="7289858" cy="566465"/>
          </a:xfrm>
          <a:prstGeom prst="curvedConnector3">
            <a:avLst>
              <a:gd name="adj1" fmla="val 50000"/>
            </a:avLst>
          </a:prstGeom>
          <a:ln w="152400">
            <a:solidFill>
              <a:srgbClr val="00B0F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Zakřivená spojnice 34"/>
          <p:cNvCxnSpPr/>
          <p:nvPr/>
        </p:nvCxnSpPr>
        <p:spPr>
          <a:xfrm rot="10800000" flipV="1">
            <a:off x="4631162" y="7193618"/>
            <a:ext cx="5076618" cy="610086"/>
          </a:xfrm>
          <a:prstGeom prst="curvedConnector3">
            <a:avLst>
              <a:gd name="adj1" fmla="val 50000"/>
            </a:avLst>
          </a:prstGeom>
          <a:ln w="152400"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Title 1"/>
          <p:cNvSpPr txBox="1">
            <a:spLocks/>
          </p:cNvSpPr>
          <p:nvPr/>
        </p:nvSpPr>
        <p:spPr>
          <a:xfrm>
            <a:off x="3009262" y="7384419"/>
            <a:ext cx="2386907" cy="8385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ČUZaK</a:t>
            </a:r>
            <a:endParaRPr lang="en-US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17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40" y="2541259"/>
            <a:ext cx="23160703" cy="10657184"/>
          </a:xfrm>
          <a:prstGeom prst="rect">
            <a:avLst/>
          </a:prstGeom>
        </p:spPr>
      </p:pic>
      <p:sp>
        <p:nvSpPr>
          <p:cNvPr id="79" name="Zaoblený obdélník 78"/>
          <p:cNvSpPr/>
          <p:nvPr/>
        </p:nvSpPr>
        <p:spPr>
          <a:xfrm>
            <a:off x="12258492" y="10201133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8" name="Zaoblený obdélník 77"/>
          <p:cNvSpPr/>
          <p:nvPr/>
        </p:nvSpPr>
        <p:spPr>
          <a:xfrm>
            <a:off x="18076210" y="8718684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7" name="Zaoblený obdélník 76"/>
          <p:cNvSpPr/>
          <p:nvPr/>
        </p:nvSpPr>
        <p:spPr>
          <a:xfrm>
            <a:off x="17786113" y="4433713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" name="Zaoblený obdélník 75"/>
          <p:cNvSpPr/>
          <p:nvPr/>
        </p:nvSpPr>
        <p:spPr>
          <a:xfrm>
            <a:off x="12131574" y="3029020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" name="Zaoblený obdélník 74"/>
          <p:cNvSpPr/>
          <p:nvPr/>
        </p:nvSpPr>
        <p:spPr>
          <a:xfrm>
            <a:off x="18155214" y="11633904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4" name="Zaoblený obdélník 73"/>
          <p:cNvSpPr/>
          <p:nvPr/>
        </p:nvSpPr>
        <p:spPr>
          <a:xfrm>
            <a:off x="12241284" y="11633946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3" name="Zaoblený obdélník 72"/>
          <p:cNvSpPr/>
          <p:nvPr/>
        </p:nvSpPr>
        <p:spPr>
          <a:xfrm>
            <a:off x="6457407" y="11573558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2" name="Zaoblený obdélník 71"/>
          <p:cNvSpPr/>
          <p:nvPr/>
        </p:nvSpPr>
        <p:spPr>
          <a:xfrm>
            <a:off x="6498164" y="5910711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1" name="Zaoblený obdélník 70"/>
          <p:cNvSpPr/>
          <p:nvPr/>
        </p:nvSpPr>
        <p:spPr>
          <a:xfrm>
            <a:off x="739806" y="11610297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" name="Zaoblený obdélník 1"/>
          <p:cNvSpPr/>
          <p:nvPr/>
        </p:nvSpPr>
        <p:spPr>
          <a:xfrm>
            <a:off x="739806" y="4425992"/>
            <a:ext cx="5187498" cy="1207872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65501" y="919641"/>
            <a:ext cx="15409712" cy="1389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Mezinárodní uzel </a:t>
            </a:r>
            <a:r>
              <a:rPr lang="cs-CZ" sz="6900" b="1" dirty="0" err="1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eIDAS</a:t>
            </a:r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node</a:t>
            </a:r>
            <a:endParaRPr lang="en-US" sz="69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110" y="6117100"/>
            <a:ext cx="2790476" cy="533333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9073" y="8967613"/>
            <a:ext cx="2600000" cy="561905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823" y="7545887"/>
            <a:ext cx="2542857" cy="542857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9251" y="11942189"/>
            <a:ext cx="1838095" cy="533333"/>
          </a:xfrm>
          <a:prstGeom prst="rect">
            <a:avLst/>
          </a:prstGeom>
        </p:spPr>
      </p:pic>
      <p:pic>
        <p:nvPicPr>
          <p:cNvPr id="12" name="Obrázek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4106" y="9014847"/>
            <a:ext cx="2447619" cy="571429"/>
          </a:xfrm>
          <a:prstGeom prst="rect">
            <a:avLst/>
          </a:prstGeom>
        </p:spPr>
      </p:pic>
      <p:pic>
        <p:nvPicPr>
          <p:cNvPr id="13" name="Obrázek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7177" y="4748119"/>
            <a:ext cx="2761905" cy="523810"/>
          </a:xfrm>
          <a:prstGeom prst="rect">
            <a:avLst/>
          </a:prstGeom>
        </p:spPr>
      </p:pic>
      <p:pic>
        <p:nvPicPr>
          <p:cNvPr id="14" name="Obrázek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17177" y="3261997"/>
            <a:ext cx="2180952" cy="514286"/>
          </a:xfrm>
          <a:prstGeom prst="rect">
            <a:avLst/>
          </a:prstGeom>
        </p:spPr>
      </p:pic>
      <p:pic>
        <p:nvPicPr>
          <p:cNvPr id="17" name="Obrázek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9251" y="10462684"/>
            <a:ext cx="2361905" cy="523810"/>
          </a:xfrm>
          <a:prstGeom prst="rect">
            <a:avLst/>
          </a:prstGeom>
        </p:spPr>
      </p:pic>
      <p:pic>
        <p:nvPicPr>
          <p:cNvPr id="18" name="Obrázek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3631" y="11942189"/>
            <a:ext cx="2428571" cy="466667"/>
          </a:xfrm>
          <a:prstGeom prst="rect">
            <a:avLst/>
          </a:prstGeom>
        </p:spPr>
      </p:pic>
      <p:pic>
        <p:nvPicPr>
          <p:cNvPr id="19" name="Obrázek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3527" y="10492804"/>
            <a:ext cx="2761905" cy="542857"/>
          </a:xfrm>
          <a:prstGeom prst="rect">
            <a:avLst/>
          </a:prstGeom>
        </p:spPr>
      </p:pic>
      <p:pic>
        <p:nvPicPr>
          <p:cNvPr id="21" name="Obrázek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02716" y="6078538"/>
            <a:ext cx="2704762" cy="580952"/>
          </a:xfrm>
          <a:prstGeom prst="rect">
            <a:avLst/>
          </a:prstGeom>
        </p:spPr>
      </p:pic>
      <p:pic>
        <p:nvPicPr>
          <p:cNvPr id="22" name="Obrázek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55277" y="11875523"/>
            <a:ext cx="2619048" cy="533333"/>
          </a:xfrm>
          <a:prstGeom prst="rect">
            <a:avLst/>
          </a:prstGeom>
        </p:spPr>
      </p:pic>
      <p:pic>
        <p:nvPicPr>
          <p:cNvPr id="23" name="Obrázek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88603" y="10441271"/>
            <a:ext cx="2457143" cy="533333"/>
          </a:xfrm>
          <a:prstGeom prst="rect">
            <a:avLst/>
          </a:prstGeom>
        </p:spPr>
      </p:pic>
      <p:pic>
        <p:nvPicPr>
          <p:cNvPr id="25" name="Obrázek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17177" y="9014847"/>
            <a:ext cx="3352381" cy="561905"/>
          </a:xfrm>
          <a:prstGeom prst="rect">
            <a:avLst/>
          </a:prstGeom>
        </p:spPr>
      </p:pic>
      <p:pic>
        <p:nvPicPr>
          <p:cNvPr id="26" name="Obrázek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77685" y="7594033"/>
            <a:ext cx="2095238" cy="542857"/>
          </a:xfrm>
          <a:prstGeom prst="rect">
            <a:avLst/>
          </a:prstGeom>
        </p:spPr>
      </p:pic>
      <p:pic>
        <p:nvPicPr>
          <p:cNvPr id="27" name="Obrázek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517177" y="6133667"/>
            <a:ext cx="3428571" cy="552381"/>
          </a:xfrm>
          <a:prstGeom prst="rect">
            <a:avLst/>
          </a:prstGeom>
        </p:spPr>
      </p:pic>
      <p:pic>
        <p:nvPicPr>
          <p:cNvPr id="28" name="Obrázek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256050" y="4674879"/>
            <a:ext cx="2714286" cy="533333"/>
          </a:xfrm>
          <a:prstGeom prst="rect">
            <a:avLst/>
          </a:prstGeom>
        </p:spPr>
      </p:pic>
      <p:pic>
        <p:nvPicPr>
          <p:cNvPr id="29" name="Obrázek 2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256050" y="7545887"/>
            <a:ext cx="2104762" cy="542857"/>
          </a:xfrm>
          <a:prstGeom prst="rect">
            <a:avLst/>
          </a:prstGeom>
        </p:spPr>
      </p:pic>
      <p:pic>
        <p:nvPicPr>
          <p:cNvPr id="34" name="Obrázek 3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202716" y="11880372"/>
            <a:ext cx="4066667" cy="571429"/>
          </a:xfrm>
          <a:prstGeom prst="rect">
            <a:avLst/>
          </a:prstGeom>
        </p:spPr>
      </p:pic>
      <p:grpSp>
        <p:nvGrpSpPr>
          <p:cNvPr id="52" name="Skupina 51"/>
          <p:cNvGrpSpPr/>
          <p:nvPr/>
        </p:nvGrpSpPr>
        <p:grpSpPr>
          <a:xfrm>
            <a:off x="6767315" y="3145468"/>
            <a:ext cx="2205776" cy="615547"/>
            <a:chOff x="5717307" y="4206115"/>
            <a:chExt cx="2205776" cy="615547"/>
          </a:xfrm>
        </p:grpSpPr>
        <p:pic>
          <p:nvPicPr>
            <p:cNvPr id="68" name="Picture 4" descr="vlajka Finska"/>
            <p:cNvPicPr/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7307" y="4320695"/>
              <a:ext cx="630000" cy="460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TextovéPole 84"/>
            <p:cNvSpPr txBox="1"/>
            <p:nvPr/>
          </p:nvSpPr>
          <p:spPr>
            <a:xfrm>
              <a:off x="6557009" y="4206115"/>
              <a:ext cx="1366074" cy="615547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91437" tIns="91437" rIns="91437" bIns="91437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28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Finland</a:t>
              </a:r>
              <a:endParaRPr kumimoji="0" lang="en-GB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grpSp>
        <p:nvGrpSpPr>
          <p:cNvPr id="53" name="Skupina 52"/>
          <p:cNvGrpSpPr/>
          <p:nvPr/>
        </p:nvGrpSpPr>
        <p:grpSpPr>
          <a:xfrm>
            <a:off x="6704110" y="4682627"/>
            <a:ext cx="2285735" cy="615547"/>
            <a:chOff x="5331528" y="4925953"/>
            <a:chExt cx="2285735" cy="615547"/>
          </a:xfrm>
        </p:grpSpPr>
        <p:pic>
          <p:nvPicPr>
            <p:cNvPr id="70" name="Picture 6" descr="vlajka Francie"/>
            <p:cNvPicPr/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1528" y="4979613"/>
              <a:ext cx="630000" cy="460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TextovéPole 85"/>
            <p:cNvSpPr txBox="1"/>
            <p:nvPr/>
          </p:nvSpPr>
          <p:spPr>
            <a:xfrm>
              <a:off x="6312104" y="4925953"/>
              <a:ext cx="1305159" cy="615547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91437" tIns="91437" rIns="91437" bIns="91437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2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France</a:t>
              </a:r>
              <a:endParaRPr kumimoji="0" lang="en-GB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grpSp>
        <p:nvGrpSpPr>
          <p:cNvPr id="54" name="Skupina 53"/>
          <p:cNvGrpSpPr/>
          <p:nvPr/>
        </p:nvGrpSpPr>
        <p:grpSpPr>
          <a:xfrm>
            <a:off x="6706466" y="9014847"/>
            <a:ext cx="2526186" cy="615547"/>
            <a:chOff x="5941002" y="8040056"/>
            <a:chExt cx="2526186" cy="615547"/>
          </a:xfrm>
        </p:grpSpPr>
        <p:pic>
          <p:nvPicPr>
            <p:cNvPr id="3074" name="Picture 2" descr="vlajka Maďarska"/>
            <p:cNvPicPr>
              <a:picLocks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1002" y="8070523"/>
              <a:ext cx="630000" cy="460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TextovéPole 86"/>
            <p:cNvSpPr txBox="1"/>
            <p:nvPr/>
          </p:nvSpPr>
          <p:spPr>
            <a:xfrm>
              <a:off x="6921578" y="8040056"/>
              <a:ext cx="1545610" cy="615547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91437" tIns="91437" rIns="91437" bIns="91437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28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Hungary</a:t>
              </a:r>
              <a:endParaRPr kumimoji="0" lang="en-GB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grpSp>
        <p:nvGrpSpPr>
          <p:cNvPr id="55" name="Skupina 54"/>
          <p:cNvGrpSpPr/>
          <p:nvPr/>
        </p:nvGrpSpPr>
        <p:grpSpPr>
          <a:xfrm>
            <a:off x="18247440" y="3192595"/>
            <a:ext cx="2574695" cy="615547"/>
            <a:chOff x="16444095" y="2686677"/>
            <a:chExt cx="2574695" cy="615547"/>
          </a:xfrm>
        </p:grpSpPr>
        <p:pic>
          <p:nvPicPr>
            <p:cNvPr id="3076" name="Picture 4" descr="vlajka Rumunska"/>
            <p:cNvPicPr>
              <a:picLocks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44095" y="2774708"/>
              <a:ext cx="630000" cy="460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TextovéPole 87"/>
            <p:cNvSpPr txBox="1"/>
            <p:nvPr/>
          </p:nvSpPr>
          <p:spPr>
            <a:xfrm>
              <a:off x="17393030" y="2686677"/>
              <a:ext cx="1625760" cy="615547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91437" tIns="91437" rIns="91437" bIns="91437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28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Romania</a:t>
              </a:r>
              <a:endParaRPr kumimoji="0" lang="en-GB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pic>
        <p:nvPicPr>
          <p:cNvPr id="89" name="Obrázek 8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02677" y="4755490"/>
            <a:ext cx="2419048" cy="485714"/>
          </a:xfrm>
          <a:prstGeom prst="rect">
            <a:avLst/>
          </a:prstGeom>
        </p:spPr>
      </p:pic>
      <p:pic>
        <p:nvPicPr>
          <p:cNvPr id="90" name="Obrázek 8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88753" y="3227863"/>
            <a:ext cx="2504762" cy="523810"/>
          </a:xfrm>
          <a:prstGeom prst="rect">
            <a:avLst/>
          </a:prstGeom>
        </p:spPr>
      </p:pic>
      <p:pic>
        <p:nvPicPr>
          <p:cNvPr id="91" name="Obrázek 9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78880" y="7598423"/>
            <a:ext cx="2619048" cy="542857"/>
          </a:xfrm>
          <a:prstGeom prst="rect">
            <a:avLst/>
          </a:prstGeom>
        </p:spPr>
      </p:pic>
      <p:grpSp>
        <p:nvGrpSpPr>
          <p:cNvPr id="92" name="Skupina 91"/>
          <p:cNvGrpSpPr/>
          <p:nvPr/>
        </p:nvGrpSpPr>
        <p:grpSpPr>
          <a:xfrm>
            <a:off x="1432366" y="6014939"/>
            <a:ext cx="2417535" cy="615547"/>
            <a:chOff x="1036427" y="5210359"/>
            <a:chExt cx="2417535" cy="615547"/>
          </a:xfrm>
        </p:grpSpPr>
        <p:pic>
          <p:nvPicPr>
            <p:cNvPr id="93" name="Picture 2" descr="vlajka Bulharska"/>
            <p:cNvPicPr/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6427" y="5310191"/>
              <a:ext cx="629298" cy="458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ovéPole 93"/>
            <p:cNvSpPr txBox="1"/>
            <p:nvPr/>
          </p:nvSpPr>
          <p:spPr>
            <a:xfrm>
              <a:off x="1948428" y="5210359"/>
              <a:ext cx="1505534" cy="615547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91437" tIns="91437" rIns="91437" bIns="91437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2800" b="0" i="0" u="none" strike="noStrike" cap="none" spc="0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"/>
                </a:rPr>
                <a:t>Bulgaria</a:t>
              </a:r>
              <a:endParaRPr kumimoji="0" lang="en-GB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sp>
        <p:nvSpPr>
          <p:cNvPr id="56" name="Obdélník 55"/>
          <p:cNvSpPr/>
          <p:nvPr/>
        </p:nvSpPr>
        <p:spPr>
          <a:xfrm>
            <a:off x="4713268" y="4433713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5" name="Obdélník 94"/>
          <p:cNvSpPr/>
          <p:nvPr/>
        </p:nvSpPr>
        <p:spPr>
          <a:xfrm>
            <a:off x="4713268" y="11701023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6" name="Obdélník 95"/>
          <p:cNvSpPr/>
          <p:nvPr/>
        </p:nvSpPr>
        <p:spPr>
          <a:xfrm>
            <a:off x="10334645" y="5954858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7" name="Obdélník 96"/>
          <p:cNvSpPr/>
          <p:nvPr/>
        </p:nvSpPr>
        <p:spPr>
          <a:xfrm>
            <a:off x="10406653" y="11610528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8" name="Obdélník 97"/>
          <p:cNvSpPr/>
          <p:nvPr/>
        </p:nvSpPr>
        <p:spPr>
          <a:xfrm>
            <a:off x="15772506" y="3145468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9" name="Obdélník 98"/>
          <p:cNvSpPr/>
          <p:nvPr/>
        </p:nvSpPr>
        <p:spPr>
          <a:xfrm>
            <a:off x="22002223" y="4502192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0" name="Obdélník 99"/>
          <p:cNvSpPr/>
          <p:nvPr/>
        </p:nvSpPr>
        <p:spPr>
          <a:xfrm>
            <a:off x="22345128" y="11701023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1" name="Obdélník 100"/>
          <p:cNvSpPr/>
          <p:nvPr/>
        </p:nvSpPr>
        <p:spPr>
          <a:xfrm>
            <a:off x="15758808" y="11701022"/>
            <a:ext cx="99097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endParaRPr lang="en-GB" sz="8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2" name="Obdélník 101"/>
          <p:cNvSpPr/>
          <p:nvPr/>
        </p:nvSpPr>
        <p:spPr>
          <a:xfrm>
            <a:off x="15072320" y="10026352"/>
            <a:ext cx="213071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 smtClean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r>
              <a:rPr lang="cs-CZ" sz="2400" dirty="0" smtClean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jen </a:t>
            </a:r>
            <a:r>
              <a:rPr lang="cs-CZ" sz="24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3" name="Obdélník 102"/>
          <p:cNvSpPr/>
          <p:nvPr/>
        </p:nvSpPr>
        <p:spPr>
          <a:xfrm>
            <a:off x="21048984" y="8730208"/>
            <a:ext cx="213071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8000" b="1" dirty="0">
                <a:solidFill>
                  <a:srgbClr val="92D05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</a:t>
            </a:r>
            <a:r>
              <a:rPr lang="cs-CZ" sz="24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jen Proxy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5" name="TextovéPole 104"/>
          <p:cNvSpPr txBox="1"/>
          <p:nvPr/>
        </p:nvSpPr>
        <p:spPr>
          <a:xfrm>
            <a:off x="3229249" y="3369357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06" name="TextovéPole 105"/>
          <p:cNvSpPr txBox="1"/>
          <p:nvPr/>
        </p:nvSpPr>
        <p:spPr>
          <a:xfrm>
            <a:off x="3292225" y="6224277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07" name="TextovéPole 106"/>
          <p:cNvSpPr txBox="1"/>
          <p:nvPr/>
        </p:nvSpPr>
        <p:spPr>
          <a:xfrm>
            <a:off x="3292224" y="7750226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08" name="TextovéPole 107"/>
          <p:cNvSpPr txBox="1"/>
          <p:nvPr/>
        </p:nvSpPr>
        <p:spPr>
          <a:xfrm>
            <a:off x="3292224" y="9180625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09" name="TextovéPole 108"/>
          <p:cNvSpPr txBox="1"/>
          <p:nvPr/>
        </p:nvSpPr>
        <p:spPr>
          <a:xfrm>
            <a:off x="8700052" y="7756402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0" name="TextovéPole 109"/>
          <p:cNvSpPr txBox="1"/>
          <p:nvPr/>
        </p:nvSpPr>
        <p:spPr>
          <a:xfrm>
            <a:off x="8638954" y="9213806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1" name="TextovéPole 110"/>
          <p:cNvSpPr txBox="1"/>
          <p:nvPr/>
        </p:nvSpPr>
        <p:spPr>
          <a:xfrm>
            <a:off x="19800453" y="3407043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2" name="TextovéPole 111"/>
          <p:cNvSpPr txBox="1"/>
          <p:nvPr/>
        </p:nvSpPr>
        <p:spPr>
          <a:xfrm>
            <a:off x="8687294" y="10629823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3" name="TextovéPole 112"/>
          <p:cNvSpPr txBox="1"/>
          <p:nvPr/>
        </p:nvSpPr>
        <p:spPr>
          <a:xfrm>
            <a:off x="14561320" y="6284016"/>
            <a:ext cx="2522117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4" name="TextovéPole 113"/>
          <p:cNvSpPr txBox="1"/>
          <p:nvPr/>
        </p:nvSpPr>
        <p:spPr>
          <a:xfrm>
            <a:off x="14533478" y="7750226"/>
            <a:ext cx="281653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5" name="TextovéPole 114"/>
          <p:cNvSpPr txBox="1"/>
          <p:nvPr/>
        </p:nvSpPr>
        <p:spPr>
          <a:xfrm>
            <a:off x="20292425" y="7756402"/>
            <a:ext cx="2853970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6" name="TextovéPole 115"/>
          <p:cNvSpPr txBox="1"/>
          <p:nvPr/>
        </p:nvSpPr>
        <p:spPr>
          <a:xfrm>
            <a:off x="14496256" y="4910233"/>
            <a:ext cx="2400241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18" name="TextovéPole 117"/>
          <p:cNvSpPr txBox="1"/>
          <p:nvPr/>
        </p:nvSpPr>
        <p:spPr>
          <a:xfrm>
            <a:off x="8794254" y="3484872"/>
            <a:ext cx="3170626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2400" dirty="0" smtClean="0">
                <a:solidFill>
                  <a:srgbClr val="00B0F0"/>
                </a:solidFill>
                <a:latin typeface="+mn-lt"/>
              </a:rPr>
              <a:t>připravuje se</a:t>
            </a:r>
          </a:p>
        </p:txBody>
      </p:sp>
      <p:sp>
        <p:nvSpPr>
          <p:cNvPr id="119" name="TextovéPole 118"/>
          <p:cNvSpPr txBox="1"/>
          <p:nvPr/>
        </p:nvSpPr>
        <p:spPr>
          <a:xfrm>
            <a:off x="14893660" y="9522296"/>
            <a:ext cx="3170626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2400" dirty="0" smtClean="0">
                <a:solidFill>
                  <a:srgbClr val="00B0F0"/>
                </a:solidFill>
                <a:latin typeface="+mn-lt"/>
              </a:rPr>
              <a:t>připravuje se</a:t>
            </a:r>
          </a:p>
        </p:txBody>
      </p:sp>
      <p:sp>
        <p:nvSpPr>
          <p:cNvPr id="120" name="TextovéPole 119"/>
          <p:cNvSpPr txBox="1"/>
          <p:nvPr/>
        </p:nvSpPr>
        <p:spPr>
          <a:xfrm>
            <a:off x="20472920" y="6592040"/>
            <a:ext cx="3170626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2400" dirty="0" smtClean="0">
                <a:solidFill>
                  <a:srgbClr val="00B0F0"/>
                </a:solidFill>
                <a:latin typeface="+mn-lt"/>
              </a:rPr>
              <a:t>připravuje se</a:t>
            </a:r>
          </a:p>
        </p:txBody>
      </p:sp>
      <p:sp>
        <p:nvSpPr>
          <p:cNvPr id="121" name="TextovéPole 120"/>
          <p:cNvSpPr txBox="1"/>
          <p:nvPr/>
        </p:nvSpPr>
        <p:spPr>
          <a:xfrm>
            <a:off x="8633242" y="4897671"/>
            <a:ext cx="4431459" cy="92332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4800" b="1" dirty="0" smtClean="0">
                <a:solidFill>
                  <a:srgbClr val="FF3300"/>
                </a:solidFill>
                <a:sym typeface="Wingdings" panose="05000000000000000000" pitchFamily="2" charset="2"/>
              </a:rPr>
              <a:t></a:t>
            </a:r>
            <a:r>
              <a:rPr lang="cs-CZ" sz="2400" dirty="0" smtClean="0">
                <a:latin typeface="+mn-lt"/>
              </a:rPr>
              <a:t>nemají GTW</a:t>
            </a:r>
            <a:endParaRPr kumimoji="0" lang="cs-CZ" sz="2400" i="0" u="none" strike="noStrike" cap="none" spc="0" normalizeH="0" baseline="0" dirty="0" smtClean="0">
              <a:ln>
                <a:noFill/>
              </a:ln>
              <a:solidFill>
                <a:srgbClr val="FF3300"/>
              </a:solidFill>
              <a:effectLst/>
              <a:uFillTx/>
              <a:latin typeface="+mn-lt"/>
              <a:sym typeface="Helvetica"/>
            </a:endParaRPr>
          </a:p>
        </p:txBody>
      </p:sp>
      <p:sp>
        <p:nvSpPr>
          <p:cNvPr id="122" name="TextovéPole 121"/>
          <p:cNvSpPr txBox="1"/>
          <p:nvPr/>
        </p:nvSpPr>
        <p:spPr>
          <a:xfrm>
            <a:off x="3419133" y="10805069"/>
            <a:ext cx="3170626" cy="55399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r>
              <a:rPr lang="cs-CZ" sz="2400" dirty="0" smtClean="0">
                <a:solidFill>
                  <a:srgbClr val="00B0F0"/>
                </a:solidFill>
                <a:latin typeface="+mn-lt"/>
              </a:rPr>
              <a:t>připravuje se</a:t>
            </a:r>
          </a:p>
        </p:txBody>
      </p:sp>
      <p:sp>
        <p:nvSpPr>
          <p:cNvPr id="124" name="Obdélník 123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5362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Zaoblený obdélník 24"/>
          <p:cNvSpPr/>
          <p:nvPr/>
        </p:nvSpPr>
        <p:spPr>
          <a:xfrm>
            <a:off x="901950" y="5849888"/>
            <a:ext cx="5401140" cy="3512128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22258020" y="7010683"/>
            <a:ext cx="1179712" cy="10614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2D64D9C0-4499-45A9-A140-F408AC30200F}"/>
              </a:ext>
            </a:extLst>
          </p:cNvPr>
          <p:cNvSpPr txBox="1">
            <a:spLocks/>
          </p:cNvSpPr>
          <p:nvPr/>
        </p:nvSpPr>
        <p:spPr>
          <a:xfrm>
            <a:off x="6575376" y="604834"/>
            <a:ext cx="14846036" cy="1511402"/>
          </a:xfrm>
          <a:prstGeom prst="rect">
            <a:avLst/>
          </a:prstGeom>
        </p:spPr>
        <p:txBody>
          <a:bodyPr vert="horz" lIns="217709" tIns="108855" rIns="217709" bIns="108855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Statistika využití </a:t>
            </a:r>
            <a:r>
              <a:rPr lang="cs-CZ" sz="6900" b="1" dirty="0" err="1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eIDAS</a:t>
            </a:r>
            <a:r>
              <a:rPr lang="cs-CZ" sz="6900" b="1" dirty="0" smtClean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 node</a:t>
            </a:r>
            <a:endParaRPr lang="cs-CZ" sz="69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Picture 10" descr="vlajka Německ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635" y="3546843"/>
            <a:ext cx="911528" cy="58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vlajka Slovensk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635" y="4660556"/>
            <a:ext cx="928939" cy="58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Přímá spojnice se šipkou 22"/>
          <p:cNvCxnSpPr/>
          <p:nvPr/>
        </p:nvCxnSpPr>
        <p:spPr>
          <a:xfrm flipV="1">
            <a:off x="8117485" y="3838102"/>
            <a:ext cx="734095" cy="533298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stealth" w="lg" len="lg"/>
            <a:tailEnd type="stealth" w="lg" len="lg"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Přímá spojnice se šipkou 23"/>
          <p:cNvCxnSpPr/>
          <p:nvPr/>
        </p:nvCxnSpPr>
        <p:spPr>
          <a:xfrm>
            <a:off x="8083159" y="4450804"/>
            <a:ext cx="750811" cy="345433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stealth" w="lg" len="lg"/>
            <a:tailEnd type="stealth" w="lg" len="lg"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Zaoblený obdélník 16"/>
          <p:cNvSpPr/>
          <p:nvPr/>
        </p:nvSpPr>
        <p:spPr>
          <a:xfrm>
            <a:off x="1603870" y="3291967"/>
            <a:ext cx="3446080" cy="22227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17709" tIns="108855" rIns="217709" bIns="108855" rtlCol="0" anchor="t"/>
          <a:lstStyle/>
          <a:p>
            <a:pPr algn="ctr"/>
            <a:endParaRPr lang="en-US" sz="3300" b="1" dirty="0">
              <a:solidFill>
                <a:srgbClr val="C00000"/>
              </a:solidFill>
            </a:endParaRPr>
          </a:p>
          <a:p>
            <a:pPr algn="ctr"/>
            <a:endParaRPr lang="en-US" sz="3300" b="1" dirty="0">
              <a:solidFill>
                <a:srgbClr val="C00000"/>
              </a:solidFill>
            </a:endParaRPr>
          </a:p>
          <a:p>
            <a:pPr algn="ctr"/>
            <a:r>
              <a:rPr lang="cs-CZ" sz="3300" b="1" dirty="0">
                <a:solidFill>
                  <a:srgbClr val="C00000"/>
                </a:solidFill>
              </a:rPr>
              <a:t>Mezinárodní </a:t>
            </a:r>
            <a:r>
              <a:rPr lang="en-US" sz="3300" b="1" dirty="0" err="1">
                <a:solidFill>
                  <a:srgbClr val="C00000"/>
                </a:solidFill>
              </a:rPr>
              <a:t>uzel</a:t>
            </a:r>
            <a:r>
              <a:rPr lang="cs-CZ" sz="3300" b="1" dirty="0">
                <a:solidFill>
                  <a:srgbClr val="C00000"/>
                </a:solidFill>
              </a:rPr>
              <a:t> eIDAS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368" y="3364724"/>
            <a:ext cx="2207823" cy="2081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1716795" y="3684268"/>
            <a:ext cx="1885725" cy="976288"/>
          </a:xfrm>
          <a:prstGeom prst="rect">
            <a:avLst/>
          </a:prstGeom>
        </p:spPr>
        <p:txBody>
          <a:bodyPr vert="horz" lIns="217709" tIns="108855" rIns="217709" bIns="108855" rtlCol="0" anchor="ctr">
            <a:normAutofit fontScale="8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7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cs-CZ" sz="7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7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081" y="3840726"/>
            <a:ext cx="1053869" cy="527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Přímá spojnice se šipkou 21"/>
          <p:cNvCxnSpPr/>
          <p:nvPr/>
        </p:nvCxnSpPr>
        <p:spPr>
          <a:xfrm>
            <a:off x="5049950" y="4439310"/>
            <a:ext cx="852418" cy="2005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stealth" w="lg" len="lg"/>
            <a:tailEnd type="stealth" w="lg" len="lg"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extovéPole 1"/>
          <p:cNvSpPr txBox="1"/>
          <p:nvPr/>
        </p:nvSpPr>
        <p:spPr>
          <a:xfrm>
            <a:off x="10546018" y="4677421"/>
            <a:ext cx="11593288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dirty="0" smtClean="0"/>
              <a:t>Největší objem transakcí CZ-SK – připojeno 15. 6. 2020</a:t>
            </a:r>
            <a:endParaRPr kumimoji="0" lang="cs-CZ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1" name="TextovéPole 20"/>
          <p:cNvSpPr txBox="1"/>
          <p:nvPr/>
        </p:nvSpPr>
        <p:spPr>
          <a:xfrm>
            <a:off x="10546018" y="3593902"/>
            <a:ext cx="11593288" cy="73865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dirty="0" smtClean="0"/>
              <a:t>První připojený stát CZ-DE - připojeno 17. 10. 2018</a:t>
            </a:r>
            <a:endParaRPr kumimoji="0" lang="cs-CZ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graphicFrame>
        <p:nvGraphicFramePr>
          <p:cNvPr id="35" name="Graf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089512"/>
              </p:ext>
            </p:extLst>
          </p:nvPr>
        </p:nvGraphicFramePr>
        <p:xfrm>
          <a:off x="12877800" y="6236573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6" name="Graf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101161"/>
              </p:ext>
            </p:extLst>
          </p:nvPr>
        </p:nvGraphicFramePr>
        <p:xfrm>
          <a:off x="1276286" y="6184472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7" name="Graf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7160246"/>
              </p:ext>
            </p:extLst>
          </p:nvPr>
        </p:nvGraphicFramePr>
        <p:xfrm>
          <a:off x="6596124" y="6248543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8" name="Graf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5784784"/>
              </p:ext>
            </p:extLst>
          </p:nvPr>
        </p:nvGraphicFramePr>
        <p:xfrm>
          <a:off x="12881313" y="10041836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9" name="Graf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182642"/>
              </p:ext>
            </p:extLst>
          </p:nvPr>
        </p:nvGraphicFramePr>
        <p:xfrm>
          <a:off x="18199024" y="6214120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0" name="Graf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120399"/>
              </p:ext>
            </p:extLst>
          </p:nvPr>
        </p:nvGraphicFramePr>
        <p:xfrm>
          <a:off x="1277668" y="9993566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1" name="Graf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2397034"/>
              </p:ext>
            </p:extLst>
          </p:nvPr>
        </p:nvGraphicFramePr>
        <p:xfrm>
          <a:off x="6593976" y="10071674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42" name="Graf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7598507"/>
              </p:ext>
            </p:extLst>
          </p:nvPr>
        </p:nvGraphicFramePr>
        <p:xfrm>
          <a:off x="18224826" y="10030544"/>
          <a:ext cx="4626082" cy="2617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4" name="Obdélník 43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10546018" y="5423134"/>
            <a:ext cx="11496338" cy="45719"/>
          </a:xfrm>
          <a:prstGeom prst="roundRect">
            <a:avLst/>
          </a:prstGeom>
          <a:solidFill>
            <a:srgbClr val="FFFFFF"/>
          </a:solidFill>
          <a:ln w="76200" cap="flat">
            <a:solidFill>
              <a:srgbClr val="00B050"/>
            </a:solidFill>
            <a:prstDash val="solid"/>
            <a:round/>
          </a:ln>
          <a:effectLst>
            <a:outerShdw blurRad="76200" dist="381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1466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630827" y="3545632"/>
            <a:ext cx="21029627" cy="82089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cs-CZ" sz="11000" dirty="0"/>
          </a:p>
          <a:p>
            <a:pPr marL="0" indent="0" algn="ctr">
              <a:buNone/>
            </a:pPr>
            <a:r>
              <a:rPr lang="cs-CZ" sz="11000" dirty="0"/>
              <a:t>Děkuji </a:t>
            </a:r>
            <a:r>
              <a:rPr lang="cs-CZ" sz="11000" dirty="0" smtClean="0"/>
              <a:t>za Vaši pozornost</a:t>
            </a:r>
          </a:p>
          <a:p>
            <a:pPr marL="0" indent="0" algn="ctr">
              <a:buNone/>
            </a:pPr>
            <a:endParaRPr lang="cs-CZ" sz="11000" dirty="0"/>
          </a:p>
          <a:p>
            <a:pPr marL="0" indent="0" algn="ctr">
              <a:buNone/>
            </a:pPr>
            <a:r>
              <a:rPr lang="cs-CZ" sz="6600" dirty="0" smtClean="0"/>
              <a:t>                                           </a:t>
            </a:r>
            <a:r>
              <a:rPr lang="cs-CZ" sz="6600" dirty="0" smtClean="0">
                <a:hlinkClick r:id="rId3"/>
              </a:rPr>
              <a:t>petr.kuchar@mvcr.cz</a:t>
            </a:r>
            <a:endParaRPr lang="cs-CZ" sz="6600" dirty="0" smtClean="0"/>
          </a:p>
          <a:p>
            <a:pPr marL="0" indent="0" algn="ctr">
              <a:buNone/>
            </a:pPr>
            <a:endParaRPr lang="cs-CZ" sz="6600" dirty="0"/>
          </a:p>
          <a:p>
            <a:pPr marL="0" indent="0" algn="r">
              <a:buNone/>
            </a:pPr>
            <a:endParaRPr lang="cs-CZ" sz="110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3100" b="1" dirty="0"/>
          </a:p>
          <a:p>
            <a:pPr marL="0" indent="0">
              <a:buNone/>
            </a:pPr>
            <a:endParaRPr lang="cs-CZ" sz="3100" b="1" dirty="0"/>
          </a:p>
          <a:p>
            <a:pPr marL="0" indent="0">
              <a:buNone/>
            </a:pPr>
            <a:endParaRPr lang="cs-CZ" sz="3100" b="1" dirty="0"/>
          </a:p>
          <a:p>
            <a:pPr marL="0" indent="0">
              <a:buNone/>
            </a:pPr>
            <a:endParaRPr lang="cs-CZ" sz="3100" b="1" dirty="0"/>
          </a:p>
          <a:p>
            <a:pPr marL="0" indent="0">
              <a:buNone/>
            </a:pPr>
            <a:endParaRPr lang="cs-CZ" sz="3100" b="1" dirty="0"/>
          </a:p>
          <a:p>
            <a:pPr marL="0" indent="0">
              <a:buNone/>
            </a:pPr>
            <a:endParaRPr lang="cs-CZ" sz="3100" b="1" dirty="0"/>
          </a:p>
        </p:txBody>
      </p:sp>
      <p:sp>
        <p:nvSpPr>
          <p:cNvPr id="6" name="Obdélník 5"/>
          <p:cNvSpPr/>
          <p:nvPr/>
        </p:nvSpPr>
        <p:spPr>
          <a:xfrm>
            <a:off x="20760952" y="377280"/>
            <a:ext cx="2808312" cy="1728192"/>
          </a:xfrm>
          <a:prstGeom prst="rect">
            <a:avLst/>
          </a:prstGeom>
          <a:solidFill>
            <a:srgbClr val="FFFFFF"/>
          </a:solidFill>
          <a:ln w="50800" cap="flat">
            <a:noFill/>
            <a:prstDash val="solid"/>
            <a:round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ctr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2367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MV">
  <a:themeElements>
    <a:clrScheme name="MotivMV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MotivMV">
      <a:majorFont>
        <a:latin typeface="Helvetica"/>
        <a:ea typeface="Helvetica"/>
        <a:cs typeface="Helvetica"/>
      </a:majorFont>
      <a:minorFont>
        <a:latin typeface="Calibri Light"/>
        <a:ea typeface="Calibri Light"/>
        <a:cs typeface="Calibri Light"/>
      </a:minorFont>
    </a:fontScheme>
    <a:fmtScheme name="MotivMV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7" tIns="91437" rIns="91437" bIns="91437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tivMV">
  <a:themeElements>
    <a:clrScheme name="MotivMV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MotivMV">
      <a:majorFont>
        <a:latin typeface="Helvetica"/>
        <a:ea typeface="Helvetica"/>
        <a:cs typeface="Helvetica"/>
      </a:majorFont>
      <a:minorFont>
        <a:latin typeface="Calibri Light"/>
        <a:ea typeface="Calibri Light"/>
        <a:cs typeface="Calibri Light"/>
      </a:minorFont>
    </a:fontScheme>
    <a:fmtScheme name="MotivMV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7" tIns="91437" rIns="91437" bIns="91437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chemeClr val="accent1"/>
          </a:solidFill>
          <a:prstDash val="solid"/>
          <a:round/>
        </a:ln>
        <a:effectLst>
          <a:outerShdw blurRad="76200" dist="381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64C331-789C-4F8F-830E-1055F368104B}"/>
</file>

<file path=customXml/itemProps2.xml><?xml version="1.0" encoding="utf-8"?>
<ds:datastoreItem xmlns:ds="http://schemas.openxmlformats.org/officeDocument/2006/customXml" ds:itemID="{1F76F7EF-5994-4473-B280-8520821946D6}"/>
</file>

<file path=customXml/itemProps3.xml><?xml version="1.0" encoding="utf-8"?>
<ds:datastoreItem xmlns:ds="http://schemas.openxmlformats.org/officeDocument/2006/customXml" ds:itemID="{0F711B27-8A19-40CB-AEDB-866459F50753}"/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621</Words>
  <Application>Microsoft Office PowerPoint</Application>
  <PresentationFormat>Vlastní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Helvetica</vt:lpstr>
      <vt:lpstr>Times New Roman</vt:lpstr>
      <vt:lpstr>Wingdings</vt:lpstr>
      <vt:lpstr>MotivMV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PEKU</dc:creator>
  <cp:lastModifiedBy>KUCHAŘ Petr, Ing.</cp:lastModifiedBy>
  <cp:revision>173</cp:revision>
  <cp:lastPrinted>2021-02-01T11:12:13Z</cp:lastPrinted>
  <dcterms:modified xsi:type="dcterms:W3CDTF">2021-02-01T11:13:23Z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