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5104" r:id="rId5"/>
    <p:sldId id="5117" r:id="rId6"/>
    <p:sldId id="5119" r:id="rId7"/>
    <p:sldId id="5120" r:id="rId8"/>
    <p:sldId id="5116" r:id="rId9"/>
    <p:sldId id="5106" r:id="rId10"/>
    <p:sldId id="5118" r:id="rId11"/>
    <p:sldId id="5115" r:id="rId12"/>
    <p:sldId id="5105" r:id="rId13"/>
    <p:sldId id="290" r:id="rId14"/>
    <p:sldId id="267" r:id="rId15"/>
  </p:sldIdLst>
  <p:sldSz cx="12192000" cy="6858000"/>
  <p:notesSz cx="9144000" cy="6858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6F44054-D4E4-05D1-AE65-5390805DC6B3}" name="Trusina Šimon" initials="TŠ" userId="S::simon.trusina@dia.gov.cz::ad935c6b-ed6c-4293-bc4c-891c765e3afb" providerId="AD"/>
  <p188:author id="{983F1577-5826-E159-DAAE-F3D69E538BC9}" name="Sedláčková Petra" initials="SP" userId="S::petra.sedlackova@dia.gov.cz::e0c1d440-80cb-4d98-8c0d-2305ba2592f5" providerId="AD"/>
  <p188:author id="{CEE89E82-393C-2DF8-411F-EF016A5EA3D4}" name="Petr Jan" initials="" userId="S::jan.petr@dia.gov.cz::619497a3-6dda-48a9-9783-3fc51734f31c" providerId="AD"/>
  <p188:author id="{85F7C290-CC9A-3416-9FCF-9021063FCFCE}" name="Vaculík Daniel" initials="VD" userId="S::daniel.vaculik@dia.gov.cz::78d8267c-318c-4462-b326-69750242565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EDE8"/>
    <a:srgbClr val="46AD48"/>
    <a:srgbClr val="2E2D2C"/>
    <a:srgbClr val="35398E"/>
    <a:srgbClr val="7676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877"/>
    <p:restoredTop sz="94638"/>
  </p:normalViewPr>
  <p:slideViewPr>
    <p:cSldViewPr snapToGrid="0">
      <p:cViewPr varScale="1">
        <p:scale>
          <a:sx n="97" d="100"/>
          <a:sy n="97" d="100"/>
        </p:scale>
        <p:origin x="71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>
            <a:extLst>
              <a:ext uri="{FF2B5EF4-FFF2-40B4-BE49-F238E27FC236}">
                <a16:creationId xmlns:a16="http://schemas.microsoft.com/office/drawing/2014/main" id="{677F3180-6454-D06F-2DEF-49EE0BEB5EB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>
              <a:latin typeface="Arial" panose="020B0604020202020204" pitchFamily="34" charset="0"/>
            </a:endParaRP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AD88EF6F-01B2-0033-AE8F-10410DC6830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930CE7-49B6-2348-A198-C8ECA96104F1}" type="datetimeFigureOut">
              <a:rPr lang="cs-CZ" smtClean="0">
                <a:latin typeface="Arial" panose="020B0604020202020204" pitchFamily="34" charset="0"/>
              </a:rPr>
              <a:t>02.05.2025</a:t>
            </a:fld>
            <a:endParaRPr lang="cs-CZ">
              <a:latin typeface="Arial" panose="020B0604020202020204" pitchFamily="34" charset="0"/>
            </a:endParaRP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FEE608C9-DF7C-4B64-E76C-79893263F72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>
              <a:latin typeface="Arial" panose="020B0604020202020204" pitchFamily="34" charset="0"/>
            </a:endParaRP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2E4A1CC3-B6D7-20BE-943D-6320EEDC3E5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716F0C-904B-8247-A83D-0A9BE4737B82}" type="slidenum">
              <a:rPr lang="cs-CZ" smtClean="0">
                <a:latin typeface="Arial" panose="020B0604020202020204" pitchFamily="34" charset="0"/>
              </a:rPr>
              <a:t>‹#›</a:t>
            </a:fld>
            <a:endParaRPr lang="cs-CZ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02675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78294C76-7D04-154A-AFCD-C18C5C95436B}" type="datetimeFigureOut">
              <a:rPr lang="cs-CZ" smtClean="0"/>
              <a:pPr/>
              <a:t>02.05.2025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13298459-D76B-9E41-AFDF-7399883A9B6A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50884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ECB8D-AB87-BFC3-2E25-77687324F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37B572B7-AF0A-15B7-A4EA-C4809FE75B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2E001E1F-6C14-AD00-2208-437D5A975A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cs-CZ"/>
              <a:t>Životní události, AI</a:t>
            </a:r>
          </a:p>
          <a:p>
            <a:endParaRPr lang="cs-CZ"/>
          </a:p>
          <a:p>
            <a:r>
              <a:rPr lang="cs-CZ"/>
              <a:t>Cílem je aby státní správa nabízela všechny svoje služby stejně jako to dělají </a:t>
            </a:r>
            <a:r>
              <a:rPr lang="cs-CZ" err="1"/>
              <a:t>eShopy</a:t>
            </a:r>
            <a:r>
              <a:rPr lang="cs-CZ"/>
              <a:t> nebo banky. </a:t>
            </a:r>
          </a:p>
          <a:p>
            <a:r>
              <a:rPr lang="cs-CZ"/>
              <a:t>S maximálním důrazem na jednoduchost a účelnost.</a:t>
            </a:r>
          </a:p>
          <a:p>
            <a:r>
              <a:rPr lang="cs-CZ"/>
              <a:t>Základem je tlačítko VYŔÍDIT!!! Bez čekání, bez zbytečného vyplňování, standardně, ….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0497A00D-A10A-6FF5-54AF-BA082DB283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98459-D76B-9E41-AFDF-7399883A9B6A}" type="slidenum">
              <a:rPr lang="cs-CZ" smtClean="0"/>
              <a:pPr/>
              <a:t>10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894046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_ 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ázek 7">
            <a:extLst>
              <a:ext uri="{FF2B5EF4-FFF2-40B4-BE49-F238E27FC236}">
                <a16:creationId xmlns:a16="http://schemas.microsoft.com/office/drawing/2014/main" id="{9C03E269-9E23-3850-18B9-BFED7015B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F252827B-6D38-B322-CA78-ACCC78D15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0"/>
            <a:ext cx="11113200" cy="1848268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B2F989C5-DFF7-0DB9-5730-9664254731E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0"/>
          </p:nvPr>
        </p:nvSpPr>
        <p:spPr>
          <a:xfrm>
            <a:off x="3125786" y="6325354"/>
            <a:ext cx="5940428" cy="365125"/>
          </a:xfrm>
        </p:spPr>
        <p:txBody>
          <a:bodyPr/>
          <a:lstStyle>
            <a:lvl1pPr algn="ctr">
              <a:defRPr/>
            </a:lvl1pPr>
          </a:lstStyle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5" name="Podnadpis 2">
            <a:extLst>
              <a:ext uri="{FF2B5EF4-FFF2-40B4-BE49-F238E27FC236}">
                <a16:creationId xmlns:a16="http://schemas.microsoft.com/office/drawing/2014/main" id="{32D06495-DF38-EC48-1509-9F59192315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9999" y="3265199"/>
            <a:ext cx="11113200" cy="1173600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  <a:defRPr sz="3200" cap="all" baseline="0">
                <a:solidFill>
                  <a:srgbClr val="2E2D2C"/>
                </a:solidFill>
                <a:latin typeface="Azeret Mono" pitchFamily="2" charset="0"/>
                <a:cs typeface="Azeret Mono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pic>
        <p:nvPicPr>
          <p:cNvPr id="9" name="Grafický objekt 8">
            <a:extLst>
              <a:ext uri="{FF2B5EF4-FFF2-40B4-BE49-F238E27FC236}">
                <a16:creationId xmlns:a16="http://schemas.microsoft.com/office/drawing/2014/main" id="{3F45B2B3-EA87-06E1-C21A-D472874DC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0000" y="5841718"/>
            <a:ext cx="1738990" cy="77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012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IA_ Nadpis a text bez odráž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1186AEB-B221-5DA8-141B-DD533399E7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432000"/>
            <a:ext cx="11113200" cy="1296000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accent1"/>
                </a:solidFill>
              </a:defRPr>
            </a:lvl1pPr>
          </a:lstStyle>
          <a:p>
            <a:r>
              <a:rPr lang="cs-CZ"/>
              <a:t>nadpis_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EEB6F58-E8AC-B8D5-83C8-1BCA62048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825200"/>
            <a:ext cx="11113200" cy="4144869"/>
          </a:xfrm>
        </p:spPr>
        <p:txBody>
          <a:bodyPr/>
          <a:lstStyle>
            <a:lvl1pPr marL="0" indent="0">
              <a:lnSpc>
                <a:spcPct val="120000"/>
              </a:lnSpc>
              <a:buNone/>
              <a:defRPr/>
            </a:lvl1pPr>
            <a:lvl2pPr marL="288000" indent="0">
              <a:lnSpc>
                <a:spcPct val="120000"/>
              </a:lnSpc>
              <a:buNone/>
              <a:defRPr/>
            </a:lvl2pPr>
            <a:lvl3pPr marL="576000" indent="0">
              <a:lnSpc>
                <a:spcPct val="120000"/>
              </a:lnSpc>
              <a:buNone/>
              <a:defRPr/>
            </a:lvl3pPr>
            <a:lvl4pPr marL="576000" indent="0">
              <a:lnSpc>
                <a:spcPct val="120000"/>
              </a:lnSpc>
              <a:buNone/>
              <a:defRPr/>
            </a:lvl4pPr>
            <a:lvl5pPr marL="576000" indent="0">
              <a:lnSpc>
                <a:spcPct val="120000"/>
              </a:lnSpc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784B13E-951A-0E2A-4D1D-C060ED01C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8D88A8B-347F-2B19-9AC1-545887309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05254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IA_ Nadpis a text s odrážkam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">
            <a:extLst>
              <a:ext uri="{FF2B5EF4-FFF2-40B4-BE49-F238E27FC236}">
                <a16:creationId xmlns:a16="http://schemas.microsoft.com/office/drawing/2014/main" id="{01186AEB-B221-5DA8-141B-DD533399E7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431999"/>
            <a:ext cx="11113200" cy="1296000"/>
          </a:xfrm>
        </p:spPr>
        <p:txBody>
          <a:bodyPr lIns="0" tIns="0" rIns="0" bIns="0" anchor="t" anchorCtr="0"/>
          <a:lstStyle>
            <a:lvl1pPr>
              <a:lnSpc>
                <a:spcPct val="100000"/>
              </a:lnSpc>
              <a:defRPr>
                <a:solidFill>
                  <a:schemeClr val="accent1"/>
                </a:solidFill>
              </a:defRPr>
            </a:lvl1pPr>
          </a:lstStyle>
          <a:p>
            <a:r>
              <a:rPr lang="cs-CZ"/>
              <a:t>nadpis_</a:t>
            </a:r>
          </a:p>
        </p:txBody>
      </p:sp>
      <p:sp>
        <p:nvSpPr>
          <p:cNvPr id="3" name="Obsah">
            <a:extLst>
              <a:ext uri="{FF2B5EF4-FFF2-40B4-BE49-F238E27FC236}">
                <a16:creationId xmlns:a16="http://schemas.microsoft.com/office/drawing/2014/main" id="{AEEB6F58-E8AC-B8D5-83C8-1BCA62048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825625"/>
            <a:ext cx="11113200" cy="4144869"/>
          </a:xfrm>
        </p:spPr>
        <p:txBody>
          <a:bodyPr lIns="0" tIns="0" rIns="0" bIns="0" anchor="t" anchorCtr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784B13E-951A-0E2A-4D1D-C060ED01C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8D88A8B-347F-2B19-9AC1-545887309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21068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IA_ Nadpis, podtitulek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1186AEB-B221-5DA8-141B-DD533399E7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431999"/>
            <a:ext cx="11113200" cy="576000"/>
          </a:xfrm>
        </p:spPr>
        <p:txBody>
          <a:bodyPr lIns="0" tIns="0" rIns="0" bIns="0" anchor="t" anchorCtr="0"/>
          <a:lstStyle>
            <a:lvl1pPr>
              <a:lnSpc>
                <a:spcPct val="100000"/>
              </a:lnSpc>
              <a:defRPr>
                <a:solidFill>
                  <a:schemeClr val="accent1"/>
                </a:solidFill>
              </a:defRPr>
            </a:lvl1pPr>
          </a:lstStyle>
          <a:p>
            <a:r>
              <a:rPr lang="cs-CZ"/>
              <a:t>nadpis_</a:t>
            </a:r>
          </a:p>
        </p:txBody>
      </p:sp>
      <p:sp>
        <p:nvSpPr>
          <p:cNvPr id="3" name="Obsah">
            <a:extLst>
              <a:ext uri="{FF2B5EF4-FFF2-40B4-BE49-F238E27FC236}">
                <a16:creationId xmlns:a16="http://schemas.microsoft.com/office/drawing/2014/main" id="{AEEB6F58-E8AC-B8D5-83C8-1BCA62048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825625"/>
            <a:ext cx="11113200" cy="4144869"/>
          </a:xfrm>
        </p:spPr>
        <p:txBody>
          <a:bodyPr lIns="0" tIns="0" rIns="0" bIns="0" anchor="t" anchorCtr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784B13E-951A-0E2A-4D1D-C060ED01C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8D88A8B-347F-2B19-9AC1-545887309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  <p:sp>
        <p:nvSpPr>
          <p:cNvPr id="4" name="Podnadpis">
            <a:extLst>
              <a:ext uri="{FF2B5EF4-FFF2-40B4-BE49-F238E27FC236}">
                <a16:creationId xmlns:a16="http://schemas.microsoft.com/office/drawing/2014/main" id="{84F93504-89B1-112D-FF63-11139C2036DE}"/>
              </a:ext>
            </a:extLst>
          </p:cNvPr>
          <p:cNvSpPr txBox="1">
            <a:spLocks/>
          </p:cNvSpPr>
          <p:nvPr userDrawn="1"/>
        </p:nvSpPr>
        <p:spPr>
          <a:xfrm>
            <a:off x="540000" y="1282799"/>
            <a:ext cx="11113200" cy="451517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0" i="0" kern="1200" cap="all" baseline="0">
                <a:solidFill>
                  <a:schemeClr val="accent1"/>
                </a:solidFill>
                <a:latin typeface="Azeret Mono Medium" pitchFamily="2" charset="0"/>
                <a:ea typeface="+mj-ea"/>
                <a:cs typeface="+mj-cs"/>
              </a:defRPr>
            </a:lvl1pPr>
          </a:lstStyle>
          <a:p>
            <a:endParaRPr lang="cs-CZ" sz="1800">
              <a:solidFill>
                <a:srgbClr val="2E2D2C"/>
              </a:solidFill>
            </a:endParaRPr>
          </a:p>
        </p:txBody>
      </p:sp>
      <p:sp>
        <p:nvSpPr>
          <p:cNvPr id="8" name="Obsah">
            <a:extLst>
              <a:ext uri="{FF2B5EF4-FFF2-40B4-BE49-F238E27FC236}">
                <a16:creationId xmlns:a16="http://schemas.microsoft.com/office/drawing/2014/main" id="{2A58A94E-2737-0B65-DC6C-F1223EB65FE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538800" y="1080000"/>
            <a:ext cx="11113200" cy="440837"/>
          </a:xfrm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cap="all" baseline="0">
                <a:latin typeface="Azeret Mono" pitchFamily="2" charset="0"/>
                <a:cs typeface="Azeret Mono" pitchFamily="2" charset="0"/>
              </a:defRPr>
            </a:lvl1pPr>
            <a:lvl2pPr marL="216000" indent="0">
              <a:buNone/>
              <a:defRPr cap="all" baseline="0">
                <a:latin typeface="Azeret Mono" pitchFamily="2" charset="0"/>
                <a:cs typeface="Azeret Mono" pitchFamily="2" charset="0"/>
              </a:defRPr>
            </a:lvl2pPr>
            <a:lvl3pPr marL="432000" indent="0">
              <a:buNone/>
              <a:defRPr cap="all" baseline="0">
                <a:latin typeface="Azeret Mono" pitchFamily="2" charset="0"/>
                <a:cs typeface="Azeret Mono" pitchFamily="2" charset="0"/>
              </a:defRPr>
            </a:lvl3pPr>
            <a:lvl4pPr marL="432000" indent="0">
              <a:buNone/>
              <a:defRPr cap="all" baseline="0">
                <a:latin typeface="Azeret Mono" pitchFamily="2" charset="0"/>
                <a:cs typeface="Azeret Mono" pitchFamily="2" charset="0"/>
              </a:defRPr>
            </a:lvl4pPr>
            <a:lvl5pPr marL="432000" indent="0">
              <a:buNone/>
              <a:defRPr cap="all" baseline="0">
                <a:latin typeface="Azeret Mono" pitchFamily="2" charset="0"/>
                <a:cs typeface="Azeret Mono" pitchFamily="2" charset="0"/>
              </a:defRPr>
            </a:lvl5pPr>
          </a:lstStyle>
          <a:p>
            <a:pPr lvl="0"/>
            <a:r>
              <a:rPr lang="cs-CZ"/>
              <a:t>PODTITULEK</a:t>
            </a:r>
          </a:p>
        </p:txBody>
      </p:sp>
    </p:spTree>
    <p:extLst>
      <p:ext uri="{BB962C8B-B14F-4D97-AF65-F5344CB8AC3E}">
        <p14:creationId xmlns:p14="http://schemas.microsoft.com/office/powerpoint/2010/main" val="4047809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_ Předělová stra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ázek 6">
            <a:extLst>
              <a:ext uri="{FF2B5EF4-FFF2-40B4-BE49-F238E27FC236}">
                <a16:creationId xmlns:a16="http://schemas.microsoft.com/office/drawing/2014/main" id="{60BC63B7-C438-CDCA-2E62-A019E80EF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22EFDAF7-49CF-94EF-AE6B-E3C8DF539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795600"/>
            <a:ext cx="11113200" cy="2358000"/>
          </a:xfrm>
        </p:spPr>
        <p:txBody>
          <a:bodyPr lIns="0" tIns="0" rIns="0" bIns="0" anchor="b">
            <a:normAutofit/>
          </a:bodyPr>
          <a:lstStyle>
            <a:lvl1pPr>
              <a:lnSpc>
                <a:spcPct val="100000"/>
              </a:lnSpc>
              <a:defRPr sz="4800" cap="all" baseline="0">
                <a:solidFill>
                  <a:schemeClr val="accent3"/>
                </a:solidFill>
              </a:defRPr>
            </a:lvl1pPr>
          </a:lstStyle>
          <a:p>
            <a:r>
              <a:rPr lang="cs-CZ"/>
              <a:t>Kliknutím lze upravit styl.</a:t>
            </a:r>
          </a:p>
        </p:txBody>
      </p:sp>
      <p:pic>
        <p:nvPicPr>
          <p:cNvPr id="3" name="Grafický objekt 2">
            <a:extLst>
              <a:ext uri="{FF2B5EF4-FFF2-40B4-BE49-F238E27FC236}">
                <a16:creationId xmlns:a16="http://schemas.microsoft.com/office/drawing/2014/main" id="{491657B4-57AA-E6DE-504E-12F9C64775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0000" y="6022975"/>
            <a:ext cx="1335204" cy="59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044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_ Předělová strana s tex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Obrázek 21">
            <a:extLst>
              <a:ext uri="{FF2B5EF4-FFF2-40B4-BE49-F238E27FC236}">
                <a16:creationId xmlns:a16="http://schemas.microsoft.com/office/drawing/2014/main" id="{F230C951-7D24-FA60-D1D6-04D9E8B433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29A81E2B-67BE-411E-069A-D11A709D2A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000" y="796500"/>
            <a:ext cx="11113200" cy="2358000"/>
          </a:xfrm>
        </p:spPr>
        <p:txBody>
          <a:bodyPr lIns="0" tIns="0" rIns="0" bIns="0" anchor="b">
            <a:normAutofit/>
          </a:bodyPr>
          <a:lstStyle>
            <a:lvl1pPr algn="l">
              <a:lnSpc>
                <a:spcPct val="100000"/>
              </a:lnSpc>
              <a:defRPr sz="4800" cap="all" baseline="0">
                <a:solidFill>
                  <a:srgbClr val="2E2D2C"/>
                </a:solidFill>
              </a:defRPr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916E2C77-4E80-5FA4-572E-5684CCBD04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9999" y="3427200"/>
            <a:ext cx="11113200" cy="2358000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rgbClr val="2E2D2C"/>
                </a:solidFill>
                <a:latin typeface="Azeret Mono" pitchFamily="2" charset="0"/>
                <a:cs typeface="Azeret Mono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pic>
        <p:nvPicPr>
          <p:cNvPr id="23" name="Grafický objekt 22">
            <a:extLst>
              <a:ext uri="{FF2B5EF4-FFF2-40B4-BE49-F238E27FC236}">
                <a16:creationId xmlns:a16="http://schemas.microsoft.com/office/drawing/2014/main" id="{173ABE62-4F91-DAF7-8357-C88BCA289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0000" y="6022975"/>
            <a:ext cx="1335204" cy="59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991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_ Předělová strana s textem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Obrázek 21">
            <a:extLst>
              <a:ext uri="{FF2B5EF4-FFF2-40B4-BE49-F238E27FC236}">
                <a16:creationId xmlns:a16="http://schemas.microsoft.com/office/drawing/2014/main" id="{F230C951-7D24-FA60-D1D6-04D9E8B433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29A81E2B-67BE-411E-069A-D11A709D2A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000" y="796500"/>
            <a:ext cx="11113200" cy="2356860"/>
          </a:xfrm>
        </p:spPr>
        <p:txBody>
          <a:bodyPr lIns="0" tIns="0" rIns="0" bIns="0" anchor="b">
            <a:normAutofit/>
          </a:bodyPr>
          <a:lstStyle>
            <a:lvl1pPr algn="l">
              <a:lnSpc>
                <a:spcPct val="100000"/>
              </a:lnSpc>
              <a:defRPr sz="4800" cap="all" baseline="0">
                <a:solidFill>
                  <a:srgbClr val="2E2D2C"/>
                </a:solidFill>
              </a:defRPr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916E2C77-4E80-5FA4-572E-5684CCBD04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9999" y="3427200"/>
            <a:ext cx="11113200" cy="2356860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buNone/>
              <a:defRPr sz="2400" baseline="0">
                <a:solidFill>
                  <a:srgbClr val="2E2D2C"/>
                </a:solidFill>
                <a:latin typeface="Arial" panose="020B0604020202020204" pitchFamily="34" charset="0"/>
                <a:cs typeface="Azeret Mono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pic>
        <p:nvPicPr>
          <p:cNvPr id="23" name="Grafický objekt 22">
            <a:extLst>
              <a:ext uri="{FF2B5EF4-FFF2-40B4-BE49-F238E27FC236}">
                <a16:creationId xmlns:a16="http://schemas.microsoft.com/office/drawing/2014/main" id="{173ABE62-4F91-DAF7-8357-C88BCA289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0000" y="6022975"/>
            <a:ext cx="1335204" cy="59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937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_ Závěřečná stra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793909D7-0D07-E27F-07C9-DD6B9CEF6D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Grafický objekt 5">
            <a:extLst>
              <a:ext uri="{FF2B5EF4-FFF2-40B4-BE49-F238E27FC236}">
                <a16:creationId xmlns:a16="http://schemas.microsoft.com/office/drawing/2014/main" id="{84DC879B-3803-3314-33B3-F397843C0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5275" y="6022973"/>
            <a:ext cx="1335205" cy="595851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F252827B-6D38-B322-CA78-ACCC78D15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0"/>
            <a:ext cx="11113200" cy="842836"/>
          </a:xfrm>
        </p:spPr>
        <p:txBody>
          <a:bodyPr lIns="0" tIns="0" rIns="0" bIns="0" anchor="t"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B2F989C5-DFF7-0DB9-5730-9664254731E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125786" y="6325354"/>
            <a:ext cx="5940428" cy="365125"/>
          </a:xfrm>
        </p:spPr>
        <p:txBody>
          <a:bodyPr/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cs-CZ">
                <a:solidFill>
                  <a:schemeClr val="bg1"/>
                </a:solidFill>
              </a:rPr>
              <a:t>DIA.</a:t>
            </a:r>
            <a:r>
              <a:rPr lang="cs-CZ">
                <a:solidFill>
                  <a:srgbClr val="46AD48"/>
                </a:solidFill>
              </a:rPr>
              <a:t>GOV.CZ</a:t>
            </a:r>
          </a:p>
        </p:txBody>
      </p:sp>
      <p:sp>
        <p:nvSpPr>
          <p:cNvPr id="5" name="Podnadpis 2">
            <a:extLst>
              <a:ext uri="{FF2B5EF4-FFF2-40B4-BE49-F238E27FC236}">
                <a16:creationId xmlns:a16="http://schemas.microsoft.com/office/drawing/2014/main" id="{32D06495-DF38-EC48-1509-9F59192315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0000" y="1331718"/>
            <a:ext cx="11113200" cy="842836"/>
          </a:xfrm>
        </p:spPr>
        <p:txBody>
          <a:bodyPr lIns="0" tIns="0" rIns="0" bIns="0"/>
          <a:lstStyle>
            <a:lvl1pPr marL="0" indent="0" algn="l">
              <a:lnSpc>
                <a:spcPct val="90000"/>
              </a:lnSpc>
              <a:buNone/>
              <a:defRPr sz="2400" cap="all" baseline="0">
                <a:solidFill>
                  <a:srgbClr val="46AD48"/>
                </a:solidFill>
                <a:latin typeface="Azeret Mono" pitchFamily="2" charset="0"/>
                <a:cs typeface="Azeret Mono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10" name="Zástupný text 9">
            <a:extLst>
              <a:ext uri="{FF2B5EF4-FFF2-40B4-BE49-F238E27FC236}">
                <a16:creationId xmlns:a16="http://schemas.microsoft.com/office/drawing/2014/main" id="{9ADB2BA1-71A5-16B6-971F-2496046E6D2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0000" y="3960000"/>
            <a:ext cx="11113200" cy="1864216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320675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2pPr>
            <a:lvl3pPr marL="542925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3pPr>
            <a:lvl4pPr marL="542925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4pPr>
            <a:lvl5pPr marL="542925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</p:spTree>
    <p:extLst>
      <p:ext uri="{BB962C8B-B14F-4D97-AF65-F5344CB8AC3E}">
        <p14:creationId xmlns:p14="http://schemas.microsoft.com/office/powerpoint/2010/main" val="2699888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IA_ 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7F529A9-D500-1273-5E49-F07E56646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431387"/>
            <a:ext cx="11113200" cy="612000"/>
          </a:xfrm>
        </p:spPr>
        <p:txBody>
          <a:bodyPr>
            <a:normAutofit/>
          </a:bodyPr>
          <a:lstStyle>
            <a:lvl1pPr>
              <a:defRPr sz="3600" cap="all" baseline="0"/>
            </a:lvl1pPr>
          </a:lstStyle>
          <a:p>
            <a:r>
              <a:rPr lang="cs-CZ"/>
              <a:t>Kliknutím lze upravit styl.</a:t>
            </a:r>
          </a:p>
        </p:txBody>
      </p:sp>
    </p:spTree>
    <p:extLst>
      <p:ext uri="{BB962C8B-B14F-4D97-AF65-F5344CB8AC3E}">
        <p14:creationId xmlns:p14="http://schemas.microsoft.com/office/powerpoint/2010/main" val="485769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IA_ Prázdná stra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A6496385-261F-8D4B-E9CF-F0148C104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CF9D07E3-ACC6-DFAC-43E1-F355DCF86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94787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IA_ Dva sloup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E94D143-8F3D-7015-869D-24BACD2017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/>
              <a:t>Nadpis_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70F0E4D-B07F-A91F-6D23-BB741C3A62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0000" y="1825626"/>
            <a:ext cx="5400000" cy="40465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E1DEEC92-3FFF-31D7-057C-36986C9949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3200" y="1825626"/>
            <a:ext cx="5400000" cy="40464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BCAED4E-EC91-2343-055B-D8D30DD52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D2C8A6DD-1BCF-B72C-C945-AC74F3AF4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455559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IA_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E94D143-8F3D-7015-869D-24BACD201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0"/>
            <a:ext cx="11113200" cy="759462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70F0E4D-B07F-A91F-6D23-BB741C3A62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0000" y="1620000"/>
            <a:ext cx="5400000" cy="4046538"/>
          </a:xfrm>
        </p:spPr>
        <p:txBody>
          <a:bodyPr>
            <a:normAutofit/>
          </a:bodyPr>
          <a:lstStyle>
            <a:lvl1pPr>
              <a:defRPr sz="2400">
                <a:latin typeface="Azeret Mono" pitchFamily="2" charset="0"/>
                <a:cs typeface="Azeret Mono" pitchFamily="2" charset="0"/>
              </a:defRPr>
            </a:lvl1pPr>
            <a:lvl2pPr>
              <a:defRPr sz="2400">
                <a:latin typeface="Azeret Mono" pitchFamily="2" charset="0"/>
                <a:cs typeface="Azeret Mono" pitchFamily="2" charset="0"/>
              </a:defRPr>
            </a:lvl2pPr>
            <a:lvl3pPr>
              <a:defRPr sz="2400">
                <a:latin typeface="Azeret Mono" pitchFamily="2" charset="0"/>
                <a:cs typeface="Azeret Mono" pitchFamily="2" charset="0"/>
              </a:defRPr>
            </a:lvl3pPr>
            <a:lvl4pPr>
              <a:defRPr sz="2400">
                <a:latin typeface="Azeret Mono" pitchFamily="2" charset="0"/>
                <a:cs typeface="Azeret Mono" pitchFamily="2" charset="0"/>
              </a:defRPr>
            </a:lvl4pPr>
            <a:lvl5pPr>
              <a:defRPr sz="2400">
                <a:latin typeface="Azeret Mono" pitchFamily="2" charset="0"/>
                <a:cs typeface="Azeret Mono" pitchFamily="2" charset="0"/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E1DEEC92-3FFF-31D7-057C-36986C9949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3200" y="1620000"/>
            <a:ext cx="5400000" cy="4046400"/>
          </a:xfrm>
        </p:spPr>
        <p:txBody>
          <a:bodyPr>
            <a:normAutofit/>
          </a:bodyPr>
          <a:lstStyle>
            <a:lvl1pPr>
              <a:defRPr sz="2400">
                <a:latin typeface="Azeret Mono" pitchFamily="2" charset="0"/>
                <a:cs typeface="Azeret Mono" pitchFamily="2" charset="0"/>
              </a:defRPr>
            </a:lvl1pPr>
            <a:lvl2pPr>
              <a:defRPr sz="2400">
                <a:latin typeface="Azeret Mono" pitchFamily="2" charset="0"/>
                <a:cs typeface="Azeret Mono" pitchFamily="2" charset="0"/>
              </a:defRPr>
            </a:lvl2pPr>
            <a:lvl3pPr>
              <a:defRPr sz="2400">
                <a:latin typeface="Azeret Mono" pitchFamily="2" charset="0"/>
                <a:cs typeface="Azeret Mono" pitchFamily="2" charset="0"/>
              </a:defRPr>
            </a:lvl3pPr>
            <a:lvl4pPr>
              <a:defRPr sz="2400">
                <a:latin typeface="Azeret Mono" pitchFamily="2" charset="0"/>
                <a:cs typeface="Azeret Mono" pitchFamily="2" charset="0"/>
              </a:defRPr>
            </a:lvl4pPr>
            <a:lvl5pPr>
              <a:defRPr sz="2400">
                <a:latin typeface="Azeret Mono" pitchFamily="2" charset="0"/>
                <a:cs typeface="Azeret Mono" pitchFamily="2" charset="0"/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BCAED4E-EC91-2343-055B-D8D30DD52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D2C8A6DD-1BCF-B72C-C945-AC74F3AF4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469911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_ 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DA87CE5-202F-F305-6033-A1C780FB8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1"/>
            <a:ext cx="11113200" cy="576000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CD74EB8-DF24-B230-6993-5AE3FD5EE0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1080000"/>
            <a:ext cx="11113200" cy="823912"/>
          </a:xfrm>
        </p:spPr>
        <p:txBody>
          <a:bodyPr anchor="t">
            <a:normAutofit/>
          </a:bodyPr>
          <a:lstStyle>
            <a:lvl1pPr marL="0" indent="0">
              <a:buNone/>
              <a:defRPr sz="1800" b="0" i="0" cap="all" baseline="0">
                <a:latin typeface="Azeret Mono" pitchFamily="2" charset="0"/>
                <a:cs typeface="Azeret Mono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D3E2051B-5DDA-7128-40E8-22CBF048CE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0000" y="1980000"/>
            <a:ext cx="5400000" cy="39600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9119B41F-E350-FA2E-1A56-8A8FEE745F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3200" y="1980000"/>
            <a:ext cx="5400000" cy="39600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4B2284D2-A8A0-60E6-6607-86CE530CE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6618BC81-CB91-F26D-84A8-4AF8864BE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924719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_ 3 sloup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DA87CE5-202F-F305-6033-A1C780FB8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0"/>
            <a:ext cx="11113200" cy="576000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CD74EB8-DF24-B230-6993-5AE3FD5EE0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1080000"/>
            <a:ext cx="11113200" cy="823912"/>
          </a:xfrm>
        </p:spPr>
        <p:txBody>
          <a:bodyPr anchor="t">
            <a:normAutofit/>
          </a:bodyPr>
          <a:lstStyle>
            <a:lvl1pPr marL="0" indent="0">
              <a:buNone/>
              <a:defRPr sz="1800" b="0" i="0" cap="all" baseline="0">
                <a:latin typeface="Azeret Mono" pitchFamily="2" charset="0"/>
                <a:cs typeface="Azeret Mono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D3E2051B-5DDA-7128-40E8-22CBF048CE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0000" y="1980000"/>
            <a:ext cx="3518765" cy="39600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9119B41F-E350-FA2E-1A56-8A8FEE745F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338647" y="1980000"/>
            <a:ext cx="3514704" cy="39600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4B2284D2-A8A0-60E6-6607-86CE530CE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6618BC81-CB91-F26D-84A8-4AF8864BE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  <p:sp>
        <p:nvSpPr>
          <p:cNvPr id="7" name="Zástupný obsah 5">
            <a:extLst>
              <a:ext uri="{FF2B5EF4-FFF2-40B4-BE49-F238E27FC236}">
                <a16:creationId xmlns:a16="http://schemas.microsoft.com/office/drawing/2014/main" id="{334DA0B0-CD8C-3E60-D93E-FA6C86C902A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136000" y="1980000"/>
            <a:ext cx="3514704" cy="39600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</p:spTree>
    <p:extLst>
      <p:ext uri="{BB962C8B-B14F-4D97-AF65-F5344CB8AC3E}">
        <p14:creationId xmlns:p14="http://schemas.microsoft.com/office/powerpoint/2010/main" val="1708882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DIA_ Text s odrážkami a mé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9FAD486-026F-F07F-0719-E63DC5038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57200"/>
            <a:ext cx="3932237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2A5B587-08F7-9284-D67E-2309FAF1A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7" y="457201"/>
            <a:ext cx="6569425" cy="5403850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1800"/>
            </a:lvl1pPr>
            <a:lvl2pPr>
              <a:lnSpc>
                <a:spcPct val="120000"/>
              </a:lnSpc>
              <a:defRPr sz="1800"/>
            </a:lvl2pPr>
            <a:lvl3pPr>
              <a:lnSpc>
                <a:spcPct val="120000"/>
              </a:lnSpc>
              <a:defRPr sz="1800"/>
            </a:lvl3pPr>
            <a:lvl4pPr>
              <a:lnSpc>
                <a:spcPct val="120000"/>
              </a:lnSpc>
              <a:defRPr sz="1800"/>
            </a:lvl4pPr>
            <a:lvl5pPr>
              <a:lnSpc>
                <a:spcPct val="120000"/>
              </a:lnSpc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3E501A4A-DA79-C8F2-E5C5-28A03D7EE2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0000" y="2377440"/>
            <a:ext cx="3932237" cy="3491548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7D1631ED-DEF3-6A6D-32E8-2DCF679DF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53461A86-1EBD-9C84-718F-87D77A971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875877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_ Text a mé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obrázku 2">
            <a:extLst>
              <a:ext uri="{FF2B5EF4-FFF2-40B4-BE49-F238E27FC236}">
                <a16:creationId xmlns:a16="http://schemas.microsoft.com/office/drawing/2014/main" id="{475E19F0-E25C-3988-D787-829F824E6E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7" y="457201"/>
            <a:ext cx="6569425" cy="5403850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3" name="Zástupný symbol pro zápatí 5">
            <a:extLst>
              <a:ext uri="{FF2B5EF4-FFF2-40B4-BE49-F238E27FC236}">
                <a16:creationId xmlns:a16="http://schemas.microsoft.com/office/drawing/2014/main" id="{9F9E4587-C623-2EB1-6917-B73C5E402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05554" y="6325354"/>
            <a:ext cx="5380892" cy="365125"/>
          </a:xfrm>
        </p:spPr>
        <p:txBody>
          <a:bodyPr/>
          <a:lstStyle/>
          <a:p>
            <a:pPr algn="ctr"/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4" name="Zástupný symbol pro číslo snímku 6">
            <a:extLst>
              <a:ext uri="{FF2B5EF4-FFF2-40B4-BE49-F238E27FC236}">
                <a16:creationId xmlns:a16="http://schemas.microsoft.com/office/drawing/2014/main" id="{44794EE0-21BB-601D-18A0-78895EC0E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31571" y="6325354"/>
            <a:ext cx="1921042" cy="365125"/>
          </a:xfrm>
        </p:spPr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  <p:sp>
        <p:nvSpPr>
          <p:cNvPr id="5" name="Nadpis 1">
            <a:extLst>
              <a:ext uri="{FF2B5EF4-FFF2-40B4-BE49-F238E27FC236}">
                <a16:creationId xmlns:a16="http://schemas.microsoft.com/office/drawing/2014/main" id="{9DB918A1-F9FA-ACE4-A10C-71B17E0A2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57200"/>
            <a:ext cx="3932237" cy="160020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10" name="Zástupný text 3">
            <a:extLst>
              <a:ext uri="{FF2B5EF4-FFF2-40B4-BE49-F238E27FC236}">
                <a16:creationId xmlns:a16="http://schemas.microsoft.com/office/drawing/2014/main" id="{C07424CD-CCAE-AD61-7550-8BE6149DD0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0000" y="2377440"/>
            <a:ext cx="3932237" cy="3491548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</p:spTree>
    <p:extLst>
      <p:ext uri="{BB962C8B-B14F-4D97-AF65-F5344CB8AC3E}">
        <p14:creationId xmlns:p14="http://schemas.microsoft.com/office/powerpoint/2010/main" val="13695186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_ Text a volný pros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35D165B9-8657-8AF6-AFCC-CB497BE67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7441E40B-5C8A-83AA-5A88-1D8DCF5AB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  <p:sp>
        <p:nvSpPr>
          <p:cNvPr id="8" name="Nadpis 1">
            <a:extLst>
              <a:ext uri="{FF2B5EF4-FFF2-40B4-BE49-F238E27FC236}">
                <a16:creationId xmlns:a16="http://schemas.microsoft.com/office/drawing/2014/main" id="{857591AE-875D-DB42-8535-2A7829FA1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1999"/>
            <a:ext cx="11113200" cy="61200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9" name="Zástupný text 3">
            <a:extLst>
              <a:ext uri="{FF2B5EF4-FFF2-40B4-BE49-F238E27FC236}">
                <a16:creationId xmlns:a16="http://schemas.microsoft.com/office/drawing/2014/main" id="{AC6D30CE-5961-C3DF-5F10-695BBF5843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0000" y="1285462"/>
            <a:ext cx="3115556" cy="4583526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</p:spTree>
    <p:extLst>
      <p:ext uri="{BB962C8B-B14F-4D97-AF65-F5344CB8AC3E}">
        <p14:creationId xmlns:p14="http://schemas.microsoft.com/office/powerpoint/2010/main" val="33559159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A42293A-552E-86EF-639C-8B6F2380F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B3812289-740C-E50E-D6AE-E0D6DC97B1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BF8881F-3F3A-6A05-6BFD-6C25A9B2E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8E6E924-A96C-FB97-913A-EED484260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009750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BBF89947-13F9-1BB0-576B-8A3B91EDFA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23713" y="432000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5BDFA057-2E82-D72A-31C2-4EC80D7B37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39387" y="432000"/>
            <a:ext cx="8531926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7E361D0-B494-0E13-7236-DAACD149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CF3F1E6-DE6A-3590-85F9-AC6DCD4AA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54648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jpe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3.sv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">
            <a:extLst>
              <a:ext uri="{FF2B5EF4-FFF2-40B4-BE49-F238E27FC236}">
                <a16:creationId xmlns:a16="http://schemas.microsoft.com/office/drawing/2014/main" id="{DB8E4877-94CD-06BF-64E7-44B6ABB79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0"/>
            <a:ext cx="11113200" cy="1234698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cs-CZ"/>
              <a:t>Nadpis_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095866B9-FF4B-FA8F-43D9-233B746C81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1825625"/>
            <a:ext cx="11113200" cy="4144869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patí dia.gov.cz">
            <a:extLst>
              <a:ext uri="{FF2B5EF4-FFF2-40B4-BE49-F238E27FC236}">
                <a16:creationId xmlns:a16="http://schemas.microsoft.com/office/drawing/2014/main" id="{824AA539-D3C0-6E93-E74F-681DDD08A2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05554" y="6325354"/>
            <a:ext cx="5380892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0" i="0">
                <a:solidFill>
                  <a:schemeClr val="accent1"/>
                </a:solidFill>
                <a:latin typeface="Azeret Mono" pitchFamily="2" charset="0"/>
                <a:cs typeface="Azeret Mono" pitchFamily="2" charset="0"/>
              </a:defRPr>
            </a:lvl1pPr>
          </a:lstStyle>
          <a:p>
            <a:pPr algn="ctr"/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6" name="Číslo snímku">
            <a:extLst>
              <a:ext uri="{FF2B5EF4-FFF2-40B4-BE49-F238E27FC236}">
                <a16:creationId xmlns:a16="http://schemas.microsoft.com/office/drawing/2014/main" id="{6F5FBFCB-C39A-B440-936C-FA3E617E0B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31571" y="6325354"/>
            <a:ext cx="1921042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 b="0" i="0">
                <a:solidFill>
                  <a:schemeClr val="accent1"/>
                </a:solidFill>
                <a:latin typeface="Azeret Mono" pitchFamily="2" charset="0"/>
                <a:cs typeface="Azeret Mono" pitchFamily="2" charset="0"/>
              </a:defRPr>
            </a:lvl1pPr>
          </a:lstStyle>
          <a:p>
            <a:fld id="{F21F385E-1634-DB44-B85F-E63591247372}" type="slidenum">
              <a:rPr lang="cs-CZ" smtClean="0"/>
              <a:pPr/>
              <a:t>‹#›</a:t>
            </a:fld>
            <a:endParaRPr lang="cs-CZ"/>
          </a:p>
        </p:txBody>
      </p:sp>
      <p:pic>
        <p:nvPicPr>
          <p:cNvPr id="10" name="Logo Digitální a Informační agentura">
            <a:extLst>
              <a:ext uri="{FF2B5EF4-FFF2-40B4-BE49-F238E27FC236}">
                <a16:creationId xmlns:a16="http://schemas.microsoft.com/office/drawing/2014/main" id="{1391B34F-7EA5-7A87-B33E-6D1F2140BB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43299" y="6021421"/>
            <a:ext cx="1336305" cy="596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03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50" r:id="rId3"/>
    <p:sldLayoutId id="2147483671" r:id="rId4"/>
    <p:sldLayoutId id="2147483651" r:id="rId5"/>
    <p:sldLayoutId id="2147483649" r:id="rId6"/>
    <p:sldLayoutId id="2147483670" r:id="rId7"/>
    <p:sldLayoutId id="2147483663" r:id="rId8"/>
    <p:sldLayoutId id="2147483668" r:id="rId9"/>
    <p:sldLayoutId id="2147483655" r:id="rId10"/>
    <p:sldLayoutId id="2147483652" r:id="rId11"/>
    <p:sldLayoutId id="2147483669" r:id="rId12"/>
    <p:sldLayoutId id="2147483653" r:id="rId13"/>
    <p:sldLayoutId id="2147483664" r:id="rId14"/>
    <p:sldLayoutId id="2147483656" r:id="rId15"/>
    <p:sldLayoutId id="2147483667" r:id="rId16"/>
    <p:sldLayoutId id="2147483666" r:id="rId17"/>
    <p:sldLayoutId id="2147483658" r:id="rId18"/>
    <p:sldLayoutId id="2147483659" r:id="rId19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0" i="0" kern="1200" cap="all" baseline="0">
          <a:solidFill>
            <a:schemeClr val="accent1"/>
          </a:solidFill>
          <a:latin typeface="Azeret Mono Medium" pitchFamily="2" charset="0"/>
          <a:ea typeface="+mj-ea"/>
          <a:cs typeface="+mj-cs"/>
        </a:defRPr>
      </a:lvl1pPr>
    </p:titleStyle>
    <p:bodyStyle>
      <a:lvl1pPr marL="288000" indent="-288000" algn="l" defTabSz="914400" rtl="0" eaLnBrk="1" latinLnBrk="0" hangingPunct="1">
        <a:lnSpc>
          <a:spcPct val="120000"/>
        </a:lnSpc>
        <a:spcBef>
          <a:spcPts val="800"/>
        </a:spcBef>
        <a:spcAft>
          <a:spcPts val="400"/>
        </a:spcAft>
        <a:buClr>
          <a:schemeClr val="accent1"/>
        </a:buClr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76000" indent="-288000" algn="l" defTabSz="914400" rtl="0" eaLnBrk="1" latinLnBrk="0" hangingPunct="1">
        <a:lnSpc>
          <a:spcPct val="120000"/>
        </a:lnSpc>
        <a:spcBef>
          <a:spcPts val="800"/>
        </a:spcBef>
        <a:spcAft>
          <a:spcPts val="400"/>
        </a:spcAft>
        <a:buClr>
          <a:schemeClr val="accent1"/>
        </a:buClr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64000" indent="-288000" algn="l" defTabSz="914400" rtl="0" eaLnBrk="1" latinLnBrk="0" hangingPunct="1">
        <a:lnSpc>
          <a:spcPct val="120000"/>
        </a:lnSpc>
        <a:spcBef>
          <a:spcPts val="800"/>
        </a:spcBef>
        <a:spcAft>
          <a:spcPts val="400"/>
        </a:spcAft>
        <a:buClr>
          <a:srgbClr val="767676"/>
        </a:buClr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864000" indent="-288000" algn="l" defTabSz="914400" rtl="0" eaLnBrk="1" latinLnBrk="0" hangingPunct="1">
        <a:lnSpc>
          <a:spcPct val="120000"/>
        </a:lnSpc>
        <a:spcBef>
          <a:spcPts val="800"/>
        </a:spcBef>
        <a:spcAft>
          <a:spcPts val="400"/>
        </a:spcAft>
        <a:buClr>
          <a:srgbClr val="767676"/>
        </a:buClr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864000" indent="-288000" algn="l" defTabSz="914400" rtl="0" eaLnBrk="1" latinLnBrk="0" hangingPunct="1">
        <a:lnSpc>
          <a:spcPct val="120000"/>
        </a:lnSpc>
        <a:spcBef>
          <a:spcPts val="800"/>
        </a:spcBef>
        <a:spcAft>
          <a:spcPts val="400"/>
        </a:spcAft>
        <a:buClr>
          <a:srgbClr val="767676"/>
        </a:buClr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CF9B9EF-180B-639A-19E9-8217533CE2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b">
            <a:normAutofit/>
          </a:bodyPr>
          <a:lstStyle/>
          <a:p>
            <a:r>
              <a:rPr lang="cs-CZ" dirty="0"/>
              <a:t>Povolení ke vstupu do Antarktidy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9A32C00A-AB13-04FE-0CAD-B4705EB925D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t">
            <a:normAutofit/>
          </a:bodyPr>
          <a:lstStyle/>
          <a:p>
            <a:pPr>
              <a:lnSpc>
                <a:spcPct val="90000"/>
              </a:lnSpc>
              <a:buClr>
                <a:schemeClr val="tx1"/>
              </a:buClr>
            </a:pPr>
            <a:r>
              <a:rPr lang="cs-CZ" sz="1900" dirty="0"/>
              <a:t>Jan Petr</a:t>
            </a:r>
          </a:p>
        </p:txBody>
      </p:sp>
    </p:spTree>
    <p:extLst>
      <p:ext uri="{BB962C8B-B14F-4D97-AF65-F5344CB8AC3E}">
        <p14:creationId xmlns:p14="http://schemas.microsoft.com/office/powerpoint/2010/main" val="162752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E1960E8-D5A3-AAC3-AD24-E3D60EB12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Povolení ke vstupu do Antarktidy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CD50936-8A77-9908-240C-D57410D0B8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Služba S1869 Povolení ke vstupu do Antarktidy</a:t>
            </a:r>
          </a:p>
          <a:p>
            <a:r>
              <a:rPr lang="cs-CZ" dirty="0"/>
              <a:t>Její použití není příliš časté</a:t>
            </a:r>
          </a:p>
          <a:p>
            <a:r>
              <a:rPr lang="cs-CZ" dirty="0"/>
              <a:t>Velmi často se </a:t>
            </a:r>
            <a:r>
              <a:rPr lang="cs-CZ"/>
              <a:t>tato služba </a:t>
            </a:r>
            <a:r>
              <a:rPr lang="cs-CZ" dirty="0"/>
              <a:t>dávala jako ukázka zbytečné digitální služby</a:t>
            </a:r>
          </a:p>
          <a:p>
            <a:r>
              <a:rPr lang="cs-CZ" dirty="0"/>
              <a:t>Věnovala se tomu spousta hodin</a:t>
            </a:r>
          </a:p>
          <a:p>
            <a:r>
              <a:rPr lang="cs-CZ" b="1" u="sng" dirty="0"/>
              <a:t>Mělo smysl o tom mluvit pokud by realizace trvala jen 10 minut?</a:t>
            </a: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7A34CB1D-F4D6-6341-AE44-14D72AFE4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C50A1F22-225B-C34F-7B6B-41896ECC1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17128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6DE3479-55DF-E28D-AD98-87C7327CE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Postup vytváření a implementace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F516018-49D1-6B21-C078-884DB4EF7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cs-CZ" dirty="0"/>
              <a:t>Vytvoření dat pro formulář (max 5 proměnných, 5 příloh, 1 volný text, zastupování, GDPR, prohlášení)</a:t>
            </a:r>
          </a:p>
          <a:p>
            <a:pPr marL="342900" indent="-342900">
              <a:buFont typeface="+mj-lt"/>
              <a:buAutoNum type="arabicPeriod"/>
            </a:pPr>
            <a:r>
              <a:rPr lang="cs-CZ" dirty="0"/>
              <a:t>Kontrola formuláře pomocí </a:t>
            </a:r>
            <a:r>
              <a:rPr lang="cs-CZ" dirty="0" err="1"/>
              <a:t>preview</a:t>
            </a:r>
            <a:endParaRPr lang="cs-CZ" dirty="0"/>
          </a:p>
          <a:p>
            <a:pPr marL="342900" indent="-342900">
              <a:buFont typeface="+mj-lt"/>
              <a:buAutoNum type="arabicPeriod"/>
            </a:pPr>
            <a:r>
              <a:rPr lang="cs-CZ" dirty="0"/>
              <a:t>Zkopírování odkazu, kde bude formulář dostupný (</a:t>
            </a:r>
            <a:r>
              <a:rPr lang="cs-CZ" dirty="0" err="1"/>
              <a:t>copy&amp;paste</a:t>
            </a:r>
            <a:r>
              <a:rPr lang="cs-CZ" dirty="0"/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cs-CZ" dirty="0"/>
              <a:t>Schválení</a:t>
            </a:r>
          </a:p>
          <a:p>
            <a:pPr marL="342900" indent="-342900">
              <a:buFont typeface="+mj-lt"/>
              <a:buAutoNum type="arabicPeriod"/>
            </a:pPr>
            <a:r>
              <a:rPr lang="cs-CZ" dirty="0"/>
              <a:t>Integrace (plně automatická)</a:t>
            </a:r>
          </a:p>
          <a:p>
            <a:pPr marL="342900" indent="-342900">
              <a:buFont typeface="+mj-lt"/>
              <a:buAutoNum type="arabicPeriod"/>
            </a:pPr>
            <a:r>
              <a:rPr lang="cs-CZ" dirty="0"/>
              <a:t>Zveřejnění pomocí odkazu (URL)</a:t>
            </a: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C12BA939-6765-AC3B-5FAF-22259426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346A694F-EF74-6DA1-2188-A415EDB25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12620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7644ABF-47B2-EB93-0CEB-DC9507ADC4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1. Vytvoření formuláře </a:t>
            </a:r>
            <a:br>
              <a:rPr lang="cs-CZ" dirty="0"/>
            </a:br>
            <a:r>
              <a:rPr lang="cs-CZ" dirty="0"/>
              <a:t>za 10 minut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8D996B59-360F-0389-CD20-EEA5269740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/>
              <a:t>Registr práv a povinností</a:t>
            </a:r>
          </a:p>
          <a:p>
            <a:r>
              <a:rPr lang="cs-CZ" dirty="0"/>
              <a:t>Agendový informační systém Správa katalogů</a:t>
            </a:r>
          </a:p>
          <a:p>
            <a:r>
              <a:rPr lang="cs-CZ" dirty="0"/>
              <a:t>Katalog zjednodušených formulářů</a:t>
            </a:r>
          </a:p>
        </p:txBody>
      </p:sp>
    </p:spTree>
    <p:extLst>
      <p:ext uri="{BB962C8B-B14F-4D97-AF65-F5344CB8AC3E}">
        <p14:creationId xmlns:p14="http://schemas.microsoft.com/office/powerpoint/2010/main" val="16149976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5EB96-99F9-D66A-74D8-A1596704B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AD9D801-56AA-5959-18B3-7C0C30FF0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162838"/>
            <a:ext cx="11113200" cy="539527"/>
          </a:xfrm>
        </p:spPr>
        <p:txBody>
          <a:bodyPr>
            <a:normAutofit fontScale="90000"/>
          </a:bodyPr>
          <a:lstStyle/>
          <a:p>
            <a:r>
              <a:rPr lang="cs-CZ" dirty="0"/>
              <a:t>zadání dat do KATALOGU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18B27EB-70A4-8460-3A7B-B2BFAD8AC7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94957" y="969474"/>
            <a:ext cx="4297043" cy="1680602"/>
          </a:xfrm>
        </p:spPr>
        <p:txBody>
          <a:bodyPr>
            <a:normAutofit/>
          </a:bodyPr>
          <a:lstStyle/>
          <a:p>
            <a:r>
              <a:rPr lang="cs-CZ" b="1" dirty="0"/>
              <a:t>Vyplní se datová vrstva</a:t>
            </a:r>
          </a:p>
          <a:p>
            <a:r>
              <a:rPr lang="cs-CZ" b="1" dirty="0"/>
              <a:t>Data se tvoří v AIS katalogů, který zná a používá 350 garantů</a:t>
            </a: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72444F64-DD36-A415-0977-15DE41667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FE59F05A-4586-3CFD-00DE-DB77C9B85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5</a:t>
            </a:fld>
            <a:endParaRPr lang="cs-CZ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3E240F73-5CE1-37C0-B974-5D7DD57A91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312" y="702365"/>
            <a:ext cx="7132982" cy="261413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Obrázek 7">
            <a:extLst>
              <a:ext uri="{FF2B5EF4-FFF2-40B4-BE49-F238E27FC236}">
                <a16:creationId xmlns:a16="http://schemas.microsoft.com/office/drawing/2014/main" id="{BC1703E8-B7CF-3BCB-439B-27D039FFC5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5173" y="2598460"/>
            <a:ext cx="7132983" cy="261948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Obrázek 8">
            <a:extLst>
              <a:ext uri="{FF2B5EF4-FFF2-40B4-BE49-F238E27FC236}">
                <a16:creationId xmlns:a16="http://schemas.microsoft.com/office/drawing/2014/main" id="{4734D15B-AED3-B6E9-29FE-C1150AA718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8562" y="4939572"/>
            <a:ext cx="5380893" cy="138578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Zástupný obsah 2">
            <a:extLst>
              <a:ext uri="{FF2B5EF4-FFF2-40B4-BE49-F238E27FC236}">
                <a16:creationId xmlns:a16="http://schemas.microsoft.com/office/drawing/2014/main" id="{CCC83C9B-6CD5-A1CC-0ED6-CD84ECDFE237}"/>
              </a:ext>
            </a:extLst>
          </p:cNvPr>
          <p:cNvSpPr txBox="1">
            <a:spLocks/>
          </p:cNvSpPr>
          <p:nvPr/>
        </p:nvSpPr>
        <p:spPr>
          <a:xfrm>
            <a:off x="2074677" y="5353960"/>
            <a:ext cx="4432140" cy="1336519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288000" indent="-288000" algn="l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lr>
                <a:schemeClr val="accent1"/>
              </a:buClr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76000" indent="-288000" algn="l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lr>
                <a:schemeClr val="accent1"/>
              </a:buClr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64000" indent="-288000" algn="l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lr>
                <a:srgbClr val="767676"/>
              </a:buClr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864000" indent="-288000" algn="l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lr>
                <a:srgbClr val="767676"/>
              </a:buClr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864000" indent="-288000" algn="l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lr>
                <a:srgbClr val="767676"/>
              </a:buClr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b="1" dirty="0"/>
              <a:t>Výstupem je URL adresa na které bude formulář po schválení dostupný a která slouží pro jeho zveřejnění</a:t>
            </a:r>
          </a:p>
        </p:txBody>
      </p:sp>
      <p:sp>
        <p:nvSpPr>
          <p:cNvPr id="10" name="Zástupný obsah 2">
            <a:extLst>
              <a:ext uri="{FF2B5EF4-FFF2-40B4-BE49-F238E27FC236}">
                <a16:creationId xmlns:a16="http://schemas.microsoft.com/office/drawing/2014/main" id="{01A703FA-0F20-433C-31D9-F1CEE7B266B6}"/>
              </a:ext>
            </a:extLst>
          </p:cNvPr>
          <p:cNvSpPr txBox="1">
            <a:spLocks/>
          </p:cNvSpPr>
          <p:nvPr/>
        </p:nvSpPr>
        <p:spPr>
          <a:xfrm>
            <a:off x="192156" y="3794517"/>
            <a:ext cx="2773017" cy="945405"/>
          </a:xfrm>
          <a:prstGeom prst="rect">
            <a:avLst/>
          </a:prstGeom>
        </p:spPr>
        <p:txBody>
          <a:bodyPr vert="horz" lIns="0" tIns="0" rIns="0" bIns="0" rtlCol="0" anchor="t" anchorCtr="0">
            <a:normAutofit lnSpcReduction="10000"/>
          </a:bodyPr>
          <a:lstStyle>
            <a:lvl1pPr marL="288000" indent="-288000" algn="l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lr>
                <a:schemeClr val="accent1"/>
              </a:buClr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76000" indent="-288000" algn="l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lr>
                <a:schemeClr val="accent1"/>
              </a:buClr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64000" indent="-288000" algn="l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lr>
                <a:srgbClr val="767676"/>
              </a:buClr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864000" indent="-288000" algn="l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lr>
                <a:srgbClr val="767676"/>
              </a:buClr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864000" indent="-288000" algn="l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lr>
                <a:srgbClr val="767676"/>
              </a:buClr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b="1" dirty="0"/>
              <a:t>Data v prezentační vrstvě jsou dostupná jako </a:t>
            </a:r>
            <a:r>
              <a:rPr lang="cs-CZ" b="1" dirty="0" err="1"/>
              <a:t>preview</a:t>
            </a:r>
            <a:endParaRPr lang="cs-CZ" b="1" dirty="0"/>
          </a:p>
        </p:txBody>
      </p:sp>
    </p:spTree>
    <p:extLst>
      <p:ext uri="{BB962C8B-B14F-4D97-AF65-F5344CB8AC3E}">
        <p14:creationId xmlns:p14="http://schemas.microsoft.com/office/powerpoint/2010/main" val="2029594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0A8199F1-2BB9-B2CF-9279-35897ACAC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1D3DADC-1023-9111-7833-D69FF61AA9B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77913" y="431800"/>
            <a:ext cx="11114087" cy="1847850"/>
          </a:xfrm>
        </p:spPr>
        <p:txBody>
          <a:bodyPr/>
          <a:lstStyle/>
          <a:p>
            <a:r>
              <a:rPr lang="cs-CZ" dirty="0"/>
              <a:t>Povolení ke vstupu do Antarktidy</a:t>
            </a:r>
          </a:p>
        </p:txBody>
      </p:sp>
      <p:sp>
        <p:nvSpPr>
          <p:cNvPr id="4" name="Podnadpis 3">
            <a:extLst>
              <a:ext uri="{FF2B5EF4-FFF2-40B4-BE49-F238E27FC236}">
                <a16:creationId xmlns:a16="http://schemas.microsoft.com/office/drawing/2014/main" id="{07273913-6614-ED72-5BB5-05B82E5E4C0A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077913" y="3265488"/>
            <a:ext cx="11114087" cy="1173162"/>
          </a:xfrm>
        </p:spPr>
        <p:txBody>
          <a:bodyPr/>
          <a:lstStyle/>
          <a:p>
            <a:r>
              <a:rPr lang="cs-CZ" dirty="0"/>
              <a:t>Video</a:t>
            </a:r>
          </a:p>
        </p:txBody>
      </p:sp>
    </p:spTree>
    <p:extLst>
      <p:ext uri="{BB962C8B-B14F-4D97-AF65-F5344CB8AC3E}">
        <p14:creationId xmlns:p14="http://schemas.microsoft.com/office/powerpoint/2010/main" val="40603980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15132C7-DFA6-30FF-E16C-B88FA1E3B9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2. Implementace 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61B260AE-E238-07CE-7B6F-F3E06D95B7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/>
              <a:t>Integrace formuláře do Portálu občana (</a:t>
            </a:r>
            <a:r>
              <a:rPr lang="cs-CZ" dirty="0" err="1"/>
              <a:t>deployment</a:t>
            </a:r>
            <a:r>
              <a:rPr lang="cs-CZ" dirty="0"/>
              <a:t>, </a:t>
            </a:r>
            <a:r>
              <a:rPr lang="cs-CZ" dirty="0" err="1"/>
              <a:t>release</a:t>
            </a:r>
            <a:r>
              <a:rPr lang="cs-CZ" dirty="0"/>
              <a:t>, </a:t>
            </a:r>
            <a:r>
              <a:rPr lang="cs-CZ" dirty="0" err="1"/>
              <a:t>rollout</a:t>
            </a:r>
            <a:r>
              <a:rPr lang="cs-CZ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491662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23DA668-2932-D42E-C995-A48E82636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Implementace v PORTÁLU OBČANA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E0B4851-A61A-305C-1340-075C35D4A4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825626"/>
            <a:ext cx="11113200" cy="1595452"/>
          </a:xfrm>
        </p:spPr>
        <p:txBody>
          <a:bodyPr>
            <a:normAutofit/>
          </a:bodyPr>
          <a:lstStyle/>
          <a:p>
            <a:r>
              <a:rPr lang="cs-CZ" dirty="0"/>
              <a:t>Formulář se tvoří automaticky na základě metadat z AIS Katalogu, vlastní UX je testované samostatně na maximální velikost položek. Nevyplněné položky se nezobrazují.</a:t>
            </a:r>
          </a:p>
          <a:p>
            <a:r>
              <a:rPr lang="cs-CZ" dirty="0"/>
              <a:t>Portál občana zajistí NIA, </a:t>
            </a:r>
            <a:r>
              <a:rPr lang="cs-CZ" dirty="0" err="1"/>
              <a:t>ReZa</a:t>
            </a:r>
            <a:r>
              <a:rPr lang="cs-CZ" dirty="0"/>
              <a:t>, prezentaci formuláře, předvyplnění, kontrolu, formát PDF/XML, autorizaci, osvědčení s pečetí a časovým razítkem, průvodku a odeslání dle údajů ve formuláři</a:t>
            </a:r>
          </a:p>
          <a:p>
            <a:pPr marL="0" indent="0">
              <a:buNone/>
            </a:pPr>
            <a:endParaRPr lang="cs-CZ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6C6CAFC0-4EDB-1FA3-324D-8D9C55182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dirty="0">
                <a:solidFill>
                  <a:schemeClr val="accent3"/>
                </a:solidFill>
              </a:rPr>
              <a:t>DIA.</a:t>
            </a:r>
            <a:r>
              <a:rPr lang="cs-CZ" dirty="0"/>
              <a:t>GOV.CZ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E6CE50E8-38BE-2B19-1DD6-B99BE514B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8</a:t>
            </a:fld>
            <a:endParaRPr lang="cs-CZ"/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46EB275D-691B-1D40-07DD-D461078DBE1E}"/>
              </a:ext>
            </a:extLst>
          </p:cNvPr>
          <p:cNvSpPr/>
          <p:nvPr/>
        </p:nvSpPr>
        <p:spPr>
          <a:xfrm>
            <a:off x="373562" y="3468716"/>
            <a:ext cx="825190" cy="13102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/>
              <a:t>NIA</a:t>
            </a:r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8F1BC809-397F-8D54-A599-9EB46C41E465}"/>
              </a:ext>
            </a:extLst>
          </p:cNvPr>
          <p:cNvSpPr/>
          <p:nvPr/>
        </p:nvSpPr>
        <p:spPr>
          <a:xfrm>
            <a:off x="1551874" y="3468716"/>
            <a:ext cx="825190" cy="13102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/>
              <a:t>REZA</a:t>
            </a:r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34A0D20C-F081-CB71-3FB2-BE4D181EAC34}"/>
              </a:ext>
            </a:extLst>
          </p:cNvPr>
          <p:cNvSpPr/>
          <p:nvPr/>
        </p:nvSpPr>
        <p:spPr>
          <a:xfrm>
            <a:off x="8996444" y="3468716"/>
            <a:ext cx="825190" cy="13102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/>
              <a:t>AUTORIZACE</a:t>
            </a:r>
          </a:p>
        </p:txBody>
      </p:sp>
      <p:sp>
        <p:nvSpPr>
          <p:cNvPr id="9" name="Obdélník 8">
            <a:extLst>
              <a:ext uri="{FF2B5EF4-FFF2-40B4-BE49-F238E27FC236}">
                <a16:creationId xmlns:a16="http://schemas.microsoft.com/office/drawing/2014/main" id="{DF615F49-ED3F-F04E-455C-846F8EFB8B86}"/>
              </a:ext>
            </a:extLst>
          </p:cNvPr>
          <p:cNvSpPr/>
          <p:nvPr/>
        </p:nvSpPr>
        <p:spPr>
          <a:xfrm>
            <a:off x="10084433" y="3474660"/>
            <a:ext cx="825190" cy="13102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Osvědčení</a:t>
            </a:r>
          </a:p>
        </p:txBody>
      </p:sp>
      <p:sp>
        <p:nvSpPr>
          <p:cNvPr id="10" name="Obdélník 9">
            <a:extLst>
              <a:ext uri="{FF2B5EF4-FFF2-40B4-BE49-F238E27FC236}">
                <a16:creationId xmlns:a16="http://schemas.microsoft.com/office/drawing/2014/main" id="{281E4F7C-DF90-975E-E710-DED36397F65F}"/>
              </a:ext>
            </a:extLst>
          </p:cNvPr>
          <p:cNvSpPr/>
          <p:nvPr/>
        </p:nvSpPr>
        <p:spPr>
          <a:xfrm>
            <a:off x="11138206" y="3464758"/>
            <a:ext cx="825190" cy="13142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Odeslání</a:t>
            </a:r>
          </a:p>
        </p:txBody>
      </p:sp>
      <p:sp>
        <p:nvSpPr>
          <p:cNvPr id="11" name="Obdélník 10">
            <a:extLst>
              <a:ext uri="{FF2B5EF4-FFF2-40B4-BE49-F238E27FC236}">
                <a16:creationId xmlns:a16="http://schemas.microsoft.com/office/drawing/2014/main" id="{1B4575A9-C1C8-E27A-5D69-ECC6133960E5}"/>
              </a:ext>
            </a:extLst>
          </p:cNvPr>
          <p:cNvSpPr/>
          <p:nvPr/>
        </p:nvSpPr>
        <p:spPr>
          <a:xfrm>
            <a:off x="2730186" y="3468716"/>
            <a:ext cx="4958947" cy="131026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 err="1"/>
              <a:t>EasyForms</a:t>
            </a:r>
            <a:r>
              <a:rPr lang="cs-CZ" dirty="0"/>
              <a:t> napojené na AIS Katalogů</a:t>
            </a:r>
          </a:p>
        </p:txBody>
      </p:sp>
      <p:cxnSp>
        <p:nvCxnSpPr>
          <p:cNvPr id="12" name="Přímá spojovací šipka 11">
            <a:extLst>
              <a:ext uri="{FF2B5EF4-FFF2-40B4-BE49-F238E27FC236}">
                <a16:creationId xmlns:a16="http://schemas.microsoft.com/office/drawing/2014/main" id="{4A352912-92D7-B4EA-B65C-639CAD9A788F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9821634" y="4123850"/>
            <a:ext cx="262799" cy="59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Přímá spojovací šipka 12">
            <a:extLst>
              <a:ext uri="{FF2B5EF4-FFF2-40B4-BE49-F238E27FC236}">
                <a16:creationId xmlns:a16="http://schemas.microsoft.com/office/drawing/2014/main" id="{15217797-EF6B-CC21-2A93-C55234523C4A}"/>
              </a:ext>
            </a:extLst>
          </p:cNvPr>
          <p:cNvCxnSpPr>
            <a:cxnSpLocks/>
          </p:cNvCxnSpPr>
          <p:nvPr/>
        </p:nvCxnSpPr>
        <p:spPr>
          <a:xfrm>
            <a:off x="2377064" y="4200236"/>
            <a:ext cx="35312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Přímá spojovací šipka 13">
            <a:extLst>
              <a:ext uri="{FF2B5EF4-FFF2-40B4-BE49-F238E27FC236}">
                <a16:creationId xmlns:a16="http://schemas.microsoft.com/office/drawing/2014/main" id="{FF1BD2D1-3117-6369-D04D-3298F5C30BCA}"/>
              </a:ext>
            </a:extLst>
          </p:cNvPr>
          <p:cNvCxnSpPr>
            <a:cxnSpLocks/>
            <a:stCxn id="11" idx="3"/>
            <a:endCxn id="17" idx="1"/>
          </p:cNvCxnSpPr>
          <p:nvPr/>
        </p:nvCxnSpPr>
        <p:spPr>
          <a:xfrm>
            <a:off x="7689133" y="4123850"/>
            <a:ext cx="22858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Přímá spojovací šipka 14">
            <a:extLst>
              <a:ext uri="{FF2B5EF4-FFF2-40B4-BE49-F238E27FC236}">
                <a16:creationId xmlns:a16="http://schemas.microsoft.com/office/drawing/2014/main" id="{F82B1028-0C5E-2F37-860A-389A96861DEC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 flipV="1">
            <a:off x="10909623" y="4121871"/>
            <a:ext cx="228583" cy="79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Přímá spojovací šipka 15">
            <a:extLst>
              <a:ext uri="{FF2B5EF4-FFF2-40B4-BE49-F238E27FC236}">
                <a16:creationId xmlns:a16="http://schemas.microsoft.com/office/drawing/2014/main" id="{9255EF9C-9855-1EFA-D938-B2A388B23AB7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1198752" y="4123850"/>
            <a:ext cx="35312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bdélník 16">
            <a:extLst>
              <a:ext uri="{FF2B5EF4-FFF2-40B4-BE49-F238E27FC236}">
                <a16:creationId xmlns:a16="http://schemas.microsoft.com/office/drawing/2014/main" id="{BED435C7-5851-BDD4-C54A-C3B39CEC0B0F}"/>
              </a:ext>
            </a:extLst>
          </p:cNvPr>
          <p:cNvSpPr/>
          <p:nvPr/>
        </p:nvSpPr>
        <p:spPr>
          <a:xfrm>
            <a:off x="7917716" y="3468716"/>
            <a:ext cx="825190" cy="131026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/>
              <a:t>PDF/XML</a:t>
            </a:r>
          </a:p>
        </p:txBody>
      </p:sp>
      <p:cxnSp>
        <p:nvCxnSpPr>
          <p:cNvPr id="18" name="Přímá spojovací šipka 17">
            <a:extLst>
              <a:ext uri="{FF2B5EF4-FFF2-40B4-BE49-F238E27FC236}">
                <a16:creationId xmlns:a16="http://schemas.microsoft.com/office/drawing/2014/main" id="{00177CC9-FA08-6BF5-700B-67C2EEA7E34E}"/>
              </a:ext>
            </a:extLst>
          </p:cNvPr>
          <p:cNvCxnSpPr>
            <a:cxnSpLocks/>
            <a:stCxn id="17" idx="3"/>
            <a:endCxn id="8" idx="1"/>
          </p:cNvCxnSpPr>
          <p:nvPr/>
        </p:nvCxnSpPr>
        <p:spPr>
          <a:xfrm>
            <a:off x="8742906" y="4123850"/>
            <a:ext cx="25353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bdélník 18">
            <a:extLst>
              <a:ext uri="{FF2B5EF4-FFF2-40B4-BE49-F238E27FC236}">
                <a16:creationId xmlns:a16="http://schemas.microsoft.com/office/drawing/2014/main" id="{F18AA2BA-D903-48BD-8784-2C13BE0C268C}"/>
              </a:ext>
            </a:extLst>
          </p:cNvPr>
          <p:cNvSpPr/>
          <p:nvPr/>
        </p:nvSpPr>
        <p:spPr>
          <a:xfrm>
            <a:off x="1452290" y="3378626"/>
            <a:ext cx="6363222" cy="1499105"/>
          </a:xfrm>
          <a:prstGeom prst="rect">
            <a:avLst/>
          </a:prstGeom>
          <a:noFill/>
          <a:ln w="38100"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0" name="Obdélník 19">
            <a:extLst>
              <a:ext uri="{FF2B5EF4-FFF2-40B4-BE49-F238E27FC236}">
                <a16:creationId xmlns:a16="http://schemas.microsoft.com/office/drawing/2014/main" id="{E8B2D795-F822-DB21-1E34-7357782A3379}"/>
              </a:ext>
            </a:extLst>
          </p:cNvPr>
          <p:cNvSpPr/>
          <p:nvPr/>
        </p:nvSpPr>
        <p:spPr>
          <a:xfrm>
            <a:off x="2730186" y="5197648"/>
            <a:ext cx="1921042" cy="131026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RPP - AIS  K</a:t>
            </a:r>
          </a:p>
          <a:p>
            <a:pPr algn="ctr"/>
            <a:r>
              <a:rPr lang="cs-CZ" dirty="0"/>
              <a:t>Katalog zjednodušených formulářů</a:t>
            </a:r>
          </a:p>
        </p:txBody>
      </p:sp>
      <p:cxnSp>
        <p:nvCxnSpPr>
          <p:cNvPr id="22" name="Přímá spojovací šipka 21">
            <a:extLst>
              <a:ext uri="{FF2B5EF4-FFF2-40B4-BE49-F238E27FC236}">
                <a16:creationId xmlns:a16="http://schemas.microsoft.com/office/drawing/2014/main" id="{63780E75-57E7-22CE-4035-75A08B2BC0CC}"/>
              </a:ext>
            </a:extLst>
          </p:cNvPr>
          <p:cNvCxnSpPr>
            <a:cxnSpLocks/>
            <a:stCxn id="20" idx="0"/>
          </p:cNvCxnSpPr>
          <p:nvPr/>
        </p:nvCxnSpPr>
        <p:spPr>
          <a:xfrm flipV="1">
            <a:off x="3690707" y="4778984"/>
            <a:ext cx="0" cy="4186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69431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722CF56-11B7-42CB-BAAA-DD69F25953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3. Zveřejnění digitální služby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A0C03143-B484-E8BC-F38A-40B82CC6BA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dirty="0"/>
              <a:t>Navigační rámec na Portálu veřejné správy</a:t>
            </a:r>
          </a:p>
        </p:txBody>
      </p:sp>
    </p:spTree>
    <p:extLst>
      <p:ext uri="{BB962C8B-B14F-4D97-AF65-F5344CB8AC3E}">
        <p14:creationId xmlns:p14="http://schemas.microsoft.com/office/powerpoint/2010/main" val="23635475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019D2-E195-2261-E963-60A0361D3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E8B1396-8187-6B88-268D-F788CCB8F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cap="none" dirty="0"/>
              <a:t>ZVEŘEJNĚNÍ NA PVS</a:t>
            </a:r>
            <a:endParaRPr lang="cs-CZ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4133343E-2A94-0DCB-4759-CAA263BFF575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6324600"/>
            <a:ext cx="5381625" cy="365125"/>
          </a:xfrm>
        </p:spPr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9CB9E768-8DE7-81EF-E5E2-3C8773B138E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271125" y="6369050"/>
            <a:ext cx="1920875" cy="365125"/>
          </a:xfrm>
        </p:spPr>
        <p:txBody>
          <a:bodyPr/>
          <a:lstStyle/>
          <a:p>
            <a:fld id="{F21F385E-1634-DB44-B85F-E63591247372}" type="slidenum">
              <a:rPr lang="cs-CZ" smtClean="0"/>
              <a:t>10</a:t>
            </a:fld>
            <a:endParaRPr lang="cs-CZ"/>
          </a:p>
        </p:txBody>
      </p:sp>
      <p:pic>
        <p:nvPicPr>
          <p:cNvPr id="3" name="Obrázek 2">
            <a:extLst>
              <a:ext uri="{FF2B5EF4-FFF2-40B4-BE49-F238E27FC236}">
                <a16:creationId xmlns:a16="http://schemas.microsoft.com/office/drawing/2014/main" id="{D6A9117D-FC3E-EAC3-4F8C-EE1ED04C04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799" y="1008166"/>
            <a:ext cx="7207831" cy="5849834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7" name="Obrázek 6">
            <a:extLst>
              <a:ext uri="{FF2B5EF4-FFF2-40B4-BE49-F238E27FC236}">
                <a16:creationId xmlns:a16="http://schemas.microsoft.com/office/drawing/2014/main" id="{CBE1D06C-2F74-8081-3305-3ADDA38F20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8451" y="1461152"/>
            <a:ext cx="2205594" cy="4883815"/>
          </a:xfrm>
          <a:prstGeom prst="rect">
            <a:avLst/>
          </a:prstGeom>
        </p:spPr>
      </p:pic>
      <p:pic>
        <p:nvPicPr>
          <p:cNvPr id="8" name="Symbol zastępczy obrazu 38" descr="Obraz zawierający monitor, siedzi, czarny, lustro&#10;&#10;Opis wygenerowany automatycznie">
            <a:extLst>
              <a:ext uri="{FF2B5EF4-FFF2-40B4-BE49-F238E27FC236}">
                <a16:creationId xmlns:a16="http://schemas.microsoft.com/office/drawing/2014/main" id="{00A8DFF5-19E1-9E8A-5A47-54AF5C9F597D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800959" y="849085"/>
            <a:ext cx="2769533" cy="6062234"/>
          </a:xfrm>
          <a:prstGeom prst="rect">
            <a:avLst/>
          </a:prstGeom>
          <a:effectLst>
            <a:outerShdw blurRad="161408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9" name="TextovéPole 8">
            <a:extLst>
              <a:ext uri="{FF2B5EF4-FFF2-40B4-BE49-F238E27FC236}">
                <a16:creationId xmlns:a16="http://schemas.microsoft.com/office/drawing/2014/main" id="{FE12D433-CFEF-26D5-CF50-55D7913CF3E5}"/>
              </a:ext>
            </a:extLst>
          </p:cNvPr>
          <p:cNvSpPr txBox="1"/>
          <p:nvPr/>
        </p:nvSpPr>
        <p:spPr>
          <a:xfrm>
            <a:off x="8305800" y="6531429"/>
            <a:ext cx="0" cy="0"/>
          </a:xfrm>
          <a:prstGeom prst="rect">
            <a:avLst/>
          </a:prstGeom>
        </p:spPr>
        <p:txBody>
          <a:bodyPr vert="horz" wrap="none" lIns="0" tIns="0" rIns="0" bIns="0" rtlCol="0" anchor="t" anchorCtr="0">
            <a:normAutofit fontScale="25000" lnSpcReduction="20000"/>
          </a:bodyPr>
          <a:lstStyle/>
          <a:p>
            <a:pPr algn="l"/>
            <a:endParaRPr lang="cs-CZ" sz="1800">
              <a:solidFill>
                <a:srgbClr val="2E2D2C"/>
              </a:solidFill>
            </a:endParaRPr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5F000865-5168-1EAA-5318-AAAF310315E8}"/>
              </a:ext>
            </a:extLst>
          </p:cNvPr>
          <p:cNvSpPr txBox="1"/>
          <p:nvPr/>
        </p:nvSpPr>
        <p:spPr>
          <a:xfrm>
            <a:off x="11963400" y="50999"/>
            <a:ext cx="228600" cy="381000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pPr algn="l"/>
            <a:r>
              <a:rPr lang="cs-CZ" sz="1200">
                <a:solidFill>
                  <a:schemeClr val="accent1"/>
                </a:solidFill>
              </a:rPr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29537333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adpis 4">
            <a:extLst>
              <a:ext uri="{FF2B5EF4-FFF2-40B4-BE49-F238E27FC236}">
                <a16:creationId xmlns:a16="http://schemas.microsoft.com/office/drawing/2014/main" id="{38381D17-4ED9-E0DD-C6C8-5791AB6E8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Děkuji za pozornost_</a:t>
            </a:r>
          </a:p>
        </p:txBody>
      </p:sp>
      <p:sp>
        <p:nvSpPr>
          <p:cNvPr id="6" name="Podnadpis 5">
            <a:extLst>
              <a:ext uri="{FF2B5EF4-FFF2-40B4-BE49-F238E27FC236}">
                <a16:creationId xmlns:a16="http://schemas.microsoft.com/office/drawing/2014/main" id="{E39FB015-3C1B-978A-0D3B-EC9DF736DB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/>
              <a:t>Prostor pro vaše dotazy</a:t>
            </a:r>
          </a:p>
        </p:txBody>
      </p:sp>
      <p:sp>
        <p:nvSpPr>
          <p:cNvPr id="7" name="Zástupný text 6">
            <a:extLst>
              <a:ext uri="{FF2B5EF4-FFF2-40B4-BE49-F238E27FC236}">
                <a16:creationId xmlns:a16="http://schemas.microsoft.com/office/drawing/2014/main" id="{6D200979-162A-B5B5-F758-5BF89E7F9EC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cs-CZ"/>
              <a:t>Jan Petr</a:t>
            </a:r>
          </a:p>
          <a:p>
            <a:r>
              <a:rPr lang="cs-CZ" err="1"/>
              <a:t>jan.petr@dia.gov.cz</a:t>
            </a:r>
            <a:endParaRPr lang="cs-CZ"/>
          </a:p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05156505"/>
      </p:ext>
    </p:extLst>
  </p:cSld>
  <p:clrMapOvr>
    <a:masterClrMapping/>
  </p:clrMapOvr>
</p:sld>
</file>

<file path=ppt/theme/theme1.xml><?xml version="1.0" encoding="utf-8"?>
<a:theme xmlns:a="http://schemas.openxmlformats.org/drawingml/2006/main" name="DIA_ nadpis a text s odrážkami">
  <a:themeElements>
    <a:clrScheme name="Vlastní 1">
      <a:dk1>
        <a:srgbClr val="000000"/>
      </a:dk1>
      <a:lt1>
        <a:srgbClr val="FFFFFF"/>
      </a:lt1>
      <a:dk2>
        <a:srgbClr val="2E2C2B"/>
      </a:dk2>
      <a:lt2>
        <a:srgbClr val="DCDCDC"/>
      </a:lt2>
      <a:accent1>
        <a:srgbClr val="368537"/>
      </a:accent1>
      <a:accent2>
        <a:srgbClr val="35398E"/>
      </a:accent2>
      <a:accent3>
        <a:srgbClr val="2E2C2B"/>
      </a:accent3>
      <a:accent4>
        <a:srgbClr val="BDBCBC"/>
      </a:accent4>
      <a:accent5>
        <a:srgbClr val="C52A3A"/>
      </a:accent5>
      <a:accent6>
        <a:srgbClr val="757575"/>
      </a:accent6>
      <a:hlink>
        <a:srgbClr val="45AC48"/>
      </a:hlink>
      <a:folHlink>
        <a:srgbClr val="35398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0" tIns="0" rIns="0" bIns="0" rtlCol="0" anchor="t" anchorCtr="0">
        <a:normAutofit/>
      </a:bodyPr>
      <a:lstStyle>
        <a:defPPr algn="l">
          <a:defRPr sz="1800" dirty="0" smtClean="0">
            <a:solidFill>
              <a:srgbClr val="2E2D2C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zentace3" id="{BE708AF8-05F3-634E-9F7B-2588D644F313}" vid="{8AE40BDA-163F-A14A-B1A0-4A4B9572C5E5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636834349BDE4785976B8F50EC4529" ma:contentTypeVersion="10" ma:contentTypeDescription="Vytvoří nový dokument" ma:contentTypeScope="" ma:versionID="78dad52094ef21a7bcd360097e82d926">
  <xsd:schema xmlns:xsd="http://www.w3.org/2001/XMLSchema" xmlns:xs="http://www.w3.org/2001/XMLSchema" xmlns:p="http://schemas.microsoft.com/office/2006/metadata/properties" xmlns:ns2="96a559f6-78cc-4fcb-80ce-aeceb24eab07" xmlns:ns3="dedea830-d126-41b7-9f69-5dc598a679e7" targetNamespace="http://schemas.microsoft.com/office/2006/metadata/properties" ma:root="true" ma:fieldsID="ede8f4a97788e86423fce8fc79d6cf0b" ns2:_="" ns3:_="">
    <xsd:import namespace="96a559f6-78cc-4fcb-80ce-aeceb24eab07"/>
    <xsd:import namespace="dedea830-d126-41b7-9f69-5dc598a679e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a559f6-78cc-4fcb-80ce-aeceb24eab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Značky obrázků" ma:readOnly="false" ma:fieldId="{5cf76f15-5ced-4ddc-b409-7134ff3c332f}" ma:taxonomyMulti="true" ma:sspId="b92eba26-6e22-4db9-9584-2a14b2be7ad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dea830-d126-41b7-9f69-5dc598a679e7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975c9996-7052-420e-a37d-bc2592e1086a}" ma:internalName="TaxCatchAll" ma:showField="CatchAllData" ma:web="dedea830-d126-41b7-9f69-5dc598a679e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6a559f6-78cc-4fcb-80ce-aeceb24eab07">
      <Terms xmlns="http://schemas.microsoft.com/office/infopath/2007/PartnerControls"/>
    </lcf76f155ced4ddcb4097134ff3c332f>
    <TaxCatchAll xmlns="dedea830-d126-41b7-9f69-5dc598a679e7" xsi:nil="true"/>
  </documentManagement>
</p:properties>
</file>

<file path=customXml/itemProps1.xml><?xml version="1.0" encoding="utf-8"?>
<ds:datastoreItem xmlns:ds="http://schemas.openxmlformats.org/officeDocument/2006/customXml" ds:itemID="{B923D26E-0541-4DA0-A477-5C8C6F0940A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017B213-C64E-429D-9A20-A5CAADF04818}"/>
</file>

<file path=customXml/itemProps3.xml><?xml version="1.0" encoding="utf-8"?>
<ds:datastoreItem xmlns:ds="http://schemas.openxmlformats.org/officeDocument/2006/customXml" ds:itemID="{BFFC4A16-FB80-4302-ABCF-BFA1C75DBE66}">
  <ds:schemaRefs>
    <ds:schemaRef ds:uri="http://purl.org/dc/dcmitype/"/>
    <ds:schemaRef ds:uri="60eff747-50e2-4621-8df6-458c8151a505"/>
    <ds:schemaRef ds:uri="http://www.w3.org/XML/1998/namespace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0f7720ff-53f2-424f-bdbf-9f2258d7a7d5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DIA_ nadpis a text s odrážkami</Template>
  <TotalTime>1015</TotalTime>
  <Words>393</Words>
  <Application>Microsoft Office PowerPoint</Application>
  <PresentationFormat>Širokoúhlá obrazovka</PresentationFormat>
  <Paragraphs>65</Paragraphs>
  <Slides>11</Slides>
  <Notes>1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11</vt:i4>
      </vt:variant>
    </vt:vector>
  </HeadingPairs>
  <TitlesOfParts>
    <vt:vector size="16" baseType="lpstr">
      <vt:lpstr>Arial</vt:lpstr>
      <vt:lpstr>Azeret Mono</vt:lpstr>
      <vt:lpstr>Azeret Mono Medium</vt:lpstr>
      <vt:lpstr>Wingdings</vt:lpstr>
      <vt:lpstr>DIA_ nadpis a text s odrážkami</vt:lpstr>
      <vt:lpstr>Povolení ke vstupu do Antarktidy</vt:lpstr>
      <vt:lpstr>Povolení ke vstupu do Antarktidy</vt:lpstr>
      <vt:lpstr>Postup vytváření a implementace</vt:lpstr>
      <vt:lpstr>1. Vytvoření formuláře  za 10 minut</vt:lpstr>
      <vt:lpstr>zadání dat do KATALOGU</vt:lpstr>
      <vt:lpstr>Povolení ke vstupu do Antarktidy</vt:lpstr>
      <vt:lpstr>2. Implementace </vt:lpstr>
      <vt:lpstr>Implementace v PORTÁLU OBČANA</vt:lpstr>
      <vt:lpstr>3. Zveřejnění digitální služby</vt:lpstr>
      <vt:lpstr>ZVEŘEJNĚNÍ NA PVS</vt:lpstr>
      <vt:lpstr>Děkuji za pozornost_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Výchozí šablona pro prezentace</dc:subject>
  <dc:creator>Petr Jan</dc:creator>
  <cp:keywords>PPT prezentace šablona DIA PowerPoint</cp:keywords>
  <dc:description/>
  <cp:lastModifiedBy>Šedivec Tomáš</cp:lastModifiedBy>
  <cp:revision>6</cp:revision>
  <dcterms:created xsi:type="dcterms:W3CDTF">2024-11-22T06:29:38Z</dcterms:created>
  <dcterms:modified xsi:type="dcterms:W3CDTF">2025-05-02T14:28:07Z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0x010100B7636834349BDE4785976B8F50EC4529</vt:lpwstr>
  </property>
  <property fmtid="{D5CDD505-2E9C-101B-9397-08002B2CF9AE}" pid="3" name="MediaServiceImageTags">
    <vt:lpwstr/>
  </property>
  <property fmtid="{D5CDD505-2E9C-101B-9397-08002B2CF9AE}" pid="4" name="MSIP_Label_defa4170-0d19-0005-0004-bc88714345d2_Enabled">
    <vt:lpwstr>true</vt:lpwstr>
  </property>
  <property fmtid="{D5CDD505-2E9C-101B-9397-08002B2CF9AE}" pid="5" name="MSIP_Label_defa4170-0d19-0005-0004-bc88714345d2_SetDate">
    <vt:lpwstr>2025-04-10T12:20:10Z</vt:lpwstr>
  </property>
  <property fmtid="{D5CDD505-2E9C-101B-9397-08002B2CF9AE}" pid="6" name="MSIP_Label_defa4170-0d19-0005-0004-bc88714345d2_Method">
    <vt:lpwstr>Standard</vt:lpwstr>
  </property>
  <property fmtid="{D5CDD505-2E9C-101B-9397-08002B2CF9AE}" pid="7" name="MSIP_Label_defa4170-0d19-0005-0004-bc88714345d2_Name">
    <vt:lpwstr>defa4170-0d19-0005-0004-bc88714345d2</vt:lpwstr>
  </property>
  <property fmtid="{D5CDD505-2E9C-101B-9397-08002B2CF9AE}" pid="8" name="MSIP_Label_defa4170-0d19-0005-0004-bc88714345d2_SiteId">
    <vt:lpwstr>5b6b85cd-44ef-4d66-86d4-603dd2160780</vt:lpwstr>
  </property>
  <property fmtid="{D5CDD505-2E9C-101B-9397-08002B2CF9AE}" pid="9" name="MSIP_Label_defa4170-0d19-0005-0004-bc88714345d2_ActionId">
    <vt:lpwstr>a2d8e465-2e67-489c-bf05-fd17198c7476</vt:lpwstr>
  </property>
  <property fmtid="{D5CDD505-2E9C-101B-9397-08002B2CF9AE}" pid="10" name="MSIP_Label_defa4170-0d19-0005-0004-bc88714345d2_ContentBits">
    <vt:lpwstr>0</vt:lpwstr>
  </property>
  <property fmtid="{D5CDD505-2E9C-101B-9397-08002B2CF9AE}" pid="11" name="MSIP_Label_defa4170-0d19-0005-0004-bc88714345d2_Tag">
    <vt:lpwstr>10, 3, 0, 2</vt:lpwstr>
  </property>
</Properties>
</file>