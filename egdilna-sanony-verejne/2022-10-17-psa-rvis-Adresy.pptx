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69" r:id="rId6"/>
    <p:sldId id="275" r:id="rId7"/>
    <p:sldId id="270" r:id="rId8"/>
    <p:sldId id="280" r:id="rId9"/>
    <p:sldId id="279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7DC133-D215-46A1-8918-FB8CEE90DC57}" v="1" dt="2022-10-17T11:11:32.6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50000" autoAdjust="0"/>
  </p:normalViewPr>
  <p:slideViewPr>
    <p:cSldViewPr>
      <p:cViewPr varScale="1">
        <p:scale>
          <a:sx n="82" d="100"/>
          <a:sy n="82" d="100"/>
        </p:scale>
        <p:origin x="691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 Tiller" userId="a77ffee73ff775ae" providerId="LiveId" clId="{8C7DC133-D215-46A1-8918-FB8CEE90DC57}"/>
    <pc:docChg chg="undo redo custSel addSld delSld modSld">
      <pc:chgData name="Petr Tiller" userId="a77ffee73ff775ae" providerId="LiveId" clId="{8C7DC133-D215-46A1-8918-FB8CEE90DC57}" dt="2022-10-19T13:28:12.321" v="1595" actId="20577"/>
      <pc:docMkLst>
        <pc:docMk/>
      </pc:docMkLst>
      <pc:sldChg chg="modSp mod">
        <pc:chgData name="Petr Tiller" userId="a77ffee73ff775ae" providerId="LiveId" clId="{8C7DC133-D215-46A1-8918-FB8CEE90DC57}" dt="2022-10-17T08:52:15.923" v="44" actId="20577"/>
        <pc:sldMkLst>
          <pc:docMk/>
          <pc:sldMk cId="0" sldId="256"/>
        </pc:sldMkLst>
        <pc:spChg chg="mod">
          <ac:chgData name="Petr Tiller" userId="a77ffee73ff775ae" providerId="LiveId" clId="{8C7DC133-D215-46A1-8918-FB8CEE90DC57}" dt="2022-10-17T08:52:05.256" v="3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Petr Tiller" userId="a77ffee73ff775ae" providerId="LiveId" clId="{8C7DC133-D215-46A1-8918-FB8CEE90DC57}" dt="2022-10-17T08:52:15.923" v="44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Petr Tiller" userId="a77ffee73ff775ae" providerId="LiveId" clId="{8C7DC133-D215-46A1-8918-FB8CEE90DC57}" dt="2022-10-17T11:00:40.380" v="956" actId="47"/>
        <pc:sldMkLst>
          <pc:docMk/>
          <pc:sldMk cId="2291577245" sldId="268"/>
        </pc:sldMkLst>
      </pc:sldChg>
      <pc:sldChg chg="modSp mod">
        <pc:chgData name="Petr Tiller" userId="a77ffee73ff775ae" providerId="LiveId" clId="{8C7DC133-D215-46A1-8918-FB8CEE90DC57}" dt="2022-10-17T08:54:28.500" v="385" actId="20577"/>
        <pc:sldMkLst>
          <pc:docMk/>
          <pc:sldMk cId="3804449956" sldId="269"/>
        </pc:sldMkLst>
        <pc:spChg chg="mod">
          <ac:chgData name="Petr Tiller" userId="a77ffee73ff775ae" providerId="LiveId" clId="{8C7DC133-D215-46A1-8918-FB8CEE90DC57}" dt="2022-10-17T08:52:31.700" v="67" actId="20577"/>
          <ac:spMkLst>
            <pc:docMk/>
            <pc:sldMk cId="3804449956" sldId="269"/>
            <ac:spMk id="2" creationId="{66AAAE99-43C1-41AF-A621-F13B82E1BE5F}"/>
          </ac:spMkLst>
        </pc:spChg>
        <pc:spChg chg="mod">
          <ac:chgData name="Petr Tiller" userId="a77ffee73ff775ae" providerId="LiveId" clId="{8C7DC133-D215-46A1-8918-FB8CEE90DC57}" dt="2022-10-17T08:54:28.500" v="385" actId="20577"/>
          <ac:spMkLst>
            <pc:docMk/>
            <pc:sldMk cId="3804449956" sldId="269"/>
            <ac:spMk id="3" creationId="{9A7EB144-DF3A-4021-9229-2F7DC578306D}"/>
          </ac:spMkLst>
        </pc:spChg>
      </pc:sldChg>
      <pc:sldChg chg="modSp mod">
        <pc:chgData name="Petr Tiller" userId="a77ffee73ff775ae" providerId="LiveId" clId="{8C7DC133-D215-46A1-8918-FB8CEE90DC57}" dt="2022-10-17T11:44:57.680" v="1584" actId="20577"/>
        <pc:sldMkLst>
          <pc:docMk/>
          <pc:sldMk cId="3612217822" sldId="270"/>
        </pc:sldMkLst>
        <pc:spChg chg="mod">
          <ac:chgData name="Petr Tiller" userId="a77ffee73ff775ae" providerId="LiveId" clId="{8C7DC133-D215-46A1-8918-FB8CEE90DC57}" dt="2022-10-17T10:57:33.919" v="684" actId="20577"/>
          <ac:spMkLst>
            <pc:docMk/>
            <pc:sldMk cId="3612217822" sldId="270"/>
            <ac:spMk id="2" creationId="{3951BEED-0199-4DA9-8368-3177D541EEB5}"/>
          </ac:spMkLst>
        </pc:spChg>
        <pc:spChg chg="mod">
          <ac:chgData name="Petr Tiller" userId="a77ffee73ff775ae" providerId="LiveId" clId="{8C7DC133-D215-46A1-8918-FB8CEE90DC57}" dt="2022-10-17T11:44:57.680" v="1584" actId="20577"/>
          <ac:spMkLst>
            <pc:docMk/>
            <pc:sldMk cId="3612217822" sldId="270"/>
            <ac:spMk id="5" creationId="{E6BF298D-E8F8-9921-7FD4-77E6D736E3B3}"/>
          </ac:spMkLst>
        </pc:spChg>
      </pc:sldChg>
      <pc:sldChg chg="del">
        <pc:chgData name="Petr Tiller" userId="a77ffee73ff775ae" providerId="LiveId" clId="{8C7DC133-D215-46A1-8918-FB8CEE90DC57}" dt="2022-10-17T11:00:25.427" v="949" actId="47"/>
        <pc:sldMkLst>
          <pc:docMk/>
          <pc:sldMk cId="1322727185" sldId="271"/>
        </pc:sldMkLst>
      </pc:sldChg>
      <pc:sldChg chg="del">
        <pc:chgData name="Petr Tiller" userId="a77ffee73ff775ae" providerId="LiveId" clId="{8C7DC133-D215-46A1-8918-FB8CEE90DC57}" dt="2022-10-17T11:00:26.103" v="950" actId="47"/>
        <pc:sldMkLst>
          <pc:docMk/>
          <pc:sldMk cId="3189041097" sldId="272"/>
        </pc:sldMkLst>
      </pc:sldChg>
      <pc:sldChg chg="del">
        <pc:chgData name="Petr Tiller" userId="a77ffee73ff775ae" providerId="LiveId" clId="{8C7DC133-D215-46A1-8918-FB8CEE90DC57}" dt="2022-10-17T11:00:26.625" v="951" actId="47"/>
        <pc:sldMkLst>
          <pc:docMk/>
          <pc:sldMk cId="350984632" sldId="274"/>
        </pc:sldMkLst>
      </pc:sldChg>
      <pc:sldChg chg="modSp mod">
        <pc:chgData name="Petr Tiller" userId="a77ffee73ff775ae" providerId="LiveId" clId="{8C7DC133-D215-46A1-8918-FB8CEE90DC57}" dt="2022-10-19T13:28:12.321" v="1595" actId="20577"/>
        <pc:sldMkLst>
          <pc:docMk/>
          <pc:sldMk cId="221065088" sldId="275"/>
        </pc:sldMkLst>
        <pc:spChg chg="mod">
          <ac:chgData name="Petr Tiller" userId="a77ffee73ff775ae" providerId="LiveId" clId="{8C7DC133-D215-46A1-8918-FB8CEE90DC57}" dt="2022-10-17T08:54:36.754" v="391" actId="20577"/>
          <ac:spMkLst>
            <pc:docMk/>
            <pc:sldMk cId="221065088" sldId="275"/>
            <ac:spMk id="2" creationId="{B3393481-63E0-47BE-B214-9AF2323E4EC0}"/>
          </ac:spMkLst>
        </pc:spChg>
        <pc:spChg chg="mod">
          <ac:chgData name="Petr Tiller" userId="a77ffee73ff775ae" providerId="LiveId" clId="{8C7DC133-D215-46A1-8918-FB8CEE90DC57}" dt="2022-10-19T13:28:12.321" v="1595" actId="20577"/>
          <ac:spMkLst>
            <pc:docMk/>
            <pc:sldMk cId="221065088" sldId="275"/>
            <ac:spMk id="3" creationId="{55858532-487D-429D-A372-9A15FDF4A3CE}"/>
          </ac:spMkLst>
        </pc:spChg>
      </pc:sldChg>
      <pc:sldChg chg="del">
        <pc:chgData name="Petr Tiller" userId="a77ffee73ff775ae" providerId="LiveId" clId="{8C7DC133-D215-46A1-8918-FB8CEE90DC57}" dt="2022-10-17T11:00:27.129" v="952" actId="47"/>
        <pc:sldMkLst>
          <pc:docMk/>
          <pc:sldMk cId="1938739997" sldId="276"/>
        </pc:sldMkLst>
      </pc:sldChg>
      <pc:sldChg chg="del">
        <pc:chgData name="Petr Tiller" userId="a77ffee73ff775ae" providerId="LiveId" clId="{8C7DC133-D215-46A1-8918-FB8CEE90DC57}" dt="2022-10-17T11:00:27.716" v="953" actId="47"/>
        <pc:sldMkLst>
          <pc:docMk/>
          <pc:sldMk cId="1863494629" sldId="277"/>
        </pc:sldMkLst>
      </pc:sldChg>
      <pc:sldChg chg="del">
        <pc:chgData name="Petr Tiller" userId="a77ffee73ff775ae" providerId="LiveId" clId="{8C7DC133-D215-46A1-8918-FB8CEE90DC57}" dt="2022-10-17T11:00:28.252" v="954" actId="47"/>
        <pc:sldMkLst>
          <pc:docMk/>
          <pc:sldMk cId="421542604" sldId="278"/>
        </pc:sldMkLst>
      </pc:sldChg>
      <pc:sldChg chg="modSp mod">
        <pc:chgData name="Petr Tiller" userId="a77ffee73ff775ae" providerId="LiveId" clId="{8C7DC133-D215-46A1-8918-FB8CEE90DC57}" dt="2022-10-17T11:00:33.369" v="955" actId="20577"/>
        <pc:sldMkLst>
          <pc:docMk/>
          <pc:sldMk cId="616884791" sldId="279"/>
        </pc:sldMkLst>
        <pc:spChg chg="mod">
          <ac:chgData name="Petr Tiller" userId="a77ffee73ff775ae" providerId="LiveId" clId="{8C7DC133-D215-46A1-8918-FB8CEE90DC57}" dt="2022-10-17T11:00:33.369" v="955" actId="20577"/>
          <ac:spMkLst>
            <pc:docMk/>
            <pc:sldMk cId="616884791" sldId="279"/>
            <ac:spMk id="4" creationId="{149E271A-91E0-12A0-0C76-90AC58C72BC1}"/>
          </ac:spMkLst>
        </pc:spChg>
      </pc:sldChg>
      <pc:sldChg chg="modSp new mod">
        <pc:chgData name="Petr Tiller" userId="a77ffee73ff775ae" providerId="LiveId" clId="{8C7DC133-D215-46A1-8918-FB8CEE90DC57}" dt="2022-10-17T11:44:17.757" v="1572" actId="20577"/>
        <pc:sldMkLst>
          <pc:docMk/>
          <pc:sldMk cId="1493902252" sldId="280"/>
        </pc:sldMkLst>
        <pc:spChg chg="mod">
          <ac:chgData name="Petr Tiller" userId="a77ffee73ff775ae" providerId="LiveId" clId="{8C7DC133-D215-46A1-8918-FB8CEE90DC57}" dt="2022-10-17T11:36:22.169" v="1145" actId="20577"/>
          <ac:spMkLst>
            <pc:docMk/>
            <pc:sldMk cId="1493902252" sldId="280"/>
            <ac:spMk id="2" creationId="{CD20F20F-5281-3E13-8424-D17DFA6AEB08}"/>
          </ac:spMkLst>
        </pc:spChg>
        <pc:spChg chg="mod">
          <ac:chgData name="Petr Tiller" userId="a77ffee73ff775ae" providerId="LiveId" clId="{8C7DC133-D215-46A1-8918-FB8CEE90DC57}" dt="2022-10-17T11:44:17.757" v="1572" actId="20577"/>
          <ac:spMkLst>
            <pc:docMk/>
            <pc:sldMk cId="1493902252" sldId="280"/>
            <ac:spMk id="3" creationId="{A027DADF-D92E-BD58-3981-C189A7635F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19.10.2022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19.10.2022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19.10.2022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19.10.2022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19.10.2022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19.10.2022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19.10.2022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19.10.2022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19.10.2022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19.10.2022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19.10.2022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19.10.2022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19.10.2022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85910" y="1751745"/>
            <a:ext cx="8173572" cy="3126209"/>
          </a:xfrm>
        </p:spPr>
        <p:txBody>
          <a:bodyPr/>
          <a:lstStyle/>
          <a:p>
            <a:pPr algn="ctr"/>
            <a:r>
              <a:rPr lang="cs-CZ" sz="3490" b="1" dirty="0"/>
              <a:t>Problematika adres</a:t>
            </a:r>
            <a:br>
              <a:rPr lang="cs-CZ" b="1" dirty="0"/>
            </a:br>
            <a:r>
              <a:rPr lang="cs-CZ" dirty="0"/>
              <a:t> </a:t>
            </a:r>
            <a:endParaRPr lang="cs-CZ" sz="20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28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17.10. 2022,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2063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1600" dirty="0">
                <a:solidFill>
                  <a:schemeClr val="tx1"/>
                </a:solidFill>
              </a:rPr>
              <a:t>RNDr. Petr Tiller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AAAE99-43C1-41AF-A621-F13B82E1B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Omezení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7EB144-DF3A-4021-9229-2F7DC5783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cs-CZ" sz="2800" b="0" i="0" u="none" strike="noStrike" baseline="0" dirty="0">
                <a:latin typeface="CIDFont+F2"/>
              </a:rPr>
              <a:t>Ačkoli budu uvádět některá zákonná ustanovení, není to tu o právních otázkách – přenechám ČÚZK</a:t>
            </a:r>
          </a:p>
          <a:p>
            <a:r>
              <a:rPr lang="cs-CZ" sz="2800" dirty="0">
                <a:latin typeface="CIDFont+F2"/>
              </a:rPr>
              <a:t>Řešíme tvar adresy uváděné na</a:t>
            </a:r>
          </a:p>
          <a:p>
            <a:pPr lvl="1"/>
            <a:r>
              <a:rPr lang="cs-CZ" sz="2400" dirty="0">
                <a:latin typeface="CIDFont+F2"/>
              </a:rPr>
              <a:t>Dokumentech</a:t>
            </a:r>
          </a:p>
          <a:p>
            <a:pPr lvl="1"/>
            <a:r>
              <a:rPr lang="cs-CZ" sz="2400" dirty="0">
                <a:latin typeface="CIDFont+F2"/>
              </a:rPr>
              <a:t>Výstupech spisové služby (obálky)</a:t>
            </a:r>
          </a:p>
          <a:p>
            <a:pPr lvl="1"/>
            <a:r>
              <a:rPr lang="cs-CZ" sz="2400" dirty="0">
                <a:latin typeface="CIDFont+F2"/>
              </a:rPr>
              <a:t>Grafických zobrazení na portálech</a:t>
            </a:r>
          </a:p>
          <a:p>
            <a:r>
              <a:rPr lang="cs-CZ" sz="2800" dirty="0">
                <a:latin typeface="CIDFont+F2"/>
              </a:rPr>
              <a:t>Správný tvar adresy zajišťuje konzistenci kontaktu veřejné správy s veřejností a zamezuje omylům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380444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393481-63E0-47BE-B214-9AF2323E4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Adresa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5858532-487D-429D-A372-9A15FDF4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Zákon 111/2009 sb. O základních registrech</a:t>
            </a:r>
          </a:p>
          <a:p>
            <a:pPr lvl="1"/>
            <a:r>
              <a:rPr lang="cs-CZ" dirty="0"/>
              <a:t>§38 </a:t>
            </a:r>
            <a:r>
              <a:rPr lang="cs-CZ" dirty="0" err="1"/>
              <a:t>odst</a:t>
            </a:r>
            <a:r>
              <a:rPr lang="cs-CZ" dirty="0"/>
              <a:t> 1) písmeno g) – údaj o adrese je referenční</a:t>
            </a:r>
          </a:p>
          <a:p>
            <a:r>
              <a:rPr lang="cs-CZ" dirty="0"/>
              <a:t>Adresa je určena</a:t>
            </a:r>
          </a:p>
          <a:p>
            <a:pPr lvl="1"/>
            <a:r>
              <a:rPr lang="cs-CZ" dirty="0"/>
              <a:t>Kódem adresního místa</a:t>
            </a:r>
          </a:p>
          <a:p>
            <a:r>
              <a:rPr lang="cs-CZ" dirty="0"/>
              <a:t>Ostatní údaje jsou atributy adresního místa</a:t>
            </a:r>
          </a:p>
          <a:p>
            <a:pPr lvl="1"/>
            <a:r>
              <a:rPr lang="cs-CZ" dirty="0"/>
              <a:t>Jedním z nich je řádková adresa dle vyhlášky č. 359/2011 Sb. o základním registru územní identifikace, adres a nemovitostí</a:t>
            </a:r>
          </a:p>
          <a:p>
            <a:pPr lvl="1"/>
            <a:r>
              <a:rPr lang="cs-CZ" dirty="0"/>
              <a:t>ČÚZK zmocněn k této vyhlášce v §69 zákona 111/2009</a:t>
            </a:r>
          </a:p>
          <a:p>
            <a:pPr marL="0" indent="0">
              <a:buNone/>
            </a:pP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2106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51BEED-0199-4DA9-8368-3177D541E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4" y="227985"/>
            <a:ext cx="7772416" cy="1143000"/>
          </a:xfrm>
        </p:spPr>
        <p:txBody>
          <a:bodyPr/>
          <a:lstStyle/>
          <a:p>
            <a:r>
              <a:rPr lang="cs-CZ" dirty="0"/>
              <a:t>Jak adresu správně vytvářet</a:t>
            </a:r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E6BF298D-E8F8-9921-7FD4-77E6D736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b="1" dirty="0"/>
              <a:t>Složitá nesmyslná cesta</a:t>
            </a:r>
            <a:r>
              <a:rPr lang="cs-CZ" dirty="0"/>
              <a:t> – skládat z atributů adresního místa dle vyhlášky</a:t>
            </a:r>
          </a:p>
          <a:p>
            <a:r>
              <a:rPr lang="cs-CZ" b="1" dirty="0"/>
              <a:t>Elegantní jednoduchá cesta </a:t>
            </a:r>
          </a:p>
          <a:p>
            <a:pPr lvl="1"/>
            <a:r>
              <a:rPr lang="cs-CZ" dirty="0"/>
              <a:t>služba E36 – </a:t>
            </a:r>
            <a:r>
              <a:rPr lang="cs-CZ" dirty="0" err="1"/>
              <a:t>ruianCtiAdresu</a:t>
            </a:r>
            <a:r>
              <a:rPr lang="cs-CZ" dirty="0"/>
              <a:t> </a:t>
            </a:r>
          </a:p>
          <a:p>
            <a:pPr lvl="1"/>
            <a:r>
              <a:rPr lang="cs-CZ" dirty="0"/>
              <a:t>Služby ROB a ROS při volbě </a:t>
            </a:r>
            <a:r>
              <a:rPr lang="cs-CZ" dirty="0" err="1"/>
              <a:t>deference</a:t>
            </a:r>
            <a:r>
              <a:rPr lang="cs-CZ"/>
              <a:t> adresy </a:t>
            </a:r>
            <a:endParaRPr lang="cs-CZ" dirty="0"/>
          </a:p>
          <a:p>
            <a:r>
              <a:rPr lang="cs-CZ" b="1" dirty="0"/>
              <a:t>Příslib ČÚZK </a:t>
            </a:r>
            <a:r>
              <a:rPr lang="cs-CZ" dirty="0"/>
              <a:t>– doplnění do výměnného formátu pro vytváření kopií RUIAN  (VFR)</a:t>
            </a:r>
          </a:p>
        </p:txBody>
      </p:sp>
    </p:spTree>
    <p:extLst>
      <p:ext uri="{BB962C8B-B14F-4D97-AF65-F5344CB8AC3E}">
        <p14:creationId xmlns:p14="http://schemas.microsoft.com/office/powerpoint/2010/main" val="3612217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20F20F-5281-3E13-8424-D17DFA6A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vlastně za úkol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027DADF-D92E-BD58-3981-C189A7635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Jednoznačně úkol IT a dodavatelů – úředníkům je víceméně „jedno“ jak je adresa vytvářena</a:t>
            </a:r>
          </a:p>
          <a:p>
            <a:pPr lvl="1"/>
            <a:r>
              <a:rPr lang="cs-CZ" dirty="0"/>
              <a:t>Je v AIS adresa v ČR vedena kódem adresního místa?</a:t>
            </a:r>
          </a:p>
          <a:p>
            <a:pPr lvl="1"/>
            <a:r>
              <a:rPr lang="cs-CZ" dirty="0"/>
              <a:t>Je Řádková adresa přebírána od RUIAN např. službou e36 ?</a:t>
            </a:r>
          </a:p>
          <a:p>
            <a:pPr lvl="1"/>
            <a:r>
              <a:rPr lang="cs-CZ" dirty="0"/>
              <a:t>Je adresa správně „tištěna“?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sz="1700" i="1" dirty="0"/>
              <a:t>&lt;autocont2:RadkovaAdresa&gt;</a:t>
            </a:r>
          </a:p>
          <a:p>
            <a:pPr marL="0" indent="0">
              <a:buNone/>
            </a:pPr>
            <a:r>
              <a:rPr lang="cs-CZ" sz="1700" i="1" dirty="0"/>
              <a:t>	 &lt;autocont2:AdresniMistoKod&gt;19588755&lt;/autocont2:AdresniMistoKod&gt;</a:t>
            </a:r>
          </a:p>
          <a:p>
            <a:pPr marL="0" indent="0">
              <a:buNone/>
            </a:pPr>
            <a:r>
              <a:rPr lang="cs-CZ" sz="1700" i="1" dirty="0"/>
              <a:t> 	&lt;autocont2:RadekAdresy1&gt;Březinova 1289/4&lt;/autocont2:RadekAdresy1&gt;</a:t>
            </a:r>
          </a:p>
          <a:p>
            <a:pPr marL="0" indent="0">
              <a:buNone/>
            </a:pPr>
            <a:r>
              <a:rPr lang="cs-CZ" sz="1700" i="1" dirty="0"/>
              <a:t>	&lt;autocont2:RadekAdresy2&gt;Žabovřesky&lt;/autocont2:RadekAdresy2&gt;</a:t>
            </a:r>
          </a:p>
          <a:p>
            <a:pPr marL="0" indent="0">
              <a:buNone/>
            </a:pPr>
            <a:r>
              <a:rPr lang="cs-CZ" sz="1700" i="1" dirty="0"/>
              <a:t> 	&lt;autocont2:RadekAdresy3&gt;61600 Brno&lt;/autocont2:RadekAdresy3&gt;</a:t>
            </a:r>
          </a:p>
          <a:p>
            <a:pPr marL="0" indent="0">
              <a:buNone/>
            </a:pPr>
            <a:r>
              <a:rPr lang="cs-CZ" sz="1700" i="1" dirty="0"/>
              <a:t> &lt;/autocont2:RadkovaAdresa&gt;</a:t>
            </a:r>
          </a:p>
          <a:p>
            <a:pPr marL="0" indent="0">
              <a:buNone/>
            </a:pPr>
            <a:endParaRPr lang="cs-CZ" sz="1700" i="1" dirty="0"/>
          </a:p>
          <a:p>
            <a:r>
              <a:rPr lang="cs-CZ" dirty="0"/>
              <a:t>Úředníci by měli po IT požadovat – využíváním referenčních údajů předchází nesprávnému úřednímu postupu (§4 zákona 111/2009)</a:t>
            </a:r>
          </a:p>
          <a:p>
            <a:pPr marL="0" indent="0">
              <a:buNone/>
            </a:pPr>
            <a:endParaRPr lang="cs-CZ" sz="1700" i="1" dirty="0"/>
          </a:p>
        </p:txBody>
      </p:sp>
    </p:spTree>
    <p:extLst>
      <p:ext uri="{BB962C8B-B14F-4D97-AF65-F5344CB8AC3E}">
        <p14:creationId xmlns:p14="http://schemas.microsoft.com/office/powerpoint/2010/main" val="1493902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obsah 2">
            <a:extLst>
              <a:ext uri="{FF2B5EF4-FFF2-40B4-BE49-F238E27FC236}">
                <a16:creationId xmlns:a16="http://schemas.microsoft.com/office/drawing/2014/main" id="{149E271A-91E0-12A0-0C76-90AC58C72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5560" y="1772816"/>
            <a:ext cx="7886110" cy="41044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cs-CZ" sz="4600" dirty="0"/>
          </a:p>
          <a:p>
            <a:pPr marL="0" indent="0" algn="ctr">
              <a:buNone/>
            </a:pPr>
            <a:r>
              <a:rPr lang="cs-CZ" sz="4600" dirty="0">
                <a:solidFill>
                  <a:schemeClr val="accent1"/>
                </a:solidFill>
              </a:rPr>
              <a:t>Otázky</a:t>
            </a:r>
            <a:endParaRPr lang="cs-CZ" sz="4600" dirty="0"/>
          </a:p>
          <a:p>
            <a:pPr marL="0" indent="0" algn="ctr">
              <a:buNone/>
            </a:pPr>
            <a:endParaRPr lang="cs-CZ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  <a:p>
            <a:pPr marL="0" indent="0">
              <a:buNone/>
            </a:pPr>
            <a:endParaRPr lang="cs-CZ" sz="1300" b="1" dirty="0"/>
          </a:p>
        </p:txBody>
      </p:sp>
    </p:spTree>
    <p:extLst>
      <p:ext uri="{BB962C8B-B14F-4D97-AF65-F5344CB8AC3E}">
        <p14:creationId xmlns:p14="http://schemas.microsoft.com/office/powerpoint/2010/main" val="616884791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BC9889-1DE1-463A-A168-CE3B7BB2B07B}"/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6666</TotalTime>
  <Words>306</Words>
  <Application>Microsoft Office PowerPoint</Application>
  <PresentationFormat>Širokoúhlá obrazovka</PresentationFormat>
  <Paragraphs>47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Calibri</vt:lpstr>
      <vt:lpstr>CIDFont+F2</vt:lpstr>
      <vt:lpstr>MV_sablona1_2007</vt:lpstr>
      <vt:lpstr>Problematika adres  </vt:lpstr>
      <vt:lpstr>Omezení</vt:lpstr>
      <vt:lpstr>Adresa</vt:lpstr>
      <vt:lpstr>Jak adresu správně vytvářet</vt:lpstr>
      <vt:lpstr>Co je vlastně za úkol</vt:lpstr>
      <vt:lpstr>Prezentace aplikace PowerPoint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Tiller</cp:lastModifiedBy>
  <cp:revision>232</cp:revision>
  <dcterms:created xsi:type="dcterms:W3CDTF">2016-11-24T12:36:26Z</dcterms:created>
  <dcterms:modified xsi:type="dcterms:W3CDTF">2022-10-19T13:28:18Z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