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9"/>
  </p:notesMasterIdLst>
  <p:sldIdLst>
    <p:sldId id="257" r:id="rId5"/>
    <p:sldId id="260" r:id="rId6"/>
    <p:sldId id="261" r:id="rId7"/>
    <p:sldId id="259" r:id="rId8"/>
    <p:sldId id="285" r:id="rId9"/>
    <p:sldId id="405" r:id="rId10"/>
    <p:sldId id="443" r:id="rId11"/>
    <p:sldId id="275" r:id="rId12"/>
    <p:sldId id="276" r:id="rId13"/>
    <p:sldId id="416" r:id="rId14"/>
    <p:sldId id="436" r:id="rId15"/>
    <p:sldId id="311" r:id="rId16"/>
    <p:sldId id="437" r:id="rId17"/>
    <p:sldId id="269" r:id="rId18"/>
    <p:sldId id="432" r:id="rId19"/>
    <p:sldId id="433" r:id="rId20"/>
    <p:sldId id="438" r:id="rId21"/>
    <p:sldId id="434" r:id="rId22"/>
    <p:sldId id="439" r:id="rId23"/>
    <p:sldId id="442" r:id="rId24"/>
    <p:sldId id="441" r:id="rId25"/>
    <p:sldId id="435" r:id="rId26"/>
    <p:sldId id="272" r:id="rId27"/>
    <p:sldId id="270" r:id="rId2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DADE0C-753C-48B2-A54B-ED715C44CE3D}" v="13" dt="2024-04-07T13:38:14.6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0167" autoAdjust="0"/>
  </p:normalViewPr>
  <p:slideViewPr>
    <p:cSldViewPr snapToGrid="0">
      <p:cViewPr varScale="1">
        <p:scale>
          <a:sx n="103" d="100"/>
          <a:sy n="103" d="100"/>
        </p:scale>
        <p:origin x="91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Šedivec Tomáš" userId="5859117d-4fed-45af-939e-a078bb4ea44f" providerId="ADAL" clId="{4EFA3A31-FBA6-47AA-B1D7-6FDDD03457C7}"/>
    <pc:docChg chg="undo redo custSel addSld delSld modSld sldOrd delMainMaster">
      <pc:chgData name="Šedivec Tomáš" userId="5859117d-4fed-45af-939e-a078bb4ea44f" providerId="ADAL" clId="{4EFA3A31-FBA6-47AA-B1D7-6FDDD03457C7}" dt="2024-02-19T11:50:14.731" v="3065" actId="20577"/>
      <pc:docMkLst>
        <pc:docMk/>
      </pc:docMkLst>
      <pc:sldChg chg="modSp mod">
        <pc:chgData name="Šedivec Tomáš" userId="5859117d-4fed-45af-939e-a078bb4ea44f" providerId="ADAL" clId="{4EFA3A31-FBA6-47AA-B1D7-6FDDD03457C7}" dt="2024-02-14T16:00:14.635" v="6" actId="20577"/>
        <pc:sldMkLst>
          <pc:docMk/>
          <pc:sldMk cId="2059693041" sldId="257"/>
        </pc:sldMkLst>
        <pc:spChg chg="mod">
          <ac:chgData name="Šedivec Tomáš" userId="5859117d-4fed-45af-939e-a078bb4ea44f" providerId="ADAL" clId="{4EFA3A31-FBA6-47AA-B1D7-6FDDD03457C7}" dt="2024-02-14T16:00:14.635" v="6" actId="20577"/>
          <ac:spMkLst>
            <pc:docMk/>
            <pc:sldMk cId="2059693041" sldId="257"/>
            <ac:spMk id="5" creationId="{00000000-0000-0000-0000-000000000000}"/>
          </ac:spMkLst>
        </pc:spChg>
      </pc:sldChg>
      <pc:sldChg chg="del">
        <pc:chgData name="Šedivec Tomáš" userId="5859117d-4fed-45af-939e-a078bb4ea44f" providerId="ADAL" clId="{4EFA3A31-FBA6-47AA-B1D7-6FDDD03457C7}" dt="2024-02-14T16:02:51.477" v="88" actId="47"/>
        <pc:sldMkLst>
          <pc:docMk/>
          <pc:sldMk cId="350770923" sldId="258"/>
        </pc:sldMkLst>
      </pc:sldChg>
      <pc:sldChg chg="modSp mod">
        <pc:chgData name="Šedivec Tomáš" userId="5859117d-4fed-45af-939e-a078bb4ea44f" providerId="ADAL" clId="{4EFA3A31-FBA6-47AA-B1D7-6FDDD03457C7}" dt="2024-02-14T16:01:38.846" v="79" actId="113"/>
        <pc:sldMkLst>
          <pc:docMk/>
          <pc:sldMk cId="3010951941" sldId="259"/>
        </pc:sldMkLst>
        <pc:spChg chg="mod">
          <ac:chgData name="Šedivec Tomáš" userId="5859117d-4fed-45af-939e-a078bb4ea44f" providerId="ADAL" clId="{4EFA3A31-FBA6-47AA-B1D7-6FDDD03457C7}" dt="2024-02-14T16:01:38.846" v="79" actId="113"/>
          <ac:spMkLst>
            <pc:docMk/>
            <pc:sldMk cId="3010951941" sldId="259"/>
            <ac:spMk id="8" creationId="{DB173E78-E423-C647-B2A9-0E772E0C7ADB}"/>
          </ac:spMkLst>
        </pc:spChg>
      </pc:sldChg>
      <pc:sldChg chg="del">
        <pc:chgData name="Šedivec Tomáš" userId="5859117d-4fed-45af-939e-a078bb4ea44f" providerId="ADAL" clId="{4EFA3A31-FBA6-47AA-B1D7-6FDDD03457C7}" dt="2024-02-14T16:02:51.477" v="88" actId="47"/>
        <pc:sldMkLst>
          <pc:docMk/>
          <pc:sldMk cId="2547574191" sldId="262"/>
        </pc:sldMkLst>
      </pc:sldChg>
      <pc:sldChg chg="del">
        <pc:chgData name="Šedivec Tomáš" userId="5859117d-4fed-45af-939e-a078bb4ea44f" providerId="ADAL" clId="{4EFA3A31-FBA6-47AA-B1D7-6FDDD03457C7}" dt="2024-02-14T16:02:51.477" v="88" actId="47"/>
        <pc:sldMkLst>
          <pc:docMk/>
          <pc:sldMk cId="3855632491" sldId="263"/>
        </pc:sldMkLst>
      </pc:sldChg>
      <pc:sldChg chg="del">
        <pc:chgData name="Šedivec Tomáš" userId="5859117d-4fed-45af-939e-a078bb4ea44f" providerId="ADAL" clId="{4EFA3A31-FBA6-47AA-B1D7-6FDDD03457C7}" dt="2024-02-14T16:02:51.477" v="88" actId="47"/>
        <pc:sldMkLst>
          <pc:docMk/>
          <pc:sldMk cId="414634252" sldId="266"/>
        </pc:sldMkLst>
      </pc:sldChg>
      <pc:sldChg chg="modSp mod">
        <pc:chgData name="Šedivec Tomáš" userId="5859117d-4fed-45af-939e-a078bb4ea44f" providerId="ADAL" clId="{4EFA3A31-FBA6-47AA-B1D7-6FDDD03457C7}" dt="2024-02-14T16:02:44.578" v="87" actId="1076"/>
        <pc:sldMkLst>
          <pc:docMk/>
          <pc:sldMk cId="882677355" sldId="269"/>
        </pc:sldMkLst>
        <pc:spChg chg="mod">
          <ac:chgData name="Šedivec Tomáš" userId="5859117d-4fed-45af-939e-a078bb4ea44f" providerId="ADAL" clId="{4EFA3A31-FBA6-47AA-B1D7-6FDDD03457C7}" dt="2024-02-14T16:02:44.578" v="87" actId="1076"/>
          <ac:spMkLst>
            <pc:docMk/>
            <pc:sldMk cId="882677355" sldId="269"/>
            <ac:spMk id="2" creationId="{00000000-0000-0000-0000-000000000000}"/>
          </ac:spMkLst>
        </pc:spChg>
      </pc:sldChg>
      <pc:sldChg chg="del">
        <pc:chgData name="Šedivec Tomáš" userId="5859117d-4fed-45af-939e-a078bb4ea44f" providerId="ADAL" clId="{4EFA3A31-FBA6-47AA-B1D7-6FDDD03457C7}" dt="2024-02-14T16:02:51.477" v="88" actId="47"/>
        <pc:sldMkLst>
          <pc:docMk/>
          <pc:sldMk cId="330628434" sldId="273"/>
        </pc:sldMkLst>
      </pc:sldChg>
      <pc:sldChg chg="del">
        <pc:chgData name="Šedivec Tomáš" userId="5859117d-4fed-45af-939e-a078bb4ea44f" providerId="ADAL" clId="{4EFA3A31-FBA6-47AA-B1D7-6FDDD03457C7}" dt="2024-02-14T16:02:51.477" v="88" actId="47"/>
        <pc:sldMkLst>
          <pc:docMk/>
          <pc:sldMk cId="1235183684" sldId="274"/>
        </pc:sldMkLst>
      </pc:sldChg>
      <pc:sldChg chg="del">
        <pc:chgData name="Šedivec Tomáš" userId="5859117d-4fed-45af-939e-a078bb4ea44f" providerId="ADAL" clId="{4EFA3A31-FBA6-47AA-B1D7-6FDDD03457C7}" dt="2024-02-14T16:02:51.477" v="88" actId="47"/>
        <pc:sldMkLst>
          <pc:docMk/>
          <pc:sldMk cId="1679985135" sldId="277"/>
        </pc:sldMkLst>
      </pc:sldChg>
      <pc:sldChg chg="modSp mod">
        <pc:chgData name="Šedivec Tomáš" userId="5859117d-4fed-45af-939e-a078bb4ea44f" providerId="ADAL" clId="{4EFA3A31-FBA6-47AA-B1D7-6FDDD03457C7}" dt="2024-02-14T16:02:04.040" v="82" actId="108"/>
        <pc:sldMkLst>
          <pc:docMk/>
          <pc:sldMk cId="3184153825" sldId="311"/>
        </pc:sldMkLst>
        <pc:spChg chg="mod">
          <ac:chgData name="Šedivec Tomáš" userId="5859117d-4fed-45af-939e-a078bb4ea44f" providerId="ADAL" clId="{4EFA3A31-FBA6-47AA-B1D7-6FDDD03457C7}" dt="2024-02-14T16:02:04.040" v="82" actId="108"/>
          <ac:spMkLst>
            <pc:docMk/>
            <pc:sldMk cId="3184153825" sldId="311"/>
            <ac:spMk id="2" creationId="{00000000-0000-0000-0000-000000000000}"/>
          </ac:spMkLst>
        </pc:spChg>
      </pc:sldChg>
      <pc:sldChg chg="modSp mod">
        <pc:chgData name="Šedivec Tomáš" userId="5859117d-4fed-45af-939e-a078bb4ea44f" providerId="ADAL" clId="{4EFA3A31-FBA6-47AA-B1D7-6FDDD03457C7}" dt="2024-02-14T16:06:36.737" v="184" actId="108"/>
        <pc:sldMkLst>
          <pc:docMk/>
          <pc:sldMk cId="3684061063" sldId="405"/>
        </pc:sldMkLst>
        <pc:spChg chg="mod">
          <ac:chgData name="Šedivec Tomáš" userId="5859117d-4fed-45af-939e-a078bb4ea44f" providerId="ADAL" clId="{4EFA3A31-FBA6-47AA-B1D7-6FDDD03457C7}" dt="2024-02-14T16:06:36.737" v="184" actId="108"/>
          <ac:spMkLst>
            <pc:docMk/>
            <pc:sldMk cId="3684061063" sldId="405"/>
            <ac:spMk id="3" creationId="{00000000-0000-0000-0000-000000000000}"/>
          </ac:spMkLst>
        </pc:spChg>
      </pc:sldChg>
      <pc:sldChg chg="modSp mod">
        <pc:chgData name="Šedivec Tomáš" userId="5859117d-4fed-45af-939e-a078bb4ea44f" providerId="ADAL" clId="{4EFA3A31-FBA6-47AA-B1D7-6FDDD03457C7}" dt="2024-02-14T16:03:24.863" v="121" actId="20577"/>
        <pc:sldMkLst>
          <pc:docMk/>
          <pc:sldMk cId="3876817495" sldId="406"/>
        </pc:sldMkLst>
        <pc:spChg chg="mod">
          <ac:chgData name="Šedivec Tomáš" userId="5859117d-4fed-45af-939e-a078bb4ea44f" providerId="ADAL" clId="{4EFA3A31-FBA6-47AA-B1D7-6FDDD03457C7}" dt="2024-02-14T16:03:24.863" v="121" actId="20577"/>
          <ac:spMkLst>
            <pc:docMk/>
            <pc:sldMk cId="3876817495" sldId="406"/>
            <ac:spMk id="2" creationId="{00000000-0000-0000-0000-000000000000}"/>
          </ac:spMkLst>
        </pc:spChg>
      </pc:sldChg>
      <pc:sldChg chg="del">
        <pc:chgData name="Šedivec Tomáš" userId="5859117d-4fed-45af-939e-a078bb4ea44f" providerId="ADAL" clId="{4EFA3A31-FBA6-47AA-B1D7-6FDDD03457C7}" dt="2024-02-14T16:03:27.649" v="122" actId="47"/>
        <pc:sldMkLst>
          <pc:docMk/>
          <pc:sldMk cId="3507926560" sldId="407"/>
        </pc:sldMkLst>
      </pc:sldChg>
      <pc:sldChg chg="del">
        <pc:chgData name="Šedivec Tomáš" userId="5859117d-4fed-45af-939e-a078bb4ea44f" providerId="ADAL" clId="{4EFA3A31-FBA6-47AA-B1D7-6FDDD03457C7}" dt="2024-02-14T16:02:51.477" v="88" actId="47"/>
        <pc:sldMkLst>
          <pc:docMk/>
          <pc:sldMk cId="2284909276" sldId="409"/>
        </pc:sldMkLst>
      </pc:sldChg>
      <pc:sldChg chg="del">
        <pc:chgData name="Šedivec Tomáš" userId="5859117d-4fed-45af-939e-a078bb4ea44f" providerId="ADAL" clId="{4EFA3A31-FBA6-47AA-B1D7-6FDDD03457C7}" dt="2024-02-14T16:02:51.477" v="88" actId="47"/>
        <pc:sldMkLst>
          <pc:docMk/>
          <pc:sldMk cId="444924511" sldId="410"/>
        </pc:sldMkLst>
      </pc:sldChg>
      <pc:sldChg chg="del">
        <pc:chgData name="Šedivec Tomáš" userId="5859117d-4fed-45af-939e-a078bb4ea44f" providerId="ADAL" clId="{4EFA3A31-FBA6-47AA-B1D7-6FDDD03457C7}" dt="2024-02-14T16:02:51.477" v="88" actId="47"/>
        <pc:sldMkLst>
          <pc:docMk/>
          <pc:sldMk cId="3865609730" sldId="411"/>
        </pc:sldMkLst>
      </pc:sldChg>
      <pc:sldChg chg="del">
        <pc:chgData name="Šedivec Tomáš" userId="5859117d-4fed-45af-939e-a078bb4ea44f" providerId="ADAL" clId="{4EFA3A31-FBA6-47AA-B1D7-6FDDD03457C7}" dt="2024-02-14T16:02:51.477" v="88" actId="47"/>
        <pc:sldMkLst>
          <pc:docMk/>
          <pc:sldMk cId="3628980780" sldId="412"/>
        </pc:sldMkLst>
      </pc:sldChg>
      <pc:sldChg chg="del">
        <pc:chgData name="Šedivec Tomáš" userId="5859117d-4fed-45af-939e-a078bb4ea44f" providerId="ADAL" clId="{4EFA3A31-FBA6-47AA-B1D7-6FDDD03457C7}" dt="2024-02-14T16:02:51.477" v="88" actId="47"/>
        <pc:sldMkLst>
          <pc:docMk/>
          <pc:sldMk cId="840782553" sldId="413"/>
        </pc:sldMkLst>
      </pc:sldChg>
      <pc:sldChg chg="del">
        <pc:chgData name="Šedivec Tomáš" userId="5859117d-4fed-45af-939e-a078bb4ea44f" providerId="ADAL" clId="{4EFA3A31-FBA6-47AA-B1D7-6FDDD03457C7}" dt="2024-02-14T16:03:29.252" v="123" actId="47"/>
        <pc:sldMkLst>
          <pc:docMk/>
          <pc:sldMk cId="4245197632" sldId="414"/>
        </pc:sldMkLst>
      </pc:sldChg>
      <pc:sldChg chg="del">
        <pc:chgData name="Šedivec Tomáš" userId="5859117d-4fed-45af-939e-a078bb4ea44f" providerId="ADAL" clId="{4EFA3A31-FBA6-47AA-B1D7-6FDDD03457C7}" dt="2024-02-14T16:03:55.742" v="124" actId="47"/>
        <pc:sldMkLst>
          <pc:docMk/>
          <pc:sldMk cId="1683628136" sldId="415"/>
        </pc:sldMkLst>
      </pc:sldChg>
      <pc:sldChg chg="modSp mod ord">
        <pc:chgData name="Šedivec Tomáš" userId="5859117d-4fed-45af-939e-a078bb4ea44f" providerId="ADAL" clId="{4EFA3A31-FBA6-47AA-B1D7-6FDDD03457C7}" dt="2024-02-14T16:03:14.257" v="93"/>
        <pc:sldMkLst>
          <pc:docMk/>
          <pc:sldMk cId="941959877" sldId="416"/>
        </pc:sldMkLst>
        <pc:spChg chg="mod">
          <ac:chgData name="Šedivec Tomáš" userId="5859117d-4fed-45af-939e-a078bb4ea44f" providerId="ADAL" clId="{4EFA3A31-FBA6-47AA-B1D7-6FDDD03457C7}" dt="2024-02-14T16:03:10.225" v="91"/>
          <ac:spMkLst>
            <pc:docMk/>
            <pc:sldMk cId="941959877" sldId="416"/>
            <ac:spMk id="2" creationId="{00000000-0000-0000-0000-000000000000}"/>
          </ac:spMkLst>
        </pc:spChg>
      </pc:sldChg>
      <pc:sldChg chg="del">
        <pc:chgData name="Šedivec Tomáš" userId="5859117d-4fed-45af-939e-a078bb4ea44f" providerId="ADAL" clId="{4EFA3A31-FBA6-47AA-B1D7-6FDDD03457C7}" dt="2024-02-14T16:02:23.377" v="83" actId="47"/>
        <pc:sldMkLst>
          <pc:docMk/>
          <pc:sldMk cId="1844486596" sldId="417"/>
        </pc:sldMkLst>
      </pc:sldChg>
      <pc:sldChg chg="modSp new mod">
        <pc:chgData name="Šedivec Tomáš" userId="5859117d-4fed-45af-939e-a078bb4ea44f" providerId="ADAL" clId="{4EFA3A31-FBA6-47AA-B1D7-6FDDD03457C7}" dt="2024-02-16T09:08:11.853" v="431" actId="20577"/>
        <pc:sldMkLst>
          <pc:docMk/>
          <pc:sldMk cId="3534655217" sldId="417"/>
        </pc:sldMkLst>
        <pc:spChg chg="mod">
          <ac:chgData name="Šedivec Tomáš" userId="5859117d-4fed-45af-939e-a078bb4ea44f" providerId="ADAL" clId="{4EFA3A31-FBA6-47AA-B1D7-6FDDD03457C7}" dt="2024-02-16T08:50:39.956" v="224" actId="108"/>
          <ac:spMkLst>
            <pc:docMk/>
            <pc:sldMk cId="3534655217" sldId="417"/>
            <ac:spMk id="2" creationId="{B8321FF1-46BB-6441-78F5-FDF1A36A03FA}"/>
          </ac:spMkLst>
        </pc:spChg>
        <pc:spChg chg="mod">
          <ac:chgData name="Šedivec Tomáš" userId="5859117d-4fed-45af-939e-a078bb4ea44f" providerId="ADAL" clId="{4EFA3A31-FBA6-47AA-B1D7-6FDDD03457C7}" dt="2024-02-16T09:08:11.853" v="431" actId="20577"/>
          <ac:spMkLst>
            <pc:docMk/>
            <pc:sldMk cId="3534655217" sldId="417"/>
            <ac:spMk id="3" creationId="{C3AB61DF-68E2-9315-BED3-F5A047C93BBA}"/>
          </ac:spMkLst>
        </pc:spChg>
      </pc:sldChg>
      <pc:sldChg chg="del">
        <pc:chgData name="Šedivec Tomáš" userId="5859117d-4fed-45af-939e-a078bb4ea44f" providerId="ADAL" clId="{4EFA3A31-FBA6-47AA-B1D7-6FDDD03457C7}" dt="2024-02-14T16:02:23.377" v="83" actId="47"/>
        <pc:sldMkLst>
          <pc:docMk/>
          <pc:sldMk cId="682587924" sldId="418"/>
        </pc:sldMkLst>
      </pc:sldChg>
      <pc:sldChg chg="modSp add mod">
        <pc:chgData name="Šedivec Tomáš" userId="5859117d-4fed-45af-939e-a078bb4ea44f" providerId="ADAL" clId="{4EFA3A31-FBA6-47AA-B1D7-6FDDD03457C7}" dt="2024-02-19T11:39:52.875" v="2986" actId="20577"/>
        <pc:sldMkLst>
          <pc:docMk/>
          <pc:sldMk cId="1339047494" sldId="418"/>
        </pc:sldMkLst>
        <pc:spChg chg="mod">
          <ac:chgData name="Šedivec Tomáš" userId="5859117d-4fed-45af-939e-a078bb4ea44f" providerId="ADAL" clId="{4EFA3A31-FBA6-47AA-B1D7-6FDDD03457C7}" dt="2024-02-16T13:37:37.634" v="457" actId="20577"/>
          <ac:spMkLst>
            <pc:docMk/>
            <pc:sldMk cId="1339047494" sldId="418"/>
            <ac:spMk id="2" creationId="{B8321FF1-46BB-6441-78F5-FDF1A36A03FA}"/>
          </ac:spMkLst>
        </pc:spChg>
        <pc:spChg chg="mod">
          <ac:chgData name="Šedivec Tomáš" userId="5859117d-4fed-45af-939e-a078bb4ea44f" providerId="ADAL" clId="{4EFA3A31-FBA6-47AA-B1D7-6FDDD03457C7}" dt="2024-02-19T11:39:52.875" v="2986" actId="20577"/>
          <ac:spMkLst>
            <pc:docMk/>
            <pc:sldMk cId="1339047494" sldId="418"/>
            <ac:spMk id="3" creationId="{C3AB61DF-68E2-9315-BED3-F5A047C93BBA}"/>
          </ac:spMkLst>
        </pc:spChg>
      </pc:sldChg>
      <pc:sldChg chg="del">
        <pc:chgData name="Šedivec Tomáš" userId="5859117d-4fed-45af-939e-a078bb4ea44f" providerId="ADAL" clId="{4EFA3A31-FBA6-47AA-B1D7-6FDDD03457C7}" dt="2024-02-14T16:02:23.377" v="83" actId="47"/>
        <pc:sldMkLst>
          <pc:docMk/>
          <pc:sldMk cId="988390297" sldId="419"/>
        </pc:sldMkLst>
      </pc:sldChg>
      <pc:sldChg chg="modSp add mod">
        <pc:chgData name="Šedivec Tomáš" userId="5859117d-4fed-45af-939e-a078bb4ea44f" providerId="ADAL" clId="{4EFA3A31-FBA6-47AA-B1D7-6FDDD03457C7}" dt="2024-02-19T11:41:12.982" v="3009" actId="20577"/>
        <pc:sldMkLst>
          <pc:docMk/>
          <pc:sldMk cId="3952006354" sldId="419"/>
        </pc:sldMkLst>
        <pc:spChg chg="mod">
          <ac:chgData name="Šedivec Tomáš" userId="5859117d-4fed-45af-939e-a078bb4ea44f" providerId="ADAL" clId="{4EFA3A31-FBA6-47AA-B1D7-6FDDD03457C7}" dt="2024-02-19T11:41:12.982" v="3009" actId="20577"/>
          <ac:spMkLst>
            <pc:docMk/>
            <pc:sldMk cId="3952006354" sldId="419"/>
            <ac:spMk id="3" creationId="{C3AB61DF-68E2-9315-BED3-F5A047C93BBA}"/>
          </ac:spMkLst>
        </pc:spChg>
      </pc:sldChg>
      <pc:sldChg chg="modSp add mod ord">
        <pc:chgData name="Šedivec Tomáš" userId="5859117d-4fed-45af-939e-a078bb4ea44f" providerId="ADAL" clId="{4EFA3A31-FBA6-47AA-B1D7-6FDDD03457C7}" dt="2024-02-19T11:48:51.696" v="3042" actId="20577"/>
        <pc:sldMkLst>
          <pc:docMk/>
          <pc:sldMk cId="2751359253" sldId="420"/>
        </pc:sldMkLst>
        <pc:spChg chg="mod">
          <ac:chgData name="Šedivec Tomáš" userId="5859117d-4fed-45af-939e-a078bb4ea44f" providerId="ADAL" clId="{4EFA3A31-FBA6-47AA-B1D7-6FDDD03457C7}" dt="2024-02-16T13:49:41.928" v="603" actId="20577"/>
          <ac:spMkLst>
            <pc:docMk/>
            <pc:sldMk cId="2751359253" sldId="420"/>
            <ac:spMk id="2" creationId="{B8321FF1-46BB-6441-78F5-FDF1A36A03FA}"/>
          </ac:spMkLst>
        </pc:spChg>
        <pc:spChg chg="mod">
          <ac:chgData name="Šedivec Tomáš" userId="5859117d-4fed-45af-939e-a078bb4ea44f" providerId="ADAL" clId="{4EFA3A31-FBA6-47AA-B1D7-6FDDD03457C7}" dt="2024-02-19T11:48:51.696" v="3042" actId="20577"/>
          <ac:spMkLst>
            <pc:docMk/>
            <pc:sldMk cId="2751359253" sldId="420"/>
            <ac:spMk id="3" creationId="{C3AB61DF-68E2-9315-BED3-F5A047C93BBA}"/>
          </ac:spMkLst>
        </pc:spChg>
      </pc:sldChg>
      <pc:sldChg chg="del">
        <pc:chgData name="Šedivec Tomáš" userId="5859117d-4fed-45af-939e-a078bb4ea44f" providerId="ADAL" clId="{4EFA3A31-FBA6-47AA-B1D7-6FDDD03457C7}" dt="2024-02-14T16:02:23.377" v="83" actId="47"/>
        <pc:sldMkLst>
          <pc:docMk/>
          <pc:sldMk cId="3099705470" sldId="420"/>
        </pc:sldMkLst>
      </pc:sldChg>
      <pc:sldChg chg="del">
        <pc:chgData name="Šedivec Tomáš" userId="5859117d-4fed-45af-939e-a078bb4ea44f" providerId="ADAL" clId="{4EFA3A31-FBA6-47AA-B1D7-6FDDD03457C7}" dt="2024-02-14T16:02:23.377" v="83" actId="47"/>
        <pc:sldMkLst>
          <pc:docMk/>
          <pc:sldMk cId="1800335215" sldId="421"/>
        </pc:sldMkLst>
      </pc:sldChg>
      <pc:sldChg chg="modSp add mod">
        <pc:chgData name="Šedivec Tomáš" userId="5859117d-4fed-45af-939e-a078bb4ea44f" providerId="ADAL" clId="{4EFA3A31-FBA6-47AA-B1D7-6FDDD03457C7}" dt="2024-02-19T11:50:14.731" v="3065" actId="20577"/>
        <pc:sldMkLst>
          <pc:docMk/>
          <pc:sldMk cId="1925036844" sldId="421"/>
        </pc:sldMkLst>
        <pc:spChg chg="mod">
          <ac:chgData name="Šedivec Tomáš" userId="5859117d-4fed-45af-939e-a078bb4ea44f" providerId="ADAL" clId="{4EFA3A31-FBA6-47AA-B1D7-6FDDD03457C7}" dt="2024-02-19T11:50:14.731" v="3065" actId="20577"/>
          <ac:spMkLst>
            <pc:docMk/>
            <pc:sldMk cId="1925036844" sldId="421"/>
            <ac:spMk id="3" creationId="{C3AB61DF-68E2-9315-BED3-F5A047C93BBA}"/>
          </ac:spMkLst>
        </pc:spChg>
      </pc:sldChg>
      <pc:sldChg chg="modSp add mod">
        <pc:chgData name="Šedivec Tomáš" userId="5859117d-4fed-45af-939e-a078bb4ea44f" providerId="ADAL" clId="{4EFA3A31-FBA6-47AA-B1D7-6FDDD03457C7}" dt="2024-02-19T09:54:40.346" v="2840" actId="1076"/>
        <pc:sldMkLst>
          <pc:docMk/>
          <pc:sldMk cId="1301155796" sldId="422"/>
        </pc:sldMkLst>
        <pc:spChg chg="mod">
          <ac:chgData name="Šedivec Tomáš" userId="5859117d-4fed-45af-939e-a078bb4ea44f" providerId="ADAL" clId="{4EFA3A31-FBA6-47AA-B1D7-6FDDD03457C7}" dt="2024-02-16T13:57:59.098" v="755" actId="20577"/>
          <ac:spMkLst>
            <pc:docMk/>
            <pc:sldMk cId="1301155796" sldId="422"/>
            <ac:spMk id="2" creationId="{B8321FF1-46BB-6441-78F5-FDF1A36A03FA}"/>
          </ac:spMkLst>
        </pc:spChg>
        <pc:spChg chg="mod">
          <ac:chgData name="Šedivec Tomáš" userId="5859117d-4fed-45af-939e-a078bb4ea44f" providerId="ADAL" clId="{4EFA3A31-FBA6-47AA-B1D7-6FDDD03457C7}" dt="2024-02-19T09:54:40.346" v="2840" actId="1076"/>
          <ac:spMkLst>
            <pc:docMk/>
            <pc:sldMk cId="1301155796" sldId="422"/>
            <ac:spMk id="3" creationId="{C3AB61DF-68E2-9315-BED3-F5A047C93BBA}"/>
          </ac:spMkLst>
        </pc:spChg>
      </pc:sldChg>
      <pc:sldChg chg="modSp add mod">
        <pc:chgData name="Šedivec Tomáš" userId="5859117d-4fed-45af-939e-a078bb4ea44f" providerId="ADAL" clId="{4EFA3A31-FBA6-47AA-B1D7-6FDDD03457C7}" dt="2024-02-19T10:38:48.259" v="2882" actId="108"/>
        <pc:sldMkLst>
          <pc:docMk/>
          <pc:sldMk cId="1422151655" sldId="423"/>
        </pc:sldMkLst>
        <pc:spChg chg="mod">
          <ac:chgData name="Šedivec Tomáš" userId="5859117d-4fed-45af-939e-a078bb4ea44f" providerId="ADAL" clId="{4EFA3A31-FBA6-47AA-B1D7-6FDDD03457C7}" dt="2024-02-19T10:38:48.259" v="2882" actId="108"/>
          <ac:spMkLst>
            <pc:docMk/>
            <pc:sldMk cId="1422151655" sldId="423"/>
            <ac:spMk id="3" creationId="{C3AB61DF-68E2-9315-BED3-F5A047C93BBA}"/>
          </ac:spMkLst>
        </pc:spChg>
      </pc:sldChg>
      <pc:sldChg chg="modSp add mod">
        <pc:chgData name="Šedivec Tomáš" userId="5859117d-4fed-45af-939e-a078bb4ea44f" providerId="ADAL" clId="{4EFA3A31-FBA6-47AA-B1D7-6FDDD03457C7}" dt="2024-02-16T14:08:58.737" v="989" actId="108"/>
        <pc:sldMkLst>
          <pc:docMk/>
          <pc:sldMk cId="1705392752" sldId="424"/>
        </pc:sldMkLst>
        <pc:spChg chg="mod">
          <ac:chgData name="Šedivec Tomáš" userId="5859117d-4fed-45af-939e-a078bb4ea44f" providerId="ADAL" clId="{4EFA3A31-FBA6-47AA-B1D7-6FDDD03457C7}" dt="2024-02-16T14:07:10.119" v="950" actId="20577"/>
          <ac:spMkLst>
            <pc:docMk/>
            <pc:sldMk cId="1705392752" sldId="424"/>
            <ac:spMk id="2" creationId="{B8321FF1-46BB-6441-78F5-FDF1A36A03FA}"/>
          </ac:spMkLst>
        </pc:spChg>
        <pc:spChg chg="mod">
          <ac:chgData name="Šedivec Tomáš" userId="5859117d-4fed-45af-939e-a078bb4ea44f" providerId="ADAL" clId="{4EFA3A31-FBA6-47AA-B1D7-6FDDD03457C7}" dt="2024-02-16T14:08:58.737" v="989" actId="108"/>
          <ac:spMkLst>
            <pc:docMk/>
            <pc:sldMk cId="1705392752" sldId="424"/>
            <ac:spMk id="3" creationId="{C3AB61DF-68E2-9315-BED3-F5A047C93BBA}"/>
          </ac:spMkLst>
        </pc:spChg>
      </pc:sldChg>
      <pc:sldChg chg="modSp add mod">
        <pc:chgData name="Šedivec Tomáš" userId="5859117d-4fed-45af-939e-a078bb4ea44f" providerId="ADAL" clId="{4EFA3A31-FBA6-47AA-B1D7-6FDDD03457C7}" dt="2024-02-16T14:14:04.329" v="1179" actId="6549"/>
        <pc:sldMkLst>
          <pc:docMk/>
          <pc:sldMk cId="1887077908" sldId="425"/>
        </pc:sldMkLst>
        <pc:spChg chg="mod">
          <ac:chgData name="Šedivec Tomáš" userId="5859117d-4fed-45af-939e-a078bb4ea44f" providerId="ADAL" clId="{4EFA3A31-FBA6-47AA-B1D7-6FDDD03457C7}" dt="2024-02-16T14:14:04.329" v="1179" actId="6549"/>
          <ac:spMkLst>
            <pc:docMk/>
            <pc:sldMk cId="1887077908" sldId="425"/>
            <ac:spMk id="3" creationId="{C3AB61DF-68E2-9315-BED3-F5A047C93BBA}"/>
          </ac:spMkLst>
        </pc:spChg>
      </pc:sldChg>
      <pc:sldChg chg="modSp add mod">
        <pc:chgData name="Šedivec Tomáš" userId="5859117d-4fed-45af-939e-a078bb4ea44f" providerId="ADAL" clId="{4EFA3A31-FBA6-47AA-B1D7-6FDDD03457C7}" dt="2024-02-19T10:36:25.447" v="2875"/>
        <pc:sldMkLst>
          <pc:docMk/>
          <pc:sldMk cId="949567647" sldId="426"/>
        </pc:sldMkLst>
        <pc:spChg chg="mod">
          <ac:chgData name="Šedivec Tomáš" userId="5859117d-4fed-45af-939e-a078bb4ea44f" providerId="ADAL" clId="{4EFA3A31-FBA6-47AA-B1D7-6FDDD03457C7}" dt="2024-02-16T14:15:35.940" v="1195" actId="20577"/>
          <ac:spMkLst>
            <pc:docMk/>
            <pc:sldMk cId="949567647" sldId="426"/>
            <ac:spMk id="2" creationId="{B8321FF1-46BB-6441-78F5-FDF1A36A03FA}"/>
          </ac:spMkLst>
        </pc:spChg>
        <pc:spChg chg="mod">
          <ac:chgData name="Šedivec Tomáš" userId="5859117d-4fed-45af-939e-a078bb4ea44f" providerId="ADAL" clId="{4EFA3A31-FBA6-47AA-B1D7-6FDDD03457C7}" dt="2024-02-19T10:36:25.447" v="2875"/>
          <ac:spMkLst>
            <pc:docMk/>
            <pc:sldMk cId="949567647" sldId="426"/>
            <ac:spMk id="3" creationId="{C3AB61DF-68E2-9315-BED3-F5A047C93BBA}"/>
          </ac:spMkLst>
        </pc:spChg>
      </pc:sldChg>
      <pc:sldChg chg="modSp add del mod">
        <pc:chgData name="Šedivec Tomáš" userId="5859117d-4fed-45af-939e-a078bb4ea44f" providerId="ADAL" clId="{4EFA3A31-FBA6-47AA-B1D7-6FDDD03457C7}" dt="2024-02-16T14:21:06.763" v="1251" actId="2696"/>
        <pc:sldMkLst>
          <pc:docMk/>
          <pc:sldMk cId="830686519" sldId="427"/>
        </pc:sldMkLst>
        <pc:spChg chg="mod">
          <ac:chgData name="Šedivec Tomáš" userId="5859117d-4fed-45af-939e-a078bb4ea44f" providerId="ADAL" clId="{4EFA3A31-FBA6-47AA-B1D7-6FDDD03457C7}" dt="2024-02-16T14:20:31.296" v="1250" actId="20577"/>
          <ac:spMkLst>
            <pc:docMk/>
            <pc:sldMk cId="830686519" sldId="427"/>
            <ac:spMk id="3" creationId="{C3AB61DF-68E2-9315-BED3-F5A047C93BBA}"/>
          </ac:spMkLst>
        </pc:spChg>
      </pc:sldChg>
      <pc:sldChg chg="addSp delSp modSp add mod">
        <pc:chgData name="Šedivec Tomáš" userId="5859117d-4fed-45af-939e-a078bb4ea44f" providerId="ADAL" clId="{4EFA3A31-FBA6-47AA-B1D7-6FDDD03457C7}" dt="2024-02-16T14:22:38.603" v="1267" actId="1076"/>
        <pc:sldMkLst>
          <pc:docMk/>
          <pc:sldMk cId="4183702503" sldId="427"/>
        </pc:sldMkLst>
        <pc:spChg chg="del mod">
          <ac:chgData name="Šedivec Tomáš" userId="5859117d-4fed-45af-939e-a078bb4ea44f" providerId="ADAL" clId="{4EFA3A31-FBA6-47AA-B1D7-6FDDD03457C7}" dt="2024-02-16T14:22:01.241" v="1255" actId="931"/>
          <ac:spMkLst>
            <pc:docMk/>
            <pc:sldMk cId="4183702503" sldId="427"/>
            <ac:spMk id="3" creationId="{C3AB61DF-68E2-9315-BED3-F5A047C93BBA}"/>
          </ac:spMkLst>
        </pc:spChg>
        <pc:picChg chg="add mod">
          <ac:chgData name="Šedivec Tomáš" userId="5859117d-4fed-45af-939e-a078bb4ea44f" providerId="ADAL" clId="{4EFA3A31-FBA6-47AA-B1D7-6FDDD03457C7}" dt="2024-02-16T14:22:38.603" v="1267" actId="1076"/>
          <ac:picMkLst>
            <pc:docMk/>
            <pc:sldMk cId="4183702503" sldId="427"/>
            <ac:picMk id="5" creationId="{C9A1E5DB-FEEC-0A2E-7F7D-8F79FE605013}"/>
          </ac:picMkLst>
        </pc:picChg>
        <pc:picChg chg="add del mod">
          <ac:chgData name="Šedivec Tomáš" userId="5859117d-4fed-45af-939e-a078bb4ea44f" providerId="ADAL" clId="{4EFA3A31-FBA6-47AA-B1D7-6FDDD03457C7}" dt="2024-02-16T14:22:32.518" v="1264" actId="478"/>
          <ac:picMkLst>
            <pc:docMk/>
            <pc:sldMk cId="4183702503" sldId="427"/>
            <ac:picMk id="7" creationId="{E217CAF7-870C-4C5C-DB13-4A5D173C7D2C}"/>
          </ac:picMkLst>
        </pc:picChg>
      </pc:sldChg>
      <pc:sldChg chg="addSp delSp modSp add mod">
        <pc:chgData name="Šedivec Tomáš" userId="5859117d-4fed-45af-939e-a078bb4ea44f" providerId="ADAL" clId="{4EFA3A31-FBA6-47AA-B1D7-6FDDD03457C7}" dt="2024-02-16T14:22:54.733" v="1270" actId="14100"/>
        <pc:sldMkLst>
          <pc:docMk/>
          <pc:sldMk cId="1316006215" sldId="428"/>
        </pc:sldMkLst>
        <pc:spChg chg="add mod">
          <ac:chgData name="Šedivec Tomáš" userId="5859117d-4fed-45af-939e-a078bb4ea44f" providerId="ADAL" clId="{4EFA3A31-FBA6-47AA-B1D7-6FDDD03457C7}" dt="2024-02-16T14:22:46.758" v="1268" actId="478"/>
          <ac:spMkLst>
            <pc:docMk/>
            <pc:sldMk cId="1316006215" sldId="428"/>
            <ac:spMk id="4" creationId="{FB16288A-001F-0420-A5FE-3DC9060F1579}"/>
          </ac:spMkLst>
        </pc:spChg>
        <pc:picChg chg="del">
          <ac:chgData name="Šedivec Tomáš" userId="5859117d-4fed-45af-939e-a078bb4ea44f" providerId="ADAL" clId="{4EFA3A31-FBA6-47AA-B1D7-6FDDD03457C7}" dt="2024-02-16T14:22:46.758" v="1268" actId="478"/>
          <ac:picMkLst>
            <pc:docMk/>
            <pc:sldMk cId="1316006215" sldId="428"/>
            <ac:picMk id="5" creationId="{C9A1E5DB-FEEC-0A2E-7F7D-8F79FE605013}"/>
          </ac:picMkLst>
        </pc:picChg>
        <pc:picChg chg="mod">
          <ac:chgData name="Šedivec Tomáš" userId="5859117d-4fed-45af-939e-a078bb4ea44f" providerId="ADAL" clId="{4EFA3A31-FBA6-47AA-B1D7-6FDDD03457C7}" dt="2024-02-16T14:22:54.733" v="1270" actId="14100"/>
          <ac:picMkLst>
            <pc:docMk/>
            <pc:sldMk cId="1316006215" sldId="428"/>
            <ac:picMk id="7" creationId="{E217CAF7-870C-4C5C-DB13-4A5D173C7D2C}"/>
          </ac:picMkLst>
        </pc:picChg>
      </pc:sldChg>
      <pc:sldChg chg="addSp delSp modSp add mod">
        <pc:chgData name="Šedivec Tomáš" userId="5859117d-4fed-45af-939e-a078bb4ea44f" providerId="ADAL" clId="{4EFA3A31-FBA6-47AA-B1D7-6FDDD03457C7}" dt="2024-02-16T14:24:58.216" v="1287" actId="9405"/>
        <pc:sldMkLst>
          <pc:docMk/>
          <pc:sldMk cId="2206550205" sldId="429"/>
        </pc:sldMkLst>
        <pc:spChg chg="del">
          <ac:chgData name="Šedivec Tomáš" userId="5859117d-4fed-45af-939e-a078bb4ea44f" providerId="ADAL" clId="{4EFA3A31-FBA6-47AA-B1D7-6FDDD03457C7}" dt="2024-02-16T14:23:16.023" v="1273" actId="931"/>
          <ac:spMkLst>
            <pc:docMk/>
            <pc:sldMk cId="2206550205" sldId="429"/>
            <ac:spMk id="4" creationId="{FB16288A-001F-0420-A5FE-3DC9060F1579}"/>
          </ac:spMkLst>
        </pc:spChg>
        <pc:picChg chg="add mod">
          <ac:chgData name="Šedivec Tomáš" userId="5859117d-4fed-45af-939e-a078bb4ea44f" providerId="ADAL" clId="{4EFA3A31-FBA6-47AA-B1D7-6FDDD03457C7}" dt="2024-02-16T14:23:23.027" v="1278" actId="1076"/>
          <ac:picMkLst>
            <pc:docMk/>
            <pc:sldMk cId="2206550205" sldId="429"/>
            <ac:picMk id="5" creationId="{2E51C614-09A1-575E-5F15-38DDDFB546F1}"/>
          </ac:picMkLst>
        </pc:picChg>
        <pc:picChg chg="del">
          <ac:chgData name="Šedivec Tomáš" userId="5859117d-4fed-45af-939e-a078bb4ea44f" providerId="ADAL" clId="{4EFA3A31-FBA6-47AA-B1D7-6FDDD03457C7}" dt="2024-02-16T14:23:09.240" v="1272" actId="478"/>
          <ac:picMkLst>
            <pc:docMk/>
            <pc:sldMk cId="2206550205" sldId="429"/>
            <ac:picMk id="7" creationId="{E217CAF7-870C-4C5C-DB13-4A5D173C7D2C}"/>
          </ac:picMkLst>
        </pc:picChg>
        <pc:inkChg chg="add del">
          <ac:chgData name="Šedivec Tomáš" userId="5859117d-4fed-45af-939e-a078bb4ea44f" providerId="ADAL" clId="{4EFA3A31-FBA6-47AA-B1D7-6FDDD03457C7}" dt="2024-02-16T14:24:18.064" v="1280" actId="9405"/>
          <ac:inkMkLst>
            <pc:docMk/>
            <pc:sldMk cId="2206550205" sldId="429"/>
            <ac:inkMk id="6" creationId="{AC9015A0-2375-D7FC-132C-981F341505E5}"/>
          </ac:inkMkLst>
        </pc:inkChg>
        <pc:inkChg chg="add">
          <ac:chgData name="Šedivec Tomáš" userId="5859117d-4fed-45af-939e-a078bb4ea44f" providerId="ADAL" clId="{4EFA3A31-FBA6-47AA-B1D7-6FDDD03457C7}" dt="2024-02-16T14:24:27.053" v="1281" actId="9405"/>
          <ac:inkMkLst>
            <pc:docMk/>
            <pc:sldMk cId="2206550205" sldId="429"/>
            <ac:inkMk id="8" creationId="{8CABC6C8-8786-35B7-1599-444EBD8232AF}"/>
          </ac:inkMkLst>
        </pc:inkChg>
        <pc:inkChg chg="add">
          <ac:chgData name="Šedivec Tomáš" userId="5859117d-4fed-45af-939e-a078bb4ea44f" providerId="ADAL" clId="{4EFA3A31-FBA6-47AA-B1D7-6FDDD03457C7}" dt="2024-02-16T14:24:39.038" v="1282" actId="9405"/>
          <ac:inkMkLst>
            <pc:docMk/>
            <pc:sldMk cId="2206550205" sldId="429"/>
            <ac:inkMk id="9" creationId="{D878A173-12CE-F594-1314-CDCBED46BFBC}"/>
          </ac:inkMkLst>
        </pc:inkChg>
        <pc:inkChg chg="add">
          <ac:chgData name="Šedivec Tomáš" userId="5859117d-4fed-45af-939e-a078bb4ea44f" providerId="ADAL" clId="{4EFA3A31-FBA6-47AA-B1D7-6FDDD03457C7}" dt="2024-02-16T14:24:41.143" v="1283" actId="9405"/>
          <ac:inkMkLst>
            <pc:docMk/>
            <pc:sldMk cId="2206550205" sldId="429"/>
            <ac:inkMk id="10" creationId="{731EE91B-07E0-AE7A-A06A-6E61312AD573}"/>
          </ac:inkMkLst>
        </pc:inkChg>
        <pc:inkChg chg="add">
          <ac:chgData name="Šedivec Tomáš" userId="5859117d-4fed-45af-939e-a078bb4ea44f" providerId="ADAL" clId="{4EFA3A31-FBA6-47AA-B1D7-6FDDD03457C7}" dt="2024-02-16T14:24:42.908" v="1284" actId="9405"/>
          <ac:inkMkLst>
            <pc:docMk/>
            <pc:sldMk cId="2206550205" sldId="429"/>
            <ac:inkMk id="11" creationId="{EC2F1E4A-A982-C872-7037-30C43B0FC4F7}"/>
          </ac:inkMkLst>
        </pc:inkChg>
        <pc:inkChg chg="add">
          <ac:chgData name="Šedivec Tomáš" userId="5859117d-4fed-45af-939e-a078bb4ea44f" providerId="ADAL" clId="{4EFA3A31-FBA6-47AA-B1D7-6FDDD03457C7}" dt="2024-02-16T14:24:54.019" v="1285" actId="9405"/>
          <ac:inkMkLst>
            <pc:docMk/>
            <pc:sldMk cId="2206550205" sldId="429"/>
            <ac:inkMk id="12" creationId="{1184728A-1C15-5643-398D-4BC8B40698A8}"/>
          </ac:inkMkLst>
        </pc:inkChg>
        <pc:inkChg chg="add">
          <ac:chgData name="Šedivec Tomáš" userId="5859117d-4fed-45af-939e-a078bb4ea44f" providerId="ADAL" clId="{4EFA3A31-FBA6-47AA-B1D7-6FDDD03457C7}" dt="2024-02-16T14:24:55.924" v="1286" actId="9405"/>
          <ac:inkMkLst>
            <pc:docMk/>
            <pc:sldMk cId="2206550205" sldId="429"/>
            <ac:inkMk id="13" creationId="{506C8775-1B7B-A158-B1E9-05372D5AFA6D}"/>
          </ac:inkMkLst>
        </pc:inkChg>
        <pc:inkChg chg="add">
          <ac:chgData name="Šedivec Tomáš" userId="5859117d-4fed-45af-939e-a078bb4ea44f" providerId="ADAL" clId="{4EFA3A31-FBA6-47AA-B1D7-6FDDD03457C7}" dt="2024-02-16T14:24:58.216" v="1287" actId="9405"/>
          <ac:inkMkLst>
            <pc:docMk/>
            <pc:sldMk cId="2206550205" sldId="429"/>
            <ac:inkMk id="14" creationId="{395ED332-6ADC-1EB7-3AA0-7A7728AB2D78}"/>
          </ac:inkMkLst>
        </pc:inkChg>
      </pc:sldChg>
      <pc:sldChg chg="addSp delSp modSp new mod">
        <pc:chgData name="Šedivec Tomáš" userId="5859117d-4fed-45af-939e-a078bb4ea44f" providerId="ADAL" clId="{4EFA3A31-FBA6-47AA-B1D7-6FDDD03457C7}" dt="2024-02-19T09:47:22.141" v="2838" actId="14734"/>
        <pc:sldMkLst>
          <pc:docMk/>
          <pc:sldMk cId="2730123231" sldId="430"/>
        </pc:sldMkLst>
        <pc:spChg chg="del">
          <ac:chgData name="Šedivec Tomáš" userId="5859117d-4fed-45af-939e-a078bb4ea44f" providerId="ADAL" clId="{4EFA3A31-FBA6-47AA-B1D7-6FDDD03457C7}" dt="2024-02-16T14:29:23.861" v="1291"/>
          <ac:spMkLst>
            <pc:docMk/>
            <pc:sldMk cId="2730123231" sldId="430"/>
            <ac:spMk id="3" creationId="{B9C91CFE-1B1F-1D26-5D42-92D69D97B2EC}"/>
          </ac:spMkLst>
        </pc:spChg>
        <pc:spChg chg="add del mod">
          <ac:chgData name="Šedivec Tomáš" userId="5859117d-4fed-45af-939e-a078bb4ea44f" providerId="ADAL" clId="{4EFA3A31-FBA6-47AA-B1D7-6FDDD03457C7}" dt="2024-02-16T14:46:21.715" v="1401"/>
          <ac:spMkLst>
            <pc:docMk/>
            <pc:sldMk cId="2730123231" sldId="430"/>
            <ac:spMk id="7" creationId="{B95F2C67-16CC-E31A-FCC6-1C3E3122F095}"/>
          </ac:spMkLst>
        </pc:spChg>
        <pc:graphicFrameChg chg="add del mod modGraphic">
          <ac:chgData name="Šedivec Tomáš" userId="5859117d-4fed-45af-939e-a078bb4ea44f" providerId="ADAL" clId="{4EFA3A31-FBA6-47AA-B1D7-6FDDD03457C7}" dt="2024-02-16T14:46:20.327" v="1400" actId="478"/>
          <ac:graphicFrameMkLst>
            <pc:docMk/>
            <pc:sldMk cId="2730123231" sldId="430"/>
            <ac:graphicFrameMk id="5" creationId="{E179BD40-F5FB-AA7B-CFC7-22D12969CEA6}"/>
          </ac:graphicFrameMkLst>
        </pc:graphicFrameChg>
        <pc:graphicFrameChg chg="add mod modGraphic">
          <ac:chgData name="Šedivec Tomáš" userId="5859117d-4fed-45af-939e-a078bb4ea44f" providerId="ADAL" clId="{4EFA3A31-FBA6-47AA-B1D7-6FDDD03457C7}" dt="2024-02-19T09:47:22.141" v="2838" actId="14734"/>
          <ac:graphicFrameMkLst>
            <pc:docMk/>
            <pc:sldMk cId="2730123231" sldId="430"/>
            <ac:graphicFrameMk id="8" creationId="{26C474EE-528F-815B-D1DE-62347B3B7A45}"/>
          </ac:graphicFrameMkLst>
        </pc:graphicFrameChg>
        <pc:inkChg chg="add del">
          <ac:chgData name="Šedivec Tomáš" userId="5859117d-4fed-45af-939e-a078bb4ea44f" providerId="ADAL" clId="{4EFA3A31-FBA6-47AA-B1D7-6FDDD03457C7}" dt="2024-02-16T14:29:22.174" v="1290" actId="9405"/>
          <ac:inkMkLst>
            <pc:docMk/>
            <pc:sldMk cId="2730123231" sldId="430"/>
            <ac:inkMk id="4" creationId="{88A04589-580A-6832-A989-3FA93F390D37}"/>
          </ac:inkMkLst>
        </pc:inkChg>
      </pc:sldChg>
      <pc:sldChg chg="modSp new mod">
        <pc:chgData name="Šedivec Tomáš" userId="5859117d-4fed-45af-939e-a078bb4ea44f" providerId="ADAL" clId="{4EFA3A31-FBA6-47AA-B1D7-6FDDD03457C7}" dt="2024-02-16T14:36:07.784" v="1363" actId="6549"/>
        <pc:sldMkLst>
          <pc:docMk/>
          <pc:sldMk cId="3725067883" sldId="431"/>
        </pc:sldMkLst>
        <pc:spChg chg="mod">
          <ac:chgData name="Šedivec Tomáš" userId="5859117d-4fed-45af-939e-a078bb4ea44f" providerId="ADAL" clId="{4EFA3A31-FBA6-47AA-B1D7-6FDDD03457C7}" dt="2024-02-16T14:33:28.826" v="1336" actId="6549"/>
          <ac:spMkLst>
            <pc:docMk/>
            <pc:sldMk cId="3725067883" sldId="431"/>
            <ac:spMk id="2" creationId="{DF3CD838-B4CB-2530-38B0-356DBF38A60B}"/>
          </ac:spMkLst>
        </pc:spChg>
        <pc:spChg chg="mod">
          <ac:chgData name="Šedivec Tomáš" userId="5859117d-4fed-45af-939e-a078bb4ea44f" providerId="ADAL" clId="{4EFA3A31-FBA6-47AA-B1D7-6FDDD03457C7}" dt="2024-02-16T14:36:07.784" v="1363" actId="6549"/>
          <ac:spMkLst>
            <pc:docMk/>
            <pc:sldMk cId="3725067883" sldId="431"/>
            <ac:spMk id="3" creationId="{F0B67399-72AA-A489-86B8-D8E35597EC95}"/>
          </ac:spMkLst>
        </pc:spChg>
      </pc:sldChg>
      <pc:sldChg chg="modSp new mod">
        <pc:chgData name="Šedivec Tomáš" userId="5859117d-4fed-45af-939e-a078bb4ea44f" providerId="ADAL" clId="{4EFA3A31-FBA6-47AA-B1D7-6FDDD03457C7}" dt="2024-02-16T14:50:47.100" v="1610" actId="1076"/>
        <pc:sldMkLst>
          <pc:docMk/>
          <pc:sldMk cId="3348917452" sldId="432"/>
        </pc:sldMkLst>
        <pc:spChg chg="mod">
          <ac:chgData name="Šedivec Tomáš" userId="5859117d-4fed-45af-939e-a078bb4ea44f" providerId="ADAL" clId="{4EFA3A31-FBA6-47AA-B1D7-6FDDD03457C7}" dt="2024-02-16T14:49:17.743" v="1418"/>
          <ac:spMkLst>
            <pc:docMk/>
            <pc:sldMk cId="3348917452" sldId="432"/>
            <ac:spMk id="2" creationId="{0FC162E5-E8B5-080D-E636-38BA04A3F1D8}"/>
          </ac:spMkLst>
        </pc:spChg>
        <pc:spChg chg="mod">
          <ac:chgData name="Šedivec Tomáš" userId="5859117d-4fed-45af-939e-a078bb4ea44f" providerId="ADAL" clId="{4EFA3A31-FBA6-47AA-B1D7-6FDDD03457C7}" dt="2024-02-16T14:50:47.100" v="1610" actId="1076"/>
          <ac:spMkLst>
            <pc:docMk/>
            <pc:sldMk cId="3348917452" sldId="432"/>
            <ac:spMk id="3" creationId="{EADF5457-D3AB-1245-C557-D6AD01B88BAA}"/>
          </ac:spMkLst>
        </pc:spChg>
      </pc:sldChg>
      <pc:sldChg chg="modSp new mod">
        <pc:chgData name="Šedivec Tomáš" userId="5859117d-4fed-45af-939e-a078bb4ea44f" providerId="ADAL" clId="{4EFA3A31-FBA6-47AA-B1D7-6FDDD03457C7}" dt="2024-02-16T14:54:30.449" v="1898" actId="1076"/>
        <pc:sldMkLst>
          <pc:docMk/>
          <pc:sldMk cId="1959099545" sldId="433"/>
        </pc:sldMkLst>
        <pc:spChg chg="mod">
          <ac:chgData name="Šedivec Tomáš" userId="5859117d-4fed-45af-939e-a078bb4ea44f" providerId="ADAL" clId="{4EFA3A31-FBA6-47AA-B1D7-6FDDD03457C7}" dt="2024-02-16T14:51:32.290" v="1612"/>
          <ac:spMkLst>
            <pc:docMk/>
            <pc:sldMk cId="1959099545" sldId="433"/>
            <ac:spMk id="2" creationId="{A22673D2-B2C2-344D-80CC-FA424DA286FD}"/>
          </ac:spMkLst>
        </pc:spChg>
        <pc:spChg chg="mod">
          <ac:chgData name="Šedivec Tomáš" userId="5859117d-4fed-45af-939e-a078bb4ea44f" providerId="ADAL" clId="{4EFA3A31-FBA6-47AA-B1D7-6FDDD03457C7}" dt="2024-02-16T14:54:30.449" v="1898" actId="1076"/>
          <ac:spMkLst>
            <pc:docMk/>
            <pc:sldMk cId="1959099545" sldId="433"/>
            <ac:spMk id="3" creationId="{66AD3E77-9779-07B2-DE1F-296E97BA3CB4}"/>
          </ac:spMkLst>
        </pc:spChg>
      </pc:sldChg>
      <pc:sldChg chg="addSp modSp add mod">
        <pc:chgData name="Šedivec Tomáš" userId="5859117d-4fed-45af-939e-a078bb4ea44f" providerId="ADAL" clId="{4EFA3A31-FBA6-47AA-B1D7-6FDDD03457C7}" dt="2024-02-16T14:58:06.623" v="2405" actId="20577"/>
        <pc:sldMkLst>
          <pc:docMk/>
          <pc:sldMk cId="2099967524" sldId="434"/>
        </pc:sldMkLst>
        <pc:spChg chg="mod">
          <ac:chgData name="Šedivec Tomáš" userId="5859117d-4fed-45af-939e-a078bb4ea44f" providerId="ADAL" clId="{4EFA3A31-FBA6-47AA-B1D7-6FDDD03457C7}" dt="2024-02-16T14:58:06.623" v="2405" actId="20577"/>
          <ac:spMkLst>
            <pc:docMk/>
            <pc:sldMk cId="2099967524" sldId="434"/>
            <ac:spMk id="3" creationId="{66AD3E77-9779-07B2-DE1F-296E97BA3CB4}"/>
          </ac:spMkLst>
        </pc:spChg>
        <pc:graphicFrameChg chg="add mod">
          <ac:chgData name="Šedivec Tomáš" userId="5859117d-4fed-45af-939e-a078bb4ea44f" providerId="ADAL" clId="{4EFA3A31-FBA6-47AA-B1D7-6FDDD03457C7}" dt="2024-02-16T14:57:23.516" v="2360"/>
          <ac:graphicFrameMkLst>
            <pc:docMk/>
            <pc:sldMk cId="2099967524" sldId="434"/>
            <ac:graphicFrameMk id="4" creationId="{756BF543-FDBC-44C7-D586-98C1BA8DD890}"/>
          </ac:graphicFrameMkLst>
        </pc:graphicFrameChg>
      </pc:sldChg>
      <pc:sldChg chg="modSp add mod">
        <pc:chgData name="Šedivec Tomáš" userId="5859117d-4fed-45af-939e-a078bb4ea44f" providerId="ADAL" clId="{4EFA3A31-FBA6-47AA-B1D7-6FDDD03457C7}" dt="2024-02-16T15:00:42.731" v="2797" actId="20577"/>
        <pc:sldMkLst>
          <pc:docMk/>
          <pc:sldMk cId="302854131" sldId="435"/>
        </pc:sldMkLst>
        <pc:spChg chg="mod">
          <ac:chgData name="Šedivec Tomáš" userId="5859117d-4fed-45af-939e-a078bb4ea44f" providerId="ADAL" clId="{4EFA3A31-FBA6-47AA-B1D7-6FDDD03457C7}" dt="2024-02-16T15:00:42.731" v="2797" actId="20577"/>
          <ac:spMkLst>
            <pc:docMk/>
            <pc:sldMk cId="302854131" sldId="435"/>
            <ac:spMk id="3" creationId="{66AD3E77-9779-07B2-DE1F-296E97BA3CB4}"/>
          </ac:spMkLst>
        </pc:spChg>
      </pc:sldChg>
      <pc:sldChg chg="addSp delSp modSp new mod setBg modNotesTx">
        <pc:chgData name="Šedivec Tomáš" userId="5859117d-4fed-45af-939e-a078bb4ea44f" providerId="ADAL" clId="{4EFA3A31-FBA6-47AA-B1D7-6FDDD03457C7}" dt="2024-02-19T11:29:54.088" v="2895" actId="20577"/>
        <pc:sldMkLst>
          <pc:docMk/>
          <pc:sldMk cId="121842013" sldId="436"/>
        </pc:sldMkLst>
        <pc:spChg chg="add del mod">
          <ac:chgData name="Šedivec Tomáš" userId="5859117d-4fed-45af-939e-a078bb4ea44f" providerId="ADAL" clId="{4EFA3A31-FBA6-47AA-B1D7-6FDDD03457C7}" dt="2024-02-16T15:34:58.803" v="2811" actId="108"/>
          <ac:spMkLst>
            <pc:docMk/>
            <pc:sldMk cId="121842013" sldId="436"/>
            <ac:spMk id="2" creationId="{B61BCD40-B4B1-004D-AD7D-69097C276713}"/>
          </ac:spMkLst>
        </pc:spChg>
        <pc:spChg chg="del">
          <ac:chgData name="Šedivec Tomáš" userId="5859117d-4fed-45af-939e-a078bb4ea44f" providerId="ADAL" clId="{4EFA3A31-FBA6-47AA-B1D7-6FDDD03457C7}" dt="2024-02-16T15:33:51.822" v="2799"/>
          <ac:spMkLst>
            <pc:docMk/>
            <pc:sldMk cId="121842013" sldId="436"/>
            <ac:spMk id="3" creationId="{23E5A191-D021-8963-D799-4184ACBE56F2}"/>
          </ac:spMkLst>
        </pc:spChg>
        <pc:spChg chg="add mod">
          <ac:chgData name="Šedivec Tomáš" userId="5859117d-4fed-45af-939e-a078bb4ea44f" providerId="ADAL" clId="{4EFA3A31-FBA6-47AA-B1D7-6FDDD03457C7}" dt="2024-02-16T15:36:39.550" v="2830" actId="403"/>
          <ac:spMkLst>
            <pc:docMk/>
            <pc:sldMk cId="121842013" sldId="436"/>
            <ac:spMk id="6" creationId="{5C18FB96-9CAF-0927-7347-C140FF68C715}"/>
          </ac:spMkLst>
        </pc:spChg>
        <pc:spChg chg="add del">
          <ac:chgData name="Šedivec Tomáš" userId="5859117d-4fed-45af-939e-a078bb4ea44f" providerId="ADAL" clId="{4EFA3A31-FBA6-47AA-B1D7-6FDDD03457C7}" dt="2024-02-16T15:34:26.370" v="2806" actId="26606"/>
          <ac:spMkLst>
            <pc:docMk/>
            <pc:sldMk cId="121842013" sldId="436"/>
            <ac:spMk id="9" creationId="{FD25BDD8-7F7C-98F3-0F8E-9757B3305487}"/>
          </ac:spMkLst>
        </pc:spChg>
        <pc:spChg chg="add del">
          <ac:chgData name="Šedivec Tomáš" userId="5859117d-4fed-45af-939e-a078bb4ea44f" providerId="ADAL" clId="{4EFA3A31-FBA6-47AA-B1D7-6FDDD03457C7}" dt="2024-02-16T15:34:07.743" v="2804" actId="26606"/>
          <ac:spMkLst>
            <pc:docMk/>
            <pc:sldMk cId="121842013" sldId="436"/>
            <ac:spMk id="10" creationId="{42A4FC2C-047E-45A5-965D-8E1E3BF09BC6}"/>
          </ac:spMkLst>
        </pc:spChg>
        <pc:spChg chg="add del">
          <ac:chgData name="Šedivec Tomáš" userId="5859117d-4fed-45af-939e-a078bb4ea44f" providerId="ADAL" clId="{4EFA3A31-FBA6-47AA-B1D7-6FDDD03457C7}" dt="2024-02-16T15:34:26.370" v="2806" actId="26606"/>
          <ac:spMkLst>
            <pc:docMk/>
            <pc:sldMk cId="121842013" sldId="436"/>
            <ac:spMk id="12" creationId="{F13C74B1-5B17-4795-BED0-7140497B445A}"/>
          </ac:spMkLst>
        </pc:spChg>
        <pc:spChg chg="add del">
          <ac:chgData name="Šedivec Tomáš" userId="5859117d-4fed-45af-939e-a078bb4ea44f" providerId="ADAL" clId="{4EFA3A31-FBA6-47AA-B1D7-6FDDD03457C7}" dt="2024-02-16T15:34:26.370" v="2806" actId="26606"/>
          <ac:spMkLst>
            <pc:docMk/>
            <pc:sldMk cId="121842013" sldId="436"/>
            <ac:spMk id="14" creationId="{D4974D33-8DC5-464E-8C6D-BE58F0669C17}"/>
          </ac:spMkLst>
        </pc:spChg>
        <pc:picChg chg="add mod">
          <ac:chgData name="Šedivec Tomáš" userId="5859117d-4fed-45af-939e-a078bb4ea44f" providerId="ADAL" clId="{4EFA3A31-FBA6-47AA-B1D7-6FDDD03457C7}" dt="2024-02-16T15:35:59.500" v="2822" actId="14100"/>
          <ac:picMkLst>
            <pc:docMk/>
            <pc:sldMk cId="121842013" sldId="436"/>
            <ac:picMk id="5" creationId="{388202E3-90CC-5708-C437-20FE0840B22B}"/>
          </ac:picMkLst>
        </pc:picChg>
      </pc:sldChg>
      <pc:sldChg chg="modSp add mod modNotesTx">
        <pc:chgData name="Šedivec Tomáš" userId="5859117d-4fed-45af-939e-a078bb4ea44f" providerId="ADAL" clId="{4EFA3A31-FBA6-47AA-B1D7-6FDDD03457C7}" dt="2024-02-19T10:40:45.661" v="2893"/>
        <pc:sldMkLst>
          <pc:docMk/>
          <pc:sldMk cId="4082892951" sldId="437"/>
        </pc:sldMkLst>
        <pc:spChg chg="mod">
          <ac:chgData name="Šedivec Tomáš" userId="5859117d-4fed-45af-939e-a078bb4ea44f" providerId="ADAL" clId="{4EFA3A31-FBA6-47AA-B1D7-6FDDD03457C7}" dt="2024-02-19T10:00:05.372" v="2870" actId="1076"/>
          <ac:spMkLst>
            <pc:docMk/>
            <pc:sldMk cId="4082892951" sldId="437"/>
            <ac:spMk id="2" creationId="{B8321FF1-46BB-6441-78F5-FDF1A36A03FA}"/>
          </ac:spMkLst>
        </pc:spChg>
        <pc:spChg chg="mod">
          <ac:chgData name="Šedivec Tomáš" userId="5859117d-4fed-45af-939e-a078bb4ea44f" providerId="ADAL" clId="{4EFA3A31-FBA6-47AA-B1D7-6FDDD03457C7}" dt="2024-02-19T10:40:38.869" v="2892" actId="6549"/>
          <ac:spMkLst>
            <pc:docMk/>
            <pc:sldMk cId="4082892951" sldId="437"/>
            <ac:spMk id="3" creationId="{C3AB61DF-68E2-9315-BED3-F5A047C93BBA}"/>
          </ac:spMkLst>
        </pc:spChg>
      </pc:sldChg>
      <pc:sldChg chg="modSp add mod ord">
        <pc:chgData name="Šedivec Tomáš" userId="5859117d-4fed-45af-939e-a078bb4ea44f" providerId="ADAL" clId="{4EFA3A31-FBA6-47AA-B1D7-6FDDD03457C7}" dt="2024-02-19T11:37:05.939" v="2941"/>
        <pc:sldMkLst>
          <pc:docMk/>
          <pc:sldMk cId="2992451707" sldId="438"/>
        </pc:sldMkLst>
        <pc:spChg chg="mod">
          <ac:chgData name="Šedivec Tomáš" userId="5859117d-4fed-45af-939e-a078bb4ea44f" providerId="ADAL" clId="{4EFA3A31-FBA6-47AA-B1D7-6FDDD03457C7}" dt="2024-02-19T11:36:46.321" v="2939" actId="5793"/>
          <ac:spMkLst>
            <pc:docMk/>
            <pc:sldMk cId="2992451707" sldId="438"/>
            <ac:spMk id="2" creationId="{00000000-0000-0000-0000-000000000000}"/>
          </ac:spMkLst>
        </pc:spChg>
      </pc:sldChg>
      <pc:sldMasterChg chg="del delSldLayout">
        <pc:chgData name="Šedivec Tomáš" userId="5859117d-4fed-45af-939e-a078bb4ea44f" providerId="ADAL" clId="{4EFA3A31-FBA6-47AA-B1D7-6FDDD03457C7}" dt="2024-02-14T16:02:51.477" v="88" actId="47"/>
        <pc:sldMasterMkLst>
          <pc:docMk/>
          <pc:sldMasterMk cId="916355278" sldId="2147483684"/>
        </pc:sldMasterMkLst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3003721837" sldId="2147483685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2775749500" sldId="2147483686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1663310688" sldId="2147483687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3518770115" sldId="2147483688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3445539048" sldId="2147483689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2524175259" sldId="2147483690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791024414" sldId="2147483691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192661744" sldId="2147483692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1556122475" sldId="2147483693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406213722" sldId="2147483694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1308178275" sldId="2147483695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1078406822" sldId="2147483696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1994695380" sldId="2147483697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3546321331" sldId="2147483698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2448289206" sldId="2147483699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3500938084" sldId="2147483700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6245695" sldId="2147483701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3831508257" sldId="2147483702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858184146" sldId="2147483703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4153804441" sldId="2147483704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4112529406" sldId="2147483705"/>
          </pc:sldLayoutMkLst>
        </pc:sldLayoutChg>
        <pc:sldLayoutChg chg="del">
          <pc:chgData name="Šedivec Tomáš" userId="5859117d-4fed-45af-939e-a078bb4ea44f" providerId="ADAL" clId="{4EFA3A31-FBA6-47AA-B1D7-6FDDD03457C7}" dt="2024-02-14T16:02:51.477" v="88" actId="47"/>
          <pc:sldLayoutMkLst>
            <pc:docMk/>
            <pc:sldMasterMk cId="916355278" sldId="2147483684"/>
            <pc:sldLayoutMk cId="2268446434" sldId="2147483706"/>
          </pc:sldLayoutMkLst>
        </pc:sldLayoutChg>
      </pc:sldMasterChg>
      <pc:sldMasterChg chg="del delSldLayout">
        <pc:chgData name="Šedivec Tomáš" userId="5859117d-4fed-45af-939e-a078bb4ea44f" providerId="ADAL" clId="{4EFA3A31-FBA6-47AA-B1D7-6FDDD03457C7}" dt="2024-02-14T16:02:23.377" v="83" actId="47"/>
        <pc:sldMasterMkLst>
          <pc:docMk/>
          <pc:sldMasterMk cId="314758661" sldId="2147483707"/>
        </pc:sldMasterMkLst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2708880697" sldId="2147483708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2311259806" sldId="2147483709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2738725046" sldId="2147483710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3756848616" sldId="2147483711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2248206955" sldId="2147483712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2076722309" sldId="2147483713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1490267647" sldId="2147483714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1992355644" sldId="2147483715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987838925" sldId="2147483716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2757173966" sldId="2147483717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963570365" sldId="2147483718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2294803689" sldId="2147483719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2642219470" sldId="2147483720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1162316349" sldId="2147483721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2420279751" sldId="2147483722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1231080423" sldId="2147483723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1888024332" sldId="2147483724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393677401" sldId="2147483725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3650119622" sldId="2147483726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1772123181" sldId="2147483727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1419933805" sldId="2147483728"/>
          </pc:sldLayoutMkLst>
        </pc:sldLayoutChg>
        <pc:sldLayoutChg chg="del">
          <pc:chgData name="Šedivec Tomáš" userId="5859117d-4fed-45af-939e-a078bb4ea44f" providerId="ADAL" clId="{4EFA3A31-FBA6-47AA-B1D7-6FDDD03457C7}" dt="2024-02-14T16:02:23.377" v="83" actId="47"/>
          <pc:sldLayoutMkLst>
            <pc:docMk/>
            <pc:sldMasterMk cId="314758661" sldId="2147483707"/>
            <pc:sldLayoutMk cId="3560041900" sldId="2147483729"/>
          </pc:sldLayoutMkLst>
        </pc:sldLayoutChg>
      </pc:sldMasterChg>
    </pc:docChg>
  </pc:docChgLst>
  <pc:docChgLst>
    <pc:chgData name="Tomáš Šedivec" userId="5859117d-4fed-45af-939e-a078bb4ea44f" providerId="ADAL" clId="{928A9DD4-21D0-4F1B-99CD-5AC1E09B7593}"/>
    <pc:docChg chg="undo custSel addSld modSld">
      <pc:chgData name="Tomáš Šedivec" userId="5859117d-4fed-45af-939e-a078bb4ea44f" providerId="ADAL" clId="{928A9DD4-21D0-4F1B-99CD-5AC1E09B7593}" dt="2023-11-13T11:04:48.092" v="103" actId="20577"/>
      <pc:docMkLst>
        <pc:docMk/>
      </pc:docMkLst>
      <pc:sldChg chg="modSp mod">
        <pc:chgData name="Tomáš Šedivec" userId="5859117d-4fed-45af-939e-a078bb4ea44f" providerId="ADAL" clId="{928A9DD4-21D0-4F1B-99CD-5AC1E09B7593}" dt="2023-11-13T11:02:00.220" v="90" actId="113"/>
        <pc:sldMkLst>
          <pc:docMk/>
          <pc:sldMk cId="3010951941" sldId="259"/>
        </pc:sldMkLst>
        <pc:spChg chg="mod">
          <ac:chgData name="Tomáš Šedivec" userId="5859117d-4fed-45af-939e-a078bb4ea44f" providerId="ADAL" clId="{928A9DD4-21D0-4F1B-99CD-5AC1E09B7593}" dt="2023-11-13T11:02:00.220" v="90" actId="113"/>
          <ac:spMkLst>
            <pc:docMk/>
            <pc:sldMk cId="3010951941" sldId="259"/>
            <ac:spMk id="8" creationId="{DB173E78-E423-C647-B2A9-0E772E0C7ADB}"/>
          </ac:spMkLst>
        </pc:spChg>
      </pc:sldChg>
      <pc:sldChg chg="modSp mod">
        <pc:chgData name="Tomáš Šedivec" userId="5859117d-4fed-45af-939e-a078bb4ea44f" providerId="ADAL" clId="{928A9DD4-21D0-4F1B-99CD-5AC1E09B7593}" dt="2023-11-13T11:04:10.513" v="96" actId="20577"/>
        <pc:sldMkLst>
          <pc:docMk/>
          <pc:sldMk cId="3282216109" sldId="275"/>
        </pc:sldMkLst>
        <pc:spChg chg="mod">
          <ac:chgData name="Tomáš Šedivec" userId="5859117d-4fed-45af-939e-a078bb4ea44f" providerId="ADAL" clId="{928A9DD4-21D0-4F1B-99CD-5AC1E09B7593}" dt="2023-11-13T11:04:10.513" v="96" actId="20577"/>
          <ac:spMkLst>
            <pc:docMk/>
            <pc:sldMk cId="3282216109" sldId="275"/>
            <ac:spMk id="3" creationId="{00000000-0000-0000-0000-000000000000}"/>
          </ac:spMkLst>
        </pc:spChg>
      </pc:sldChg>
      <pc:sldChg chg="modSp mod">
        <pc:chgData name="Tomáš Šedivec" userId="5859117d-4fed-45af-939e-a078bb4ea44f" providerId="ADAL" clId="{928A9DD4-21D0-4F1B-99CD-5AC1E09B7593}" dt="2023-11-13T11:04:23.598" v="97" actId="6549"/>
        <pc:sldMkLst>
          <pc:docMk/>
          <pc:sldMk cId="3289770421" sldId="276"/>
        </pc:sldMkLst>
        <pc:spChg chg="mod">
          <ac:chgData name="Tomáš Šedivec" userId="5859117d-4fed-45af-939e-a078bb4ea44f" providerId="ADAL" clId="{928A9DD4-21D0-4F1B-99CD-5AC1E09B7593}" dt="2023-11-13T11:04:23.598" v="97" actId="6549"/>
          <ac:spMkLst>
            <pc:docMk/>
            <pc:sldMk cId="3289770421" sldId="276"/>
            <ac:spMk id="3" creationId="{00000000-0000-0000-0000-000000000000}"/>
          </ac:spMkLst>
        </pc:spChg>
      </pc:sldChg>
      <pc:sldChg chg="modSp mod">
        <pc:chgData name="Tomáš Šedivec" userId="5859117d-4fed-45af-939e-a078bb4ea44f" providerId="ADAL" clId="{928A9DD4-21D0-4F1B-99CD-5AC1E09B7593}" dt="2023-11-13T11:02:38.392" v="91" actId="1076"/>
        <pc:sldMkLst>
          <pc:docMk/>
          <pc:sldMk cId="3684061063" sldId="405"/>
        </pc:sldMkLst>
        <pc:spChg chg="mod">
          <ac:chgData name="Tomáš Šedivec" userId="5859117d-4fed-45af-939e-a078bb4ea44f" providerId="ADAL" clId="{928A9DD4-21D0-4F1B-99CD-5AC1E09B7593}" dt="2023-11-13T11:02:38.392" v="91" actId="1076"/>
          <ac:spMkLst>
            <pc:docMk/>
            <pc:sldMk cId="3684061063" sldId="405"/>
            <ac:spMk id="3" creationId="{00000000-0000-0000-0000-000000000000}"/>
          </ac:spMkLst>
        </pc:spChg>
      </pc:sldChg>
      <pc:sldChg chg="modSp add mod">
        <pc:chgData name="Tomáš Šedivec" userId="5859117d-4fed-45af-939e-a078bb4ea44f" providerId="ADAL" clId="{928A9DD4-21D0-4F1B-99CD-5AC1E09B7593}" dt="2023-11-13T11:04:48.092" v="103" actId="20577"/>
        <pc:sldMkLst>
          <pc:docMk/>
          <pc:sldMk cId="878930634" sldId="408"/>
        </pc:sldMkLst>
        <pc:spChg chg="mod">
          <ac:chgData name="Tomáš Šedivec" userId="5859117d-4fed-45af-939e-a078bb4ea44f" providerId="ADAL" clId="{928A9DD4-21D0-4F1B-99CD-5AC1E09B7593}" dt="2023-11-13T11:04:48.092" v="103" actId="20577"/>
          <ac:spMkLst>
            <pc:docMk/>
            <pc:sldMk cId="878930634" sldId="408"/>
            <ac:spMk id="2" creationId="{00000000-0000-0000-0000-000000000000}"/>
          </ac:spMkLst>
        </pc:spChg>
      </pc:sldChg>
    </pc:docChg>
  </pc:docChgLst>
  <pc:docChgLst>
    <pc:chgData name="Šedivec Tomáš" userId="5859117d-4fed-45af-939e-a078bb4ea44f" providerId="ADAL" clId="{FB0382FD-F091-482B-A70B-FC7A85A69B8C}"/>
    <pc:docChg chg="undo redo custSel addSld delSld modSld sldOrd">
      <pc:chgData name="Šedivec Tomáš" userId="5859117d-4fed-45af-939e-a078bb4ea44f" providerId="ADAL" clId="{FB0382FD-F091-482B-A70B-FC7A85A69B8C}" dt="2024-04-08T07:05:20.254" v="2075"/>
      <pc:docMkLst>
        <pc:docMk/>
      </pc:docMkLst>
      <pc:sldChg chg="modSp mod">
        <pc:chgData name="Šedivec Tomáš" userId="5859117d-4fed-45af-939e-a078bb4ea44f" providerId="ADAL" clId="{FB0382FD-F091-482B-A70B-FC7A85A69B8C}" dt="2024-04-03T10:00:08.790" v="4" actId="20577"/>
        <pc:sldMkLst>
          <pc:docMk/>
          <pc:sldMk cId="2059693041" sldId="257"/>
        </pc:sldMkLst>
        <pc:spChg chg="mod">
          <ac:chgData name="Šedivec Tomáš" userId="5859117d-4fed-45af-939e-a078bb4ea44f" providerId="ADAL" clId="{FB0382FD-F091-482B-A70B-FC7A85A69B8C}" dt="2024-04-03T10:00:08.790" v="4" actId="20577"/>
          <ac:spMkLst>
            <pc:docMk/>
            <pc:sldMk cId="2059693041" sldId="257"/>
            <ac:spMk id="5" creationId="{00000000-0000-0000-0000-000000000000}"/>
          </ac:spMkLst>
        </pc:spChg>
      </pc:sldChg>
      <pc:sldChg chg="modSp mod">
        <pc:chgData name="Šedivec Tomáš" userId="5859117d-4fed-45af-939e-a078bb4ea44f" providerId="ADAL" clId="{FB0382FD-F091-482B-A70B-FC7A85A69B8C}" dt="2024-04-08T07:04:59.233" v="2073" actId="6549"/>
        <pc:sldMkLst>
          <pc:docMk/>
          <pc:sldMk cId="3010951941" sldId="259"/>
        </pc:sldMkLst>
        <pc:spChg chg="mod">
          <ac:chgData name="Šedivec Tomáš" userId="5859117d-4fed-45af-939e-a078bb4ea44f" providerId="ADAL" clId="{FB0382FD-F091-482B-A70B-FC7A85A69B8C}" dt="2024-04-08T07:04:59.233" v="2073" actId="6549"/>
          <ac:spMkLst>
            <pc:docMk/>
            <pc:sldMk cId="3010951941" sldId="259"/>
            <ac:spMk id="8" creationId="{DB173E78-E423-C647-B2A9-0E772E0C7ADB}"/>
          </ac:spMkLst>
        </pc:spChg>
      </pc:sldChg>
      <pc:sldChg chg="modSp mod">
        <pc:chgData name="Šedivec Tomáš" userId="5859117d-4fed-45af-939e-a078bb4ea44f" providerId="ADAL" clId="{FB0382FD-F091-482B-A70B-FC7A85A69B8C}" dt="2024-04-03T10:07:04.885" v="291" actId="313"/>
        <pc:sldMkLst>
          <pc:docMk/>
          <pc:sldMk cId="882677355" sldId="269"/>
        </pc:sldMkLst>
        <pc:spChg chg="mod">
          <ac:chgData name="Šedivec Tomáš" userId="5859117d-4fed-45af-939e-a078bb4ea44f" providerId="ADAL" clId="{FB0382FD-F091-482B-A70B-FC7A85A69B8C}" dt="2024-04-03T10:07:04.885" v="291" actId="313"/>
          <ac:spMkLst>
            <pc:docMk/>
            <pc:sldMk cId="882677355" sldId="269"/>
            <ac:spMk id="2" creationId="{00000000-0000-0000-0000-000000000000}"/>
          </ac:spMkLst>
        </pc:spChg>
      </pc:sldChg>
      <pc:sldChg chg="modSp mod">
        <pc:chgData name="Šedivec Tomáš" userId="5859117d-4fed-45af-939e-a078bb4ea44f" providerId="ADAL" clId="{FB0382FD-F091-482B-A70B-FC7A85A69B8C}" dt="2024-04-03T10:06:22.397" v="231" actId="20577"/>
        <pc:sldMkLst>
          <pc:docMk/>
          <pc:sldMk cId="3282216109" sldId="275"/>
        </pc:sldMkLst>
        <pc:spChg chg="mod">
          <ac:chgData name="Šedivec Tomáš" userId="5859117d-4fed-45af-939e-a078bb4ea44f" providerId="ADAL" clId="{FB0382FD-F091-482B-A70B-FC7A85A69B8C}" dt="2024-04-03T10:06:22.397" v="231" actId="20577"/>
          <ac:spMkLst>
            <pc:docMk/>
            <pc:sldMk cId="3282216109" sldId="275"/>
            <ac:spMk id="3" creationId="{00000000-0000-0000-0000-000000000000}"/>
          </ac:spMkLst>
        </pc:spChg>
      </pc:sldChg>
      <pc:sldChg chg="modSp mod">
        <pc:chgData name="Šedivec Tomáš" userId="5859117d-4fed-45af-939e-a078bb4ea44f" providerId="ADAL" clId="{FB0382FD-F091-482B-A70B-FC7A85A69B8C}" dt="2024-04-03T10:06:40.529" v="263" actId="20577"/>
        <pc:sldMkLst>
          <pc:docMk/>
          <pc:sldMk cId="3184153825" sldId="311"/>
        </pc:sldMkLst>
        <pc:spChg chg="mod">
          <ac:chgData name="Šedivec Tomáš" userId="5859117d-4fed-45af-939e-a078bb4ea44f" providerId="ADAL" clId="{FB0382FD-F091-482B-A70B-FC7A85A69B8C}" dt="2024-04-03T10:06:40.529" v="263" actId="20577"/>
          <ac:spMkLst>
            <pc:docMk/>
            <pc:sldMk cId="3184153825" sldId="311"/>
            <ac:spMk id="2" creationId="{00000000-0000-0000-0000-000000000000}"/>
          </ac:spMkLst>
        </pc:spChg>
      </pc:sldChg>
      <pc:sldChg chg="modSp mod">
        <pc:chgData name="Šedivec Tomáš" userId="5859117d-4fed-45af-939e-a078bb4ea44f" providerId="ADAL" clId="{FB0382FD-F091-482B-A70B-FC7A85A69B8C}" dt="2024-04-03T10:07:47.509" v="318" actId="20577"/>
        <pc:sldMkLst>
          <pc:docMk/>
          <pc:sldMk cId="941959877" sldId="416"/>
        </pc:sldMkLst>
        <pc:spChg chg="mod">
          <ac:chgData name="Šedivec Tomáš" userId="5859117d-4fed-45af-939e-a078bb4ea44f" providerId="ADAL" clId="{FB0382FD-F091-482B-A70B-FC7A85A69B8C}" dt="2024-04-03T10:07:47.509" v="318" actId="20577"/>
          <ac:spMkLst>
            <pc:docMk/>
            <pc:sldMk cId="941959877" sldId="416"/>
            <ac:spMk id="2" creationId="{00000000-0000-0000-0000-000000000000}"/>
          </ac:spMkLst>
        </pc:spChg>
      </pc:sldChg>
      <pc:sldChg chg="del">
        <pc:chgData name="Šedivec Tomáš" userId="5859117d-4fed-45af-939e-a078bb4ea44f" providerId="ADAL" clId="{FB0382FD-F091-482B-A70B-FC7A85A69B8C}" dt="2024-04-03T10:07:12.993" v="292" actId="47"/>
        <pc:sldMkLst>
          <pc:docMk/>
          <pc:sldMk cId="3534655217" sldId="417"/>
        </pc:sldMkLst>
      </pc:sldChg>
      <pc:sldChg chg="del">
        <pc:chgData name="Šedivec Tomáš" userId="5859117d-4fed-45af-939e-a078bb4ea44f" providerId="ADAL" clId="{FB0382FD-F091-482B-A70B-FC7A85A69B8C}" dt="2024-04-03T10:07:22.174" v="297" actId="47"/>
        <pc:sldMkLst>
          <pc:docMk/>
          <pc:sldMk cId="1339047494" sldId="418"/>
        </pc:sldMkLst>
      </pc:sldChg>
      <pc:sldChg chg="del">
        <pc:chgData name="Šedivec Tomáš" userId="5859117d-4fed-45af-939e-a078bb4ea44f" providerId="ADAL" clId="{FB0382FD-F091-482B-A70B-FC7A85A69B8C}" dt="2024-04-03T10:07:23.077" v="298" actId="47"/>
        <pc:sldMkLst>
          <pc:docMk/>
          <pc:sldMk cId="3952006354" sldId="419"/>
        </pc:sldMkLst>
      </pc:sldChg>
      <pc:sldChg chg="del">
        <pc:chgData name="Šedivec Tomáš" userId="5859117d-4fed-45af-939e-a078bb4ea44f" providerId="ADAL" clId="{FB0382FD-F091-482B-A70B-FC7A85A69B8C}" dt="2024-04-03T10:07:24.212" v="299" actId="47"/>
        <pc:sldMkLst>
          <pc:docMk/>
          <pc:sldMk cId="2751359253" sldId="420"/>
        </pc:sldMkLst>
      </pc:sldChg>
      <pc:sldChg chg="del">
        <pc:chgData name="Šedivec Tomáš" userId="5859117d-4fed-45af-939e-a078bb4ea44f" providerId="ADAL" clId="{FB0382FD-F091-482B-A70B-FC7A85A69B8C}" dt="2024-04-03T10:07:27.026" v="300" actId="47"/>
        <pc:sldMkLst>
          <pc:docMk/>
          <pc:sldMk cId="1925036844" sldId="421"/>
        </pc:sldMkLst>
      </pc:sldChg>
      <pc:sldChg chg="del">
        <pc:chgData name="Šedivec Tomáš" userId="5859117d-4fed-45af-939e-a078bb4ea44f" providerId="ADAL" clId="{FB0382FD-F091-482B-A70B-FC7A85A69B8C}" dt="2024-04-03T10:07:28.007" v="301" actId="47"/>
        <pc:sldMkLst>
          <pc:docMk/>
          <pc:sldMk cId="1301155796" sldId="422"/>
        </pc:sldMkLst>
      </pc:sldChg>
      <pc:sldChg chg="del">
        <pc:chgData name="Šedivec Tomáš" userId="5859117d-4fed-45af-939e-a078bb4ea44f" providerId="ADAL" clId="{FB0382FD-F091-482B-A70B-FC7A85A69B8C}" dt="2024-04-03T10:07:28.847" v="302" actId="47"/>
        <pc:sldMkLst>
          <pc:docMk/>
          <pc:sldMk cId="1422151655" sldId="423"/>
        </pc:sldMkLst>
      </pc:sldChg>
      <pc:sldChg chg="del">
        <pc:chgData name="Šedivec Tomáš" userId="5859117d-4fed-45af-939e-a078bb4ea44f" providerId="ADAL" clId="{FB0382FD-F091-482B-A70B-FC7A85A69B8C}" dt="2024-04-03T10:07:31.085" v="304" actId="47"/>
        <pc:sldMkLst>
          <pc:docMk/>
          <pc:sldMk cId="1705392752" sldId="424"/>
        </pc:sldMkLst>
      </pc:sldChg>
      <pc:sldChg chg="del">
        <pc:chgData name="Šedivec Tomáš" userId="5859117d-4fed-45af-939e-a078bb4ea44f" providerId="ADAL" clId="{FB0382FD-F091-482B-A70B-FC7A85A69B8C}" dt="2024-04-03T10:07:31.941" v="305" actId="47"/>
        <pc:sldMkLst>
          <pc:docMk/>
          <pc:sldMk cId="1887077908" sldId="425"/>
        </pc:sldMkLst>
      </pc:sldChg>
      <pc:sldChg chg="del">
        <pc:chgData name="Šedivec Tomáš" userId="5859117d-4fed-45af-939e-a078bb4ea44f" providerId="ADAL" clId="{FB0382FD-F091-482B-A70B-FC7A85A69B8C}" dt="2024-04-03T10:07:32.771" v="306" actId="47"/>
        <pc:sldMkLst>
          <pc:docMk/>
          <pc:sldMk cId="949567647" sldId="426"/>
        </pc:sldMkLst>
      </pc:sldChg>
      <pc:sldChg chg="del">
        <pc:chgData name="Šedivec Tomáš" userId="5859117d-4fed-45af-939e-a078bb4ea44f" providerId="ADAL" clId="{FB0382FD-F091-482B-A70B-FC7A85A69B8C}" dt="2024-04-03T10:07:14.413" v="293" actId="47"/>
        <pc:sldMkLst>
          <pc:docMk/>
          <pc:sldMk cId="4183702503" sldId="427"/>
        </pc:sldMkLst>
      </pc:sldChg>
      <pc:sldChg chg="del">
        <pc:chgData name="Šedivec Tomáš" userId="5859117d-4fed-45af-939e-a078bb4ea44f" providerId="ADAL" clId="{FB0382FD-F091-482B-A70B-FC7A85A69B8C}" dt="2024-04-03T10:07:15.385" v="294" actId="47"/>
        <pc:sldMkLst>
          <pc:docMk/>
          <pc:sldMk cId="1316006215" sldId="428"/>
        </pc:sldMkLst>
      </pc:sldChg>
      <pc:sldChg chg="del">
        <pc:chgData name="Šedivec Tomáš" userId="5859117d-4fed-45af-939e-a078bb4ea44f" providerId="ADAL" clId="{FB0382FD-F091-482B-A70B-FC7A85A69B8C}" dt="2024-04-03T10:07:16.620" v="295" actId="47"/>
        <pc:sldMkLst>
          <pc:docMk/>
          <pc:sldMk cId="2206550205" sldId="429"/>
        </pc:sldMkLst>
      </pc:sldChg>
      <pc:sldChg chg="del">
        <pc:chgData name="Šedivec Tomáš" userId="5859117d-4fed-45af-939e-a078bb4ea44f" providerId="ADAL" clId="{FB0382FD-F091-482B-A70B-FC7A85A69B8C}" dt="2024-04-03T10:06:48.521" v="265" actId="47"/>
        <pc:sldMkLst>
          <pc:docMk/>
          <pc:sldMk cId="2730123231" sldId="430"/>
        </pc:sldMkLst>
      </pc:sldChg>
      <pc:sldChg chg="del">
        <pc:chgData name="Šedivec Tomáš" userId="5859117d-4fed-45af-939e-a078bb4ea44f" providerId="ADAL" clId="{FB0382FD-F091-482B-A70B-FC7A85A69B8C}" dt="2024-04-03T10:06:47.032" v="264" actId="47"/>
        <pc:sldMkLst>
          <pc:docMk/>
          <pc:sldMk cId="3725067883" sldId="431"/>
        </pc:sldMkLst>
      </pc:sldChg>
      <pc:sldChg chg="modSp add mod">
        <pc:chgData name="Šedivec Tomáš" userId="5859117d-4fed-45af-939e-a078bb4ea44f" providerId="ADAL" clId="{FB0382FD-F091-482B-A70B-FC7A85A69B8C}" dt="2024-04-05T06:11:49.487" v="2069" actId="108"/>
        <pc:sldMkLst>
          <pc:docMk/>
          <pc:sldMk cId="511920211" sldId="432"/>
        </pc:sldMkLst>
        <pc:spChg chg="mod">
          <ac:chgData name="Šedivec Tomáš" userId="5859117d-4fed-45af-939e-a078bb4ea44f" providerId="ADAL" clId="{FB0382FD-F091-482B-A70B-FC7A85A69B8C}" dt="2024-04-05T06:11:49.487" v="2069" actId="108"/>
          <ac:spMkLst>
            <pc:docMk/>
            <pc:sldMk cId="511920211" sldId="432"/>
            <ac:spMk id="3" creationId="{944E4C4C-698F-26F3-9C2E-A8E2A8A21A44}"/>
          </ac:spMkLst>
        </pc:spChg>
      </pc:sldChg>
      <pc:sldChg chg="del">
        <pc:chgData name="Šedivec Tomáš" userId="5859117d-4fed-45af-939e-a078bb4ea44f" providerId="ADAL" clId="{FB0382FD-F091-482B-A70B-FC7A85A69B8C}" dt="2024-04-03T10:08:06.566" v="319" actId="2696"/>
        <pc:sldMkLst>
          <pc:docMk/>
          <pc:sldMk cId="3348917452" sldId="432"/>
        </pc:sldMkLst>
      </pc:sldChg>
      <pc:sldChg chg="del">
        <pc:chgData name="Šedivec Tomáš" userId="5859117d-4fed-45af-939e-a078bb4ea44f" providerId="ADAL" clId="{FB0382FD-F091-482B-A70B-FC7A85A69B8C}" dt="2024-04-03T10:08:06.566" v="319" actId="2696"/>
        <pc:sldMkLst>
          <pc:docMk/>
          <pc:sldMk cId="1959099545" sldId="433"/>
        </pc:sldMkLst>
      </pc:sldChg>
      <pc:sldChg chg="modSp add mod">
        <pc:chgData name="Šedivec Tomáš" userId="5859117d-4fed-45af-939e-a078bb4ea44f" providerId="ADAL" clId="{FB0382FD-F091-482B-A70B-FC7A85A69B8C}" dt="2024-04-04T07:41:52.117" v="997" actId="108"/>
        <pc:sldMkLst>
          <pc:docMk/>
          <pc:sldMk cId="2178679160" sldId="433"/>
        </pc:sldMkLst>
        <pc:spChg chg="mod">
          <ac:chgData name="Šedivec Tomáš" userId="5859117d-4fed-45af-939e-a078bb4ea44f" providerId="ADAL" clId="{FB0382FD-F091-482B-A70B-FC7A85A69B8C}" dt="2024-04-04T07:41:52.117" v="997" actId="108"/>
          <ac:spMkLst>
            <pc:docMk/>
            <pc:sldMk cId="2178679160" sldId="433"/>
            <ac:spMk id="3" creationId="{A6FDE25B-477E-E051-4903-8DA023CDA5E0}"/>
          </ac:spMkLst>
        </pc:spChg>
      </pc:sldChg>
      <pc:sldChg chg="modSp add mod">
        <pc:chgData name="Šedivec Tomáš" userId="5859117d-4fed-45af-939e-a078bb4ea44f" providerId="ADAL" clId="{FB0382FD-F091-482B-A70B-FC7A85A69B8C}" dt="2024-04-04T07:28:50.776" v="759" actId="108"/>
        <pc:sldMkLst>
          <pc:docMk/>
          <pc:sldMk cId="1133371575" sldId="434"/>
        </pc:sldMkLst>
        <pc:spChg chg="mod">
          <ac:chgData name="Šedivec Tomáš" userId="5859117d-4fed-45af-939e-a078bb4ea44f" providerId="ADAL" clId="{FB0382FD-F091-482B-A70B-FC7A85A69B8C}" dt="2024-04-04T07:28:50.776" v="759" actId="108"/>
          <ac:spMkLst>
            <pc:docMk/>
            <pc:sldMk cId="1133371575" sldId="434"/>
            <ac:spMk id="3" creationId="{7E81256E-7983-8800-B4B1-F867480AFD60}"/>
          </ac:spMkLst>
        </pc:spChg>
      </pc:sldChg>
      <pc:sldChg chg="del">
        <pc:chgData name="Šedivec Tomáš" userId="5859117d-4fed-45af-939e-a078bb4ea44f" providerId="ADAL" clId="{FB0382FD-F091-482B-A70B-FC7A85A69B8C}" dt="2024-04-03T10:08:06.566" v="319" actId="2696"/>
        <pc:sldMkLst>
          <pc:docMk/>
          <pc:sldMk cId="2099967524" sldId="434"/>
        </pc:sldMkLst>
      </pc:sldChg>
      <pc:sldChg chg="del">
        <pc:chgData name="Šedivec Tomáš" userId="5859117d-4fed-45af-939e-a078bb4ea44f" providerId="ADAL" clId="{FB0382FD-F091-482B-A70B-FC7A85A69B8C}" dt="2024-04-03T10:08:06.566" v="319" actId="2696"/>
        <pc:sldMkLst>
          <pc:docMk/>
          <pc:sldMk cId="302854131" sldId="435"/>
        </pc:sldMkLst>
      </pc:sldChg>
      <pc:sldChg chg="add ord">
        <pc:chgData name="Šedivec Tomáš" userId="5859117d-4fed-45af-939e-a078bb4ea44f" providerId="ADAL" clId="{FB0382FD-F091-482B-A70B-FC7A85A69B8C}" dt="2024-04-04T07:43:00.478" v="999"/>
        <pc:sldMkLst>
          <pc:docMk/>
          <pc:sldMk cId="1417264752" sldId="435"/>
        </pc:sldMkLst>
      </pc:sldChg>
      <pc:sldChg chg="del">
        <pc:chgData name="Šedivec Tomáš" userId="5859117d-4fed-45af-939e-a078bb4ea44f" providerId="ADAL" clId="{FB0382FD-F091-482B-A70B-FC7A85A69B8C}" dt="2024-04-03T10:06:50.087" v="266" actId="47"/>
        <pc:sldMkLst>
          <pc:docMk/>
          <pc:sldMk cId="121842013" sldId="436"/>
        </pc:sldMkLst>
      </pc:sldChg>
      <pc:sldChg chg="modSp add mod ord">
        <pc:chgData name="Šedivec Tomáš" userId="5859117d-4fed-45af-939e-a078bb4ea44f" providerId="ADAL" clId="{FB0382FD-F091-482B-A70B-FC7A85A69B8C}" dt="2024-04-03T10:08:43.881" v="368" actId="20577"/>
        <pc:sldMkLst>
          <pc:docMk/>
          <pc:sldMk cId="301418223" sldId="436"/>
        </pc:sldMkLst>
        <pc:spChg chg="mod">
          <ac:chgData name="Šedivec Tomáš" userId="5859117d-4fed-45af-939e-a078bb4ea44f" providerId="ADAL" clId="{FB0382FD-F091-482B-A70B-FC7A85A69B8C}" dt="2024-04-03T10:08:43.881" v="368" actId="20577"/>
          <ac:spMkLst>
            <pc:docMk/>
            <pc:sldMk cId="301418223" sldId="436"/>
            <ac:spMk id="2" creationId="{5D04E58C-EE5C-E80E-0E94-C120E9656855}"/>
          </ac:spMkLst>
        </pc:spChg>
      </pc:sldChg>
      <pc:sldChg chg="ord">
        <pc:chgData name="Šedivec Tomáš" userId="5859117d-4fed-45af-939e-a078bb4ea44f" providerId="ADAL" clId="{FB0382FD-F091-482B-A70B-FC7A85A69B8C}" dt="2024-04-08T07:05:20.254" v="2075"/>
        <pc:sldMkLst>
          <pc:docMk/>
          <pc:sldMk cId="1134117863" sldId="436"/>
        </pc:sldMkLst>
      </pc:sldChg>
      <pc:sldChg chg="add">
        <pc:chgData name="Šedivec Tomáš" userId="5859117d-4fed-45af-939e-a078bb4ea44f" providerId="ADAL" clId="{FB0382FD-F091-482B-A70B-FC7A85A69B8C}" dt="2024-04-03T10:08:32.108" v="338" actId="2890"/>
        <pc:sldMkLst>
          <pc:docMk/>
          <pc:sldMk cId="1531115944" sldId="437"/>
        </pc:sldMkLst>
      </pc:sldChg>
      <pc:sldChg chg="del">
        <pc:chgData name="Šedivec Tomáš" userId="5859117d-4fed-45af-939e-a078bb4ea44f" providerId="ADAL" clId="{FB0382FD-F091-482B-A70B-FC7A85A69B8C}" dt="2024-04-03T10:07:29.797" v="303" actId="47"/>
        <pc:sldMkLst>
          <pc:docMk/>
          <pc:sldMk cId="4082892951" sldId="437"/>
        </pc:sldMkLst>
      </pc:sldChg>
      <pc:sldChg chg="add">
        <pc:chgData name="Šedivec Tomáš" userId="5859117d-4fed-45af-939e-a078bb4ea44f" providerId="ADAL" clId="{FB0382FD-F091-482B-A70B-FC7A85A69B8C}" dt="2024-04-03T10:10:37.821" v="466" actId="2890"/>
        <pc:sldMkLst>
          <pc:docMk/>
          <pc:sldMk cId="297088671" sldId="438"/>
        </pc:sldMkLst>
      </pc:sldChg>
      <pc:sldChg chg="del">
        <pc:chgData name="Šedivec Tomáš" userId="5859117d-4fed-45af-939e-a078bb4ea44f" providerId="ADAL" clId="{FB0382FD-F091-482B-A70B-FC7A85A69B8C}" dt="2024-04-03T10:07:18.363" v="296" actId="47"/>
        <pc:sldMkLst>
          <pc:docMk/>
          <pc:sldMk cId="2992451707" sldId="438"/>
        </pc:sldMkLst>
      </pc:sldChg>
      <pc:sldChg chg="modSp add mod">
        <pc:chgData name="Šedivec Tomáš" userId="5859117d-4fed-45af-939e-a078bb4ea44f" providerId="ADAL" clId="{FB0382FD-F091-482B-A70B-FC7A85A69B8C}" dt="2024-04-04T09:51:18.684" v="2066" actId="1076"/>
        <pc:sldMkLst>
          <pc:docMk/>
          <pc:sldMk cId="1471581575" sldId="439"/>
        </pc:sldMkLst>
        <pc:spChg chg="mod">
          <ac:chgData name="Šedivec Tomáš" userId="5859117d-4fed-45af-939e-a078bb4ea44f" providerId="ADAL" clId="{FB0382FD-F091-482B-A70B-FC7A85A69B8C}" dt="2024-04-04T09:51:18.684" v="2066" actId="1076"/>
          <ac:spMkLst>
            <pc:docMk/>
            <pc:sldMk cId="1471581575" sldId="439"/>
            <ac:spMk id="3" creationId="{5164376E-24AC-47C6-9499-22880FF36E40}"/>
          </ac:spMkLst>
        </pc:spChg>
      </pc:sldChg>
      <pc:sldChg chg="addSp delSp modSp new del mod">
        <pc:chgData name="Šedivec Tomáš" userId="5859117d-4fed-45af-939e-a078bb4ea44f" providerId="ADAL" clId="{FB0382FD-F091-482B-A70B-FC7A85A69B8C}" dt="2024-04-04T08:29:11.884" v="1290" actId="47"/>
        <pc:sldMkLst>
          <pc:docMk/>
          <pc:sldMk cId="1918471174" sldId="440"/>
        </pc:sldMkLst>
        <pc:spChg chg="add mod">
          <ac:chgData name="Šedivec Tomáš" userId="5859117d-4fed-45af-939e-a078bb4ea44f" providerId="ADAL" clId="{FB0382FD-F091-482B-A70B-FC7A85A69B8C}" dt="2024-04-04T08:10:54.883" v="1078" actId="14100"/>
          <ac:spMkLst>
            <pc:docMk/>
            <pc:sldMk cId="1918471174" sldId="440"/>
            <ac:spMk id="5" creationId="{1D8906A1-5D41-5470-120E-D4AE77550739}"/>
          </ac:spMkLst>
        </pc:spChg>
        <pc:spChg chg="add del mod">
          <ac:chgData name="Šedivec Tomáš" userId="5859117d-4fed-45af-939e-a078bb4ea44f" providerId="ADAL" clId="{FB0382FD-F091-482B-A70B-FC7A85A69B8C}" dt="2024-04-04T08:10:49.329" v="1077" actId="478"/>
          <ac:spMkLst>
            <pc:docMk/>
            <pc:sldMk cId="1918471174" sldId="440"/>
            <ac:spMk id="6" creationId="{FBC1A064-A12C-6E1F-6567-26092BD4276A}"/>
          </ac:spMkLst>
        </pc:spChg>
        <pc:spChg chg="add mod">
          <ac:chgData name="Šedivec Tomáš" userId="5859117d-4fed-45af-939e-a078bb4ea44f" providerId="ADAL" clId="{FB0382FD-F091-482B-A70B-FC7A85A69B8C}" dt="2024-04-04T08:10:07.523" v="1047" actId="1076"/>
          <ac:spMkLst>
            <pc:docMk/>
            <pc:sldMk cId="1918471174" sldId="440"/>
            <ac:spMk id="7" creationId="{7A0D8DC0-5E3A-BC7A-71ED-16F450093CE0}"/>
          </ac:spMkLst>
        </pc:spChg>
        <pc:spChg chg="add mod">
          <ac:chgData name="Šedivec Tomáš" userId="5859117d-4fed-45af-939e-a078bb4ea44f" providerId="ADAL" clId="{FB0382FD-F091-482B-A70B-FC7A85A69B8C}" dt="2024-04-04T08:10:02.701" v="1046" actId="1076"/>
          <ac:spMkLst>
            <pc:docMk/>
            <pc:sldMk cId="1918471174" sldId="440"/>
            <ac:spMk id="8" creationId="{F4E336AD-C8E3-84E3-E929-3F957EF8320F}"/>
          </ac:spMkLst>
        </pc:spChg>
        <pc:graphicFrameChg chg="add mod modGraphic">
          <ac:chgData name="Šedivec Tomáš" userId="5859117d-4fed-45af-939e-a078bb4ea44f" providerId="ADAL" clId="{FB0382FD-F091-482B-A70B-FC7A85A69B8C}" dt="2024-04-04T08:11:42.882" v="1082" actId="2085"/>
          <ac:graphicFrameMkLst>
            <pc:docMk/>
            <pc:sldMk cId="1918471174" sldId="440"/>
            <ac:graphicFrameMk id="4" creationId="{3AFF1875-042D-54E2-845C-784DD6BCEBE7}"/>
          </ac:graphicFrameMkLst>
        </pc:graphicFrameChg>
      </pc:sldChg>
      <pc:sldChg chg="addSp delSp modSp new mod ord">
        <pc:chgData name="Šedivec Tomáš" userId="5859117d-4fed-45af-939e-a078bb4ea44f" providerId="ADAL" clId="{FB0382FD-F091-482B-A70B-FC7A85A69B8C}" dt="2024-04-04T08:21:36.419" v="1289" actId="12100"/>
        <pc:sldMkLst>
          <pc:docMk/>
          <pc:sldMk cId="3061831369" sldId="441"/>
        </pc:sldMkLst>
        <pc:spChg chg="del">
          <ac:chgData name="Šedivec Tomáš" userId="5859117d-4fed-45af-939e-a078bb4ea44f" providerId="ADAL" clId="{FB0382FD-F091-482B-A70B-FC7A85A69B8C}" dt="2024-04-04T08:12:43.094" v="1086" actId="1032"/>
          <ac:spMkLst>
            <pc:docMk/>
            <pc:sldMk cId="3061831369" sldId="441"/>
            <ac:spMk id="3" creationId="{6E0DAEC7-9BCD-A2DF-7330-4CCB8F0B2D0F}"/>
          </ac:spMkLst>
        </pc:spChg>
        <pc:graphicFrameChg chg="add mod modGraphic">
          <ac:chgData name="Šedivec Tomáš" userId="5859117d-4fed-45af-939e-a078bb4ea44f" providerId="ADAL" clId="{FB0382FD-F091-482B-A70B-FC7A85A69B8C}" dt="2024-04-04T08:21:36.419" v="1289" actId="12100"/>
          <ac:graphicFrameMkLst>
            <pc:docMk/>
            <pc:sldMk cId="3061831369" sldId="441"/>
            <ac:graphicFrameMk id="4" creationId="{A64A3FBA-44BE-EF91-F672-F6A76B4ACB38}"/>
          </ac:graphicFrameMkLst>
        </pc:graphicFrameChg>
      </pc:sldChg>
      <pc:sldChg chg="modSp add mod">
        <pc:chgData name="Šedivec Tomáš" userId="5859117d-4fed-45af-939e-a078bb4ea44f" providerId="ADAL" clId="{FB0382FD-F091-482B-A70B-FC7A85A69B8C}" dt="2024-04-04T09:53:07.790" v="2068" actId="255"/>
        <pc:sldMkLst>
          <pc:docMk/>
          <pc:sldMk cId="263443640" sldId="442"/>
        </pc:sldMkLst>
        <pc:spChg chg="mod">
          <ac:chgData name="Šedivec Tomáš" userId="5859117d-4fed-45af-939e-a078bb4ea44f" providerId="ADAL" clId="{FB0382FD-F091-482B-A70B-FC7A85A69B8C}" dt="2024-04-04T09:53:07.790" v="2068" actId="255"/>
          <ac:spMkLst>
            <pc:docMk/>
            <pc:sldMk cId="263443640" sldId="442"/>
            <ac:spMk id="3" creationId="{F194FAFE-3843-27F2-975E-3005DBF4E591}"/>
          </ac:spMkLst>
        </pc:spChg>
      </pc:sldChg>
    </pc:docChg>
  </pc:docChgLst>
  <pc:docChgLst>
    <pc:chgData name="Tomáš Šedivec" userId="5859117d-4fed-45af-939e-a078bb4ea44f" providerId="ADAL" clId="{4385E483-F086-4009-901D-23ACA8C49024}"/>
    <pc:docChg chg="undo custSel addSld delSld modSld sldOrd">
      <pc:chgData name="Tomáš Šedivec" userId="5859117d-4fed-45af-939e-a078bb4ea44f" providerId="ADAL" clId="{4385E483-F086-4009-901D-23ACA8C49024}" dt="2023-12-11T11:57:56.910" v="853" actId="20577"/>
      <pc:docMkLst>
        <pc:docMk/>
      </pc:docMkLst>
      <pc:sldChg chg="modSp mod">
        <pc:chgData name="Tomáš Šedivec" userId="5859117d-4fed-45af-939e-a078bb4ea44f" providerId="ADAL" clId="{4385E483-F086-4009-901D-23ACA8C49024}" dt="2023-12-08T13:54:31.395" v="3" actId="20577"/>
        <pc:sldMkLst>
          <pc:docMk/>
          <pc:sldMk cId="2059693041" sldId="257"/>
        </pc:sldMkLst>
        <pc:spChg chg="mod">
          <ac:chgData name="Tomáš Šedivec" userId="5859117d-4fed-45af-939e-a078bb4ea44f" providerId="ADAL" clId="{4385E483-F086-4009-901D-23ACA8C49024}" dt="2023-12-08T13:54:31.395" v="3" actId="20577"/>
          <ac:spMkLst>
            <pc:docMk/>
            <pc:sldMk cId="2059693041" sldId="257"/>
            <ac:spMk id="5" creationId="{00000000-0000-0000-0000-000000000000}"/>
          </ac:spMkLst>
        </pc:spChg>
      </pc:sldChg>
      <pc:sldChg chg="modSp add del mod">
        <pc:chgData name="Tomáš Šedivec" userId="5859117d-4fed-45af-939e-a078bb4ea44f" providerId="ADAL" clId="{4385E483-F086-4009-901D-23ACA8C49024}" dt="2023-12-11T11:57:56.910" v="853" actId="20577"/>
        <pc:sldMkLst>
          <pc:docMk/>
          <pc:sldMk cId="350770923" sldId="258"/>
        </pc:sldMkLst>
        <pc:spChg chg="mod">
          <ac:chgData name="Tomáš Šedivec" userId="5859117d-4fed-45af-939e-a078bb4ea44f" providerId="ADAL" clId="{4385E483-F086-4009-901D-23ACA8C49024}" dt="2023-12-11T11:57:56.910" v="853" actId="20577"/>
          <ac:spMkLst>
            <pc:docMk/>
            <pc:sldMk cId="350770923" sldId="258"/>
            <ac:spMk id="3" creationId="{00000000-0000-0000-0000-000000000000}"/>
          </ac:spMkLst>
        </pc:spChg>
      </pc:sldChg>
      <pc:sldChg chg="modSp mod">
        <pc:chgData name="Tomáš Šedivec" userId="5859117d-4fed-45af-939e-a078bb4ea44f" providerId="ADAL" clId="{4385E483-F086-4009-901D-23ACA8C49024}" dt="2023-12-11T11:22:42.659" v="756" actId="113"/>
        <pc:sldMkLst>
          <pc:docMk/>
          <pc:sldMk cId="3010951941" sldId="259"/>
        </pc:sldMkLst>
        <pc:spChg chg="mod">
          <ac:chgData name="Tomáš Šedivec" userId="5859117d-4fed-45af-939e-a078bb4ea44f" providerId="ADAL" clId="{4385E483-F086-4009-901D-23ACA8C49024}" dt="2023-12-11T11:22:42.659" v="756" actId="113"/>
          <ac:spMkLst>
            <pc:docMk/>
            <pc:sldMk cId="3010951941" sldId="259"/>
            <ac:spMk id="8" creationId="{DB173E78-E423-C647-B2A9-0E772E0C7ADB}"/>
          </ac:spMkLst>
        </pc:spChg>
      </pc:sldChg>
      <pc:sldChg chg="modSp add del mod">
        <pc:chgData name="Tomáš Šedivec" userId="5859117d-4fed-45af-939e-a078bb4ea44f" providerId="ADAL" clId="{4385E483-F086-4009-901D-23ACA8C49024}" dt="2023-12-08T14:04:25.753" v="326" actId="27636"/>
        <pc:sldMkLst>
          <pc:docMk/>
          <pc:sldMk cId="2547574191" sldId="262"/>
        </pc:sldMkLst>
        <pc:spChg chg="mod">
          <ac:chgData name="Tomáš Šedivec" userId="5859117d-4fed-45af-939e-a078bb4ea44f" providerId="ADAL" clId="{4385E483-F086-4009-901D-23ACA8C49024}" dt="2023-12-08T14:04:25.753" v="326" actId="27636"/>
          <ac:spMkLst>
            <pc:docMk/>
            <pc:sldMk cId="2547574191" sldId="262"/>
            <ac:spMk id="3" creationId="{00000000-0000-0000-0000-000000000000}"/>
          </ac:spMkLst>
        </pc:spChg>
      </pc:sldChg>
      <pc:sldChg chg="add del">
        <pc:chgData name="Tomáš Šedivec" userId="5859117d-4fed-45af-939e-a078bb4ea44f" providerId="ADAL" clId="{4385E483-F086-4009-901D-23ACA8C49024}" dt="2023-12-08T14:04:25.343" v="325"/>
        <pc:sldMkLst>
          <pc:docMk/>
          <pc:sldMk cId="3855632491" sldId="263"/>
        </pc:sldMkLst>
      </pc:sldChg>
      <pc:sldChg chg="add del">
        <pc:chgData name="Tomáš Šedivec" userId="5859117d-4fed-45af-939e-a078bb4ea44f" providerId="ADAL" clId="{4385E483-F086-4009-901D-23ACA8C49024}" dt="2023-12-08T14:04:25.343" v="325"/>
        <pc:sldMkLst>
          <pc:docMk/>
          <pc:sldMk cId="414634252" sldId="266"/>
        </pc:sldMkLst>
      </pc:sldChg>
      <pc:sldChg chg="modSp mod">
        <pc:chgData name="Tomáš Šedivec" userId="5859117d-4fed-45af-939e-a078bb4ea44f" providerId="ADAL" clId="{4385E483-F086-4009-901D-23ACA8C49024}" dt="2023-12-08T14:03:50.072" v="319" actId="20577"/>
        <pc:sldMkLst>
          <pc:docMk/>
          <pc:sldMk cId="882677355" sldId="269"/>
        </pc:sldMkLst>
        <pc:spChg chg="mod">
          <ac:chgData name="Tomáš Šedivec" userId="5859117d-4fed-45af-939e-a078bb4ea44f" providerId="ADAL" clId="{4385E483-F086-4009-901D-23ACA8C49024}" dt="2023-12-08T14:03:50.072" v="319" actId="20577"/>
          <ac:spMkLst>
            <pc:docMk/>
            <pc:sldMk cId="882677355" sldId="269"/>
            <ac:spMk id="2" creationId="{00000000-0000-0000-0000-000000000000}"/>
          </ac:spMkLst>
        </pc:spChg>
      </pc:sldChg>
      <pc:sldChg chg="add del">
        <pc:chgData name="Tomáš Šedivec" userId="5859117d-4fed-45af-939e-a078bb4ea44f" providerId="ADAL" clId="{4385E483-F086-4009-901D-23ACA8C49024}" dt="2023-12-08T14:04:25.343" v="325"/>
        <pc:sldMkLst>
          <pc:docMk/>
          <pc:sldMk cId="330628434" sldId="273"/>
        </pc:sldMkLst>
      </pc:sldChg>
      <pc:sldChg chg="add del">
        <pc:chgData name="Tomáš Šedivec" userId="5859117d-4fed-45af-939e-a078bb4ea44f" providerId="ADAL" clId="{4385E483-F086-4009-901D-23ACA8C49024}" dt="2023-12-08T14:04:25.343" v="325"/>
        <pc:sldMkLst>
          <pc:docMk/>
          <pc:sldMk cId="1235183684" sldId="274"/>
        </pc:sldMkLst>
      </pc:sldChg>
      <pc:sldChg chg="del">
        <pc:chgData name="Tomáš Šedivec" userId="5859117d-4fed-45af-939e-a078bb4ea44f" providerId="ADAL" clId="{4385E483-F086-4009-901D-23ACA8C49024}" dt="2023-12-08T14:02:00.711" v="285" actId="47"/>
        <pc:sldMkLst>
          <pc:docMk/>
          <pc:sldMk cId="4043810431" sldId="274"/>
        </pc:sldMkLst>
      </pc:sldChg>
      <pc:sldChg chg="add del">
        <pc:chgData name="Tomáš Šedivec" userId="5859117d-4fed-45af-939e-a078bb4ea44f" providerId="ADAL" clId="{4385E483-F086-4009-901D-23ACA8C49024}" dt="2023-12-08T14:04:25.343" v="325"/>
        <pc:sldMkLst>
          <pc:docMk/>
          <pc:sldMk cId="1679985135" sldId="277"/>
        </pc:sldMkLst>
      </pc:sldChg>
      <pc:sldChg chg="modSp mod">
        <pc:chgData name="Tomáš Šedivec" userId="5859117d-4fed-45af-939e-a078bb4ea44f" providerId="ADAL" clId="{4385E483-F086-4009-901D-23ACA8C49024}" dt="2023-12-08T14:03:42.201" v="310" actId="20577"/>
        <pc:sldMkLst>
          <pc:docMk/>
          <pc:sldMk cId="3184153825" sldId="311"/>
        </pc:sldMkLst>
        <pc:spChg chg="mod">
          <ac:chgData name="Tomáš Šedivec" userId="5859117d-4fed-45af-939e-a078bb4ea44f" providerId="ADAL" clId="{4385E483-F086-4009-901D-23ACA8C49024}" dt="2023-12-08T14:03:42.201" v="310" actId="20577"/>
          <ac:spMkLst>
            <pc:docMk/>
            <pc:sldMk cId="3184153825" sldId="311"/>
            <ac:spMk id="2" creationId="{00000000-0000-0000-0000-000000000000}"/>
          </ac:spMkLst>
        </pc:spChg>
      </pc:sldChg>
      <pc:sldChg chg="modSp mod">
        <pc:chgData name="Tomáš Šedivec" userId="5859117d-4fed-45af-939e-a078bb4ea44f" providerId="ADAL" clId="{4385E483-F086-4009-901D-23ACA8C49024}" dt="2023-12-08T14:01:43.107" v="284" actId="20577"/>
        <pc:sldMkLst>
          <pc:docMk/>
          <pc:sldMk cId="3684061063" sldId="405"/>
        </pc:sldMkLst>
        <pc:spChg chg="mod">
          <ac:chgData name="Tomáš Šedivec" userId="5859117d-4fed-45af-939e-a078bb4ea44f" providerId="ADAL" clId="{4385E483-F086-4009-901D-23ACA8C49024}" dt="2023-12-08T14:01:43.107" v="284" actId="20577"/>
          <ac:spMkLst>
            <pc:docMk/>
            <pc:sldMk cId="3684061063" sldId="405"/>
            <ac:spMk id="3" creationId="{00000000-0000-0000-0000-000000000000}"/>
          </ac:spMkLst>
        </pc:spChg>
      </pc:sldChg>
      <pc:sldChg chg="modSp mod">
        <pc:chgData name="Tomáš Šedivec" userId="5859117d-4fed-45af-939e-a078bb4ea44f" providerId="ADAL" clId="{4385E483-F086-4009-901D-23ACA8C49024}" dt="2023-12-11T11:23:01.782" v="765" actId="20577"/>
        <pc:sldMkLst>
          <pc:docMk/>
          <pc:sldMk cId="3876817495" sldId="406"/>
        </pc:sldMkLst>
        <pc:spChg chg="mod">
          <ac:chgData name="Tomáš Šedivec" userId="5859117d-4fed-45af-939e-a078bb4ea44f" providerId="ADAL" clId="{4385E483-F086-4009-901D-23ACA8C49024}" dt="2023-12-11T11:23:01.782" v="765" actId="20577"/>
          <ac:spMkLst>
            <pc:docMk/>
            <pc:sldMk cId="3876817495" sldId="406"/>
            <ac:spMk id="2" creationId="{00000000-0000-0000-0000-000000000000}"/>
          </ac:spMkLst>
        </pc:spChg>
      </pc:sldChg>
      <pc:sldChg chg="modSp mod">
        <pc:chgData name="Tomáš Šedivec" userId="5859117d-4fed-45af-939e-a078bb4ea44f" providerId="ADAL" clId="{4385E483-F086-4009-901D-23ACA8C49024}" dt="2023-12-08T14:05:01.658" v="352" actId="20577"/>
        <pc:sldMkLst>
          <pc:docMk/>
          <pc:sldMk cId="3507926560" sldId="407"/>
        </pc:sldMkLst>
        <pc:spChg chg="mod">
          <ac:chgData name="Tomáš Šedivec" userId="5859117d-4fed-45af-939e-a078bb4ea44f" providerId="ADAL" clId="{4385E483-F086-4009-901D-23ACA8C49024}" dt="2023-12-08T14:05:01.658" v="352" actId="20577"/>
          <ac:spMkLst>
            <pc:docMk/>
            <pc:sldMk cId="3507926560" sldId="407"/>
            <ac:spMk id="2" creationId="{00000000-0000-0000-0000-000000000000}"/>
          </ac:spMkLst>
        </pc:spChg>
      </pc:sldChg>
      <pc:sldChg chg="del">
        <pc:chgData name="Tomáš Šedivec" userId="5859117d-4fed-45af-939e-a078bb4ea44f" providerId="ADAL" clId="{4385E483-F086-4009-901D-23ACA8C49024}" dt="2023-12-08T14:05:26.971" v="384" actId="47"/>
        <pc:sldMkLst>
          <pc:docMk/>
          <pc:sldMk cId="878930634" sldId="408"/>
        </pc:sldMkLst>
      </pc:sldChg>
      <pc:sldChg chg="add del">
        <pc:chgData name="Tomáš Šedivec" userId="5859117d-4fed-45af-939e-a078bb4ea44f" providerId="ADAL" clId="{4385E483-F086-4009-901D-23ACA8C49024}" dt="2023-12-08T14:04:25.343" v="325"/>
        <pc:sldMkLst>
          <pc:docMk/>
          <pc:sldMk cId="2284909276" sldId="409"/>
        </pc:sldMkLst>
      </pc:sldChg>
      <pc:sldChg chg="add del">
        <pc:chgData name="Tomáš Šedivec" userId="5859117d-4fed-45af-939e-a078bb4ea44f" providerId="ADAL" clId="{4385E483-F086-4009-901D-23ACA8C49024}" dt="2023-12-08T14:04:25.343" v="325"/>
        <pc:sldMkLst>
          <pc:docMk/>
          <pc:sldMk cId="444924511" sldId="410"/>
        </pc:sldMkLst>
      </pc:sldChg>
      <pc:sldChg chg="add del">
        <pc:chgData name="Tomáš Šedivec" userId="5859117d-4fed-45af-939e-a078bb4ea44f" providerId="ADAL" clId="{4385E483-F086-4009-901D-23ACA8C49024}" dt="2023-12-08T14:04:25.343" v="325"/>
        <pc:sldMkLst>
          <pc:docMk/>
          <pc:sldMk cId="3865609730" sldId="411"/>
        </pc:sldMkLst>
      </pc:sldChg>
      <pc:sldChg chg="add del">
        <pc:chgData name="Tomáš Šedivec" userId="5859117d-4fed-45af-939e-a078bb4ea44f" providerId="ADAL" clId="{4385E483-F086-4009-901D-23ACA8C49024}" dt="2023-12-08T14:04:25.343" v="325"/>
        <pc:sldMkLst>
          <pc:docMk/>
          <pc:sldMk cId="3628980780" sldId="412"/>
        </pc:sldMkLst>
      </pc:sldChg>
      <pc:sldChg chg="add del">
        <pc:chgData name="Tomáš Šedivec" userId="5859117d-4fed-45af-939e-a078bb4ea44f" providerId="ADAL" clId="{4385E483-F086-4009-901D-23ACA8C49024}" dt="2023-12-08T14:04:25.343" v="325"/>
        <pc:sldMkLst>
          <pc:docMk/>
          <pc:sldMk cId="840782553" sldId="413"/>
        </pc:sldMkLst>
      </pc:sldChg>
      <pc:sldChg chg="modSp add mod">
        <pc:chgData name="Tomáš Šedivec" userId="5859117d-4fed-45af-939e-a078bb4ea44f" providerId="ADAL" clId="{4385E483-F086-4009-901D-23ACA8C49024}" dt="2023-12-08T14:05:18.453" v="383" actId="20577"/>
        <pc:sldMkLst>
          <pc:docMk/>
          <pc:sldMk cId="4245197632" sldId="414"/>
        </pc:sldMkLst>
        <pc:spChg chg="mod">
          <ac:chgData name="Tomáš Šedivec" userId="5859117d-4fed-45af-939e-a078bb4ea44f" providerId="ADAL" clId="{4385E483-F086-4009-901D-23ACA8C49024}" dt="2023-12-08T14:05:18.453" v="383" actId="20577"/>
          <ac:spMkLst>
            <pc:docMk/>
            <pc:sldMk cId="4245197632" sldId="414"/>
            <ac:spMk id="2" creationId="{00000000-0000-0000-0000-000000000000}"/>
          </ac:spMkLst>
        </pc:spChg>
      </pc:sldChg>
      <pc:sldChg chg="modSp add mod ord">
        <pc:chgData name="Tomáš Šedivec" userId="5859117d-4fed-45af-939e-a078bb4ea44f" providerId="ADAL" clId="{4385E483-F086-4009-901D-23ACA8C49024}" dt="2023-12-11T11:54:04.361" v="843" actId="14"/>
        <pc:sldMkLst>
          <pc:docMk/>
          <pc:sldMk cId="1683628136" sldId="415"/>
        </pc:sldMkLst>
        <pc:spChg chg="mod">
          <ac:chgData name="Tomáš Šedivec" userId="5859117d-4fed-45af-939e-a078bb4ea44f" providerId="ADAL" clId="{4385E483-F086-4009-901D-23ACA8C49024}" dt="2023-12-08T14:06:01.234" v="432" actId="20577"/>
          <ac:spMkLst>
            <pc:docMk/>
            <pc:sldMk cId="1683628136" sldId="415"/>
            <ac:spMk id="2" creationId="{00000000-0000-0000-0000-000000000000}"/>
          </ac:spMkLst>
        </pc:spChg>
        <pc:spChg chg="mod">
          <ac:chgData name="Tomáš Šedivec" userId="5859117d-4fed-45af-939e-a078bb4ea44f" providerId="ADAL" clId="{4385E483-F086-4009-901D-23ACA8C49024}" dt="2023-12-11T11:54:04.361" v="843" actId="14"/>
          <ac:spMkLst>
            <pc:docMk/>
            <pc:sldMk cId="1683628136" sldId="415"/>
            <ac:spMk id="3" creationId="{00000000-0000-0000-0000-000000000000}"/>
          </ac:spMkLst>
        </pc:spChg>
      </pc:sldChg>
      <pc:sldChg chg="add">
        <pc:chgData name="Tomáš Šedivec" userId="5859117d-4fed-45af-939e-a078bb4ea44f" providerId="ADAL" clId="{4385E483-F086-4009-901D-23ACA8C49024}" dt="2023-12-11T11:22:57.655" v="757" actId="2890"/>
        <pc:sldMkLst>
          <pc:docMk/>
          <pc:sldMk cId="941959877" sldId="416"/>
        </pc:sldMkLst>
      </pc:sldChg>
      <pc:sldChg chg="modSp add del mod">
        <pc:chgData name="Tomáš Šedivec" userId="5859117d-4fed-45af-939e-a078bb4ea44f" providerId="ADAL" clId="{4385E483-F086-4009-901D-23ACA8C49024}" dt="2023-12-11T11:52:19.148" v="774" actId="27636"/>
        <pc:sldMkLst>
          <pc:docMk/>
          <pc:sldMk cId="1844486596" sldId="417"/>
        </pc:sldMkLst>
        <pc:spChg chg="mod">
          <ac:chgData name="Tomáš Šedivec" userId="5859117d-4fed-45af-939e-a078bb4ea44f" providerId="ADAL" clId="{4385E483-F086-4009-901D-23ACA8C49024}" dt="2023-12-11T11:52:19.148" v="774" actId="27636"/>
          <ac:spMkLst>
            <pc:docMk/>
            <pc:sldMk cId="1844486596" sldId="417"/>
            <ac:spMk id="3" creationId="{16F65A68-4697-45EB-3E82-1BBCF94283DE}"/>
          </ac:spMkLst>
        </pc:spChg>
      </pc:sldChg>
      <pc:sldChg chg="modSp add del mod">
        <pc:chgData name="Tomáš Šedivec" userId="5859117d-4fed-45af-939e-a078bb4ea44f" providerId="ADAL" clId="{4385E483-F086-4009-901D-23ACA8C49024}" dt="2023-12-11T11:52:18.985" v="773"/>
        <pc:sldMkLst>
          <pc:docMk/>
          <pc:sldMk cId="682587924" sldId="418"/>
        </pc:sldMkLst>
        <pc:spChg chg="mod">
          <ac:chgData name="Tomáš Šedivec" userId="5859117d-4fed-45af-939e-a078bb4ea44f" providerId="ADAL" clId="{4385E483-F086-4009-901D-23ACA8C49024}" dt="2023-12-11T11:52:18.885" v="772"/>
          <ac:spMkLst>
            <pc:docMk/>
            <pc:sldMk cId="682587924" sldId="418"/>
            <ac:spMk id="3" creationId="{CD7F8255-D0AA-CA21-0D27-7B47A0AC2A28}"/>
          </ac:spMkLst>
        </pc:spChg>
      </pc:sldChg>
      <pc:sldChg chg="modSp add del mod">
        <pc:chgData name="Tomáš Šedivec" userId="5859117d-4fed-45af-939e-a078bb4ea44f" providerId="ADAL" clId="{4385E483-F086-4009-901D-23ACA8C49024}" dt="2023-12-11T11:52:19.490" v="775" actId="27636"/>
        <pc:sldMkLst>
          <pc:docMk/>
          <pc:sldMk cId="988390297" sldId="419"/>
        </pc:sldMkLst>
        <pc:spChg chg="mod">
          <ac:chgData name="Tomáš Šedivec" userId="5859117d-4fed-45af-939e-a078bb4ea44f" providerId="ADAL" clId="{4385E483-F086-4009-901D-23ACA8C49024}" dt="2023-12-11T11:52:19.490" v="775" actId="27636"/>
          <ac:spMkLst>
            <pc:docMk/>
            <pc:sldMk cId="988390297" sldId="419"/>
            <ac:spMk id="2" creationId="{5D6A9F87-F4E8-E0AC-0AF4-D3CFF280F64D}"/>
          </ac:spMkLst>
        </pc:spChg>
        <pc:spChg chg="mod">
          <ac:chgData name="Tomáš Šedivec" userId="5859117d-4fed-45af-939e-a078bb4ea44f" providerId="ADAL" clId="{4385E483-F086-4009-901D-23ACA8C49024}" dt="2023-12-11T11:52:18.885" v="772"/>
          <ac:spMkLst>
            <pc:docMk/>
            <pc:sldMk cId="988390297" sldId="419"/>
            <ac:spMk id="3" creationId="{CD7F8255-D0AA-CA21-0D27-7B47A0AC2A28}"/>
          </ac:spMkLst>
        </pc:spChg>
      </pc:sldChg>
      <pc:sldChg chg="add del">
        <pc:chgData name="Tomáš Šedivec" userId="5859117d-4fed-45af-939e-a078bb4ea44f" providerId="ADAL" clId="{4385E483-F086-4009-901D-23ACA8C49024}" dt="2023-12-11T11:52:18.985" v="773"/>
        <pc:sldMkLst>
          <pc:docMk/>
          <pc:sldMk cId="3099705470" sldId="420"/>
        </pc:sldMkLst>
      </pc:sldChg>
      <pc:sldChg chg="add del">
        <pc:chgData name="Tomáš Šedivec" userId="5859117d-4fed-45af-939e-a078bb4ea44f" providerId="ADAL" clId="{4385E483-F086-4009-901D-23ACA8C49024}" dt="2023-12-11T11:52:18.985" v="773"/>
        <pc:sldMkLst>
          <pc:docMk/>
          <pc:sldMk cId="1800335215" sldId="421"/>
        </pc:sldMkLst>
      </pc:sldChg>
    </pc:docChg>
  </pc:docChgLst>
  <pc:docChgLst>
    <pc:chgData name="Šedivec Tomáš" userId="5859117d-4fed-45af-939e-a078bb4ea44f" providerId="ADAL" clId="{F2DADE0C-753C-48B2-A54B-ED715C44CE3D}"/>
    <pc:docChg chg="custSel addSld delSld modSld sldOrd">
      <pc:chgData name="Šedivec Tomáš" userId="5859117d-4fed-45af-939e-a078bb4ea44f" providerId="ADAL" clId="{F2DADE0C-753C-48B2-A54B-ED715C44CE3D}" dt="2024-04-07T13:38:14.652" v="607"/>
      <pc:docMkLst>
        <pc:docMk/>
      </pc:docMkLst>
      <pc:sldChg chg="modSp mod">
        <pc:chgData name="Šedivec Tomáš" userId="5859117d-4fed-45af-939e-a078bb4ea44f" providerId="ADAL" clId="{F2DADE0C-753C-48B2-A54B-ED715C44CE3D}" dt="2024-04-07T13:22:18.895" v="7" actId="113"/>
        <pc:sldMkLst>
          <pc:docMk/>
          <pc:sldMk cId="3010951941" sldId="259"/>
        </pc:sldMkLst>
        <pc:spChg chg="mod">
          <ac:chgData name="Šedivec Tomáš" userId="5859117d-4fed-45af-939e-a078bb4ea44f" providerId="ADAL" clId="{F2DADE0C-753C-48B2-A54B-ED715C44CE3D}" dt="2024-04-07T13:22:18.895" v="7" actId="113"/>
          <ac:spMkLst>
            <pc:docMk/>
            <pc:sldMk cId="3010951941" sldId="259"/>
            <ac:spMk id="8" creationId="{DB173E78-E423-C647-B2A9-0E772E0C7ADB}"/>
          </ac:spMkLst>
        </pc:spChg>
      </pc:sldChg>
      <pc:sldChg chg="modSp mod">
        <pc:chgData name="Šedivec Tomáš" userId="5859117d-4fed-45af-939e-a078bb4ea44f" providerId="ADAL" clId="{F2DADE0C-753C-48B2-A54B-ED715C44CE3D}" dt="2024-04-07T13:37:28.630" v="602" actId="115"/>
        <pc:sldMkLst>
          <pc:docMk/>
          <pc:sldMk cId="3684061063" sldId="405"/>
        </pc:sldMkLst>
        <pc:spChg chg="mod">
          <ac:chgData name="Šedivec Tomáš" userId="5859117d-4fed-45af-939e-a078bb4ea44f" providerId="ADAL" clId="{F2DADE0C-753C-48B2-A54B-ED715C44CE3D}" dt="2024-04-07T13:37:28.630" v="602" actId="115"/>
          <ac:spMkLst>
            <pc:docMk/>
            <pc:sldMk cId="3684061063" sldId="405"/>
            <ac:spMk id="3" creationId="{00000000-0000-0000-0000-000000000000}"/>
          </ac:spMkLst>
        </pc:spChg>
      </pc:sldChg>
      <pc:sldChg chg="del">
        <pc:chgData name="Šedivec Tomáš" userId="5859117d-4fed-45af-939e-a078bb4ea44f" providerId="ADAL" clId="{F2DADE0C-753C-48B2-A54B-ED715C44CE3D}" dt="2024-04-07T13:37:50.324" v="605" actId="47"/>
        <pc:sldMkLst>
          <pc:docMk/>
          <pc:sldMk cId="3876817495" sldId="406"/>
        </pc:sldMkLst>
      </pc:sldChg>
      <pc:sldChg chg="ord">
        <pc:chgData name="Šedivec Tomáš" userId="5859117d-4fed-45af-939e-a078bb4ea44f" providerId="ADAL" clId="{F2DADE0C-753C-48B2-A54B-ED715C44CE3D}" dt="2024-04-07T13:37:40.809" v="604"/>
        <pc:sldMkLst>
          <pc:docMk/>
          <pc:sldMk cId="941959877" sldId="416"/>
        </pc:sldMkLst>
      </pc:sldChg>
      <pc:sldChg chg="del">
        <pc:chgData name="Šedivec Tomáš" userId="5859117d-4fed-45af-939e-a078bb4ea44f" providerId="ADAL" clId="{F2DADE0C-753C-48B2-A54B-ED715C44CE3D}" dt="2024-04-07T13:38:07.780" v="606" actId="2696"/>
        <pc:sldMkLst>
          <pc:docMk/>
          <pc:sldMk cId="301418223" sldId="436"/>
        </pc:sldMkLst>
      </pc:sldChg>
      <pc:sldChg chg="add">
        <pc:chgData name="Šedivec Tomáš" userId="5859117d-4fed-45af-939e-a078bb4ea44f" providerId="ADAL" clId="{F2DADE0C-753C-48B2-A54B-ED715C44CE3D}" dt="2024-04-07T13:38:14.652" v="607"/>
        <pc:sldMkLst>
          <pc:docMk/>
          <pc:sldMk cId="1134117863" sldId="436"/>
        </pc:sldMkLst>
      </pc:sldChg>
      <pc:sldChg chg="add">
        <pc:chgData name="Šedivec Tomáš" userId="5859117d-4fed-45af-939e-a078bb4ea44f" providerId="ADAL" clId="{F2DADE0C-753C-48B2-A54B-ED715C44CE3D}" dt="2024-04-07T13:38:14.652" v="607"/>
        <pc:sldMkLst>
          <pc:docMk/>
          <pc:sldMk cId="668625716" sldId="437"/>
        </pc:sldMkLst>
      </pc:sldChg>
      <pc:sldChg chg="del">
        <pc:chgData name="Šedivec Tomáš" userId="5859117d-4fed-45af-939e-a078bb4ea44f" providerId="ADAL" clId="{F2DADE0C-753C-48B2-A54B-ED715C44CE3D}" dt="2024-04-07T13:38:07.780" v="606" actId="2696"/>
        <pc:sldMkLst>
          <pc:docMk/>
          <pc:sldMk cId="1531115944" sldId="437"/>
        </pc:sldMkLst>
      </pc:sldChg>
      <pc:sldChg chg="modSp add mod">
        <pc:chgData name="Šedivec Tomáš" userId="5859117d-4fed-45af-939e-a078bb4ea44f" providerId="ADAL" clId="{F2DADE0C-753C-48B2-A54B-ED715C44CE3D}" dt="2024-04-07T13:37:05.773" v="600" actId="27636"/>
        <pc:sldMkLst>
          <pc:docMk/>
          <pc:sldMk cId="3500607567" sldId="443"/>
        </pc:sldMkLst>
        <pc:spChg chg="mod">
          <ac:chgData name="Šedivec Tomáš" userId="5859117d-4fed-45af-939e-a078bb4ea44f" providerId="ADAL" clId="{F2DADE0C-753C-48B2-A54B-ED715C44CE3D}" dt="2024-04-07T13:37:05.773" v="600" actId="27636"/>
          <ac:spMkLst>
            <pc:docMk/>
            <pc:sldMk cId="3500607567" sldId="443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9D86C6-C6C7-4934-95A3-6C8EE2CDF82B}" type="doc">
      <dgm:prSet loTypeId="urn:microsoft.com/office/officeart/2005/8/layout/hierarchy5" loCatId="hierarchy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cs-CZ"/>
        </a:p>
      </dgm:t>
    </dgm:pt>
    <dgm:pt modelId="{B8B9F269-D372-46C3-A6B8-2C986509EC07}">
      <dgm:prSet phldrT="[Text]"/>
      <dgm:spPr/>
      <dgm:t>
        <a:bodyPr/>
        <a:lstStyle/>
        <a:p>
          <a:r>
            <a:rPr lang="cs-CZ" dirty="0"/>
            <a:t>Dokumentace programu</a:t>
          </a:r>
        </a:p>
      </dgm:t>
    </dgm:pt>
    <dgm:pt modelId="{613A7949-266B-4BBD-AAAB-927C0EB278E4}" type="parTrans" cxnId="{E9511004-7BE1-4204-8FA1-AF3CD3261716}">
      <dgm:prSet/>
      <dgm:spPr/>
      <dgm:t>
        <a:bodyPr/>
        <a:lstStyle/>
        <a:p>
          <a:endParaRPr lang="cs-CZ"/>
        </a:p>
      </dgm:t>
    </dgm:pt>
    <dgm:pt modelId="{778902A8-AFE1-4BCD-A10B-9553A45AAFBB}" type="sibTrans" cxnId="{E9511004-7BE1-4204-8FA1-AF3CD3261716}">
      <dgm:prSet/>
      <dgm:spPr/>
      <dgm:t>
        <a:bodyPr/>
        <a:lstStyle/>
        <a:p>
          <a:endParaRPr lang="cs-CZ"/>
        </a:p>
      </dgm:t>
    </dgm:pt>
    <dgm:pt modelId="{2C688173-11DB-48A5-9A1E-0FF8D9621CA8}">
      <dgm:prSet phldrT="[Text]"/>
      <dgm:spPr/>
      <dgm:t>
        <a:bodyPr/>
        <a:lstStyle/>
        <a:p>
          <a:r>
            <a:rPr lang="cs-CZ" dirty="0"/>
            <a:t>Investiční záměr</a:t>
          </a:r>
        </a:p>
      </dgm:t>
    </dgm:pt>
    <dgm:pt modelId="{D3AB51C1-C3A7-466E-847C-00D271707372}" type="parTrans" cxnId="{465F1B88-2E8A-4F83-A7C7-4AD79B4F2BAA}">
      <dgm:prSet/>
      <dgm:spPr/>
      <dgm:t>
        <a:bodyPr/>
        <a:lstStyle/>
        <a:p>
          <a:endParaRPr lang="cs-CZ"/>
        </a:p>
      </dgm:t>
    </dgm:pt>
    <dgm:pt modelId="{212FE82A-9D32-4A2F-80E9-810DC2FC4523}" type="sibTrans" cxnId="{465F1B88-2E8A-4F83-A7C7-4AD79B4F2BAA}">
      <dgm:prSet/>
      <dgm:spPr/>
      <dgm:t>
        <a:bodyPr/>
        <a:lstStyle/>
        <a:p>
          <a:endParaRPr lang="cs-CZ"/>
        </a:p>
      </dgm:t>
    </dgm:pt>
    <dgm:pt modelId="{4A8DB93B-561A-4B62-AB65-7DD62CA58B0B}">
      <dgm:prSet phldrT="[Text]"/>
      <dgm:spPr/>
      <dgm:t>
        <a:bodyPr/>
        <a:lstStyle/>
        <a:p>
          <a:r>
            <a:rPr lang="cs-CZ" dirty="0"/>
            <a:t>Projekt</a:t>
          </a:r>
        </a:p>
      </dgm:t>
    </dgm:pt>
    <dgm:pt modelId="{4D0902BE-49B6-4657-B6CA-ED78E2EC92F3}" type="parTrans" cxnId="{AA16CE08-26C5-42D6-856F-3C2DCC84D6E1}">
      <dgm:prSet/>
      <dgm:spPr/>
      <dgm:t>
        <a:bodyPr/>
        <a:lstStyle/>
        <a:p>
          <a:endParaRPr lang="cs-CZ"/>
        </a:p>
      </dgm:t>
    </dgm:pt>
    <dgm:pt modelId="{DA1A30B1-05DA-4B4A-913C-57F96743684E}" type="sibTrans" cxnId="{AA16CE08-26C5-42D6-856F-3C2DCC84D6E1}">
      <dgm:prSet/>
      <dgm:spPr/>
      <dgm:t>
        <a:bodyPr/>
        <a:lstStyle/>
        <a:p>
          <a:endParaRPr lang="cs-CZ"/>
        </a:p>
      </dgm:t>
    </dgm:pt>
    <dgm:pt modelId="{5A25A878-197D-45FC-A3FA-2AF337CA7F26}">
      <dgm:prSet phldrT="[Text]"/>
      <dgm:spPr/>
      <dgm:t>
        <a:bodyPr/>
        <a:lstStyle/>
        <a:p>
          <a:r>
            <a:rPr lang="cs-CZ" dirty="0"/>
            <a:t>Služba</a:t>
          </a:r>
        </a:p>
      </dgm:t>
    </dgm:pt>
    <dgm:pt modelId="{2E98DAA7-B31B-4862-A1CF-7FE82DE765A9}" type="parTrans" cxnId="{189EDB77-E0CA-46F4-8081-1C99FD6C9946}">
      <dgm:prSet/>
      <dgm:spPr/>
      <dgm:t>
        <a:bodyPr/>
        <a:lstStyle/>
        <a:p>
          <a:endParaRPr lang="cs-CZ"/>
        </a:p>
      </dgm:t>
    </dgm:pt>
    <dgm:pt modelId="{928A93F9-6380-430B-A00B-7682E86DB0E6}" type="sibTrans" cxnId="{189EDB77-E0CA-46F4-8081-1C99FD6C9946}">
      <dgm:prSet/>
      <dgm:spPr/>
      <dgm:t>
        <a:bodyPr/>
        <a:lstStyle/>
        <a:p>
          <a:endParaRPr lang="cs-CZ"/>
        </a:p>
      </dgm:t>
    </dgm:pt>
    <dgm:pt modelId="{424246EC-D533-48B2-BC42-A4C996695FE1}">
      <dgm:prSet phldrT="[Text]"/>
      <dgm:spPr/>
      <dgm:t>
        <a:bodyPr/>
        <a:lstStyle/>
        <a:p>
          <a:r>
            <a:rPr lang="cs-CZ" dirty="0"/>
            <a:t>Investiční záměr</a:t>
          </a:r>
        </a:p>
      </dgm:t>
    </dgm:pt>
    <dgm:pt modelId="{1A0FC234-6020-48AD-9D06-CB31F2E0044B}" type="parTrans" cxnId="{72750FCF-2D83-4A09-8612-32DC84D3056B}">
      <dgm:prSet/>
      <dgm:spPr/>
      <dgm:t>
        <a:bodyPr/>
        <a:lstStyle/>
        <a:p>
          <a:endParaRPr lang="cs-CZ"/>
        </a:p>
      </dgm:t>
    </dgm:pt>
    <dgm:pt modelId="{8DA686FF-32C3-4C20-ADE1-42C9284A01B5}" type="sibTrans" cxnId="{72750FCF-2D83-4A09-8612-32DC84D3056B}">
      <dgm:prSet/>
      <dgm:spPr/>
      <dgm:t>
        <a:bodyPr/>
        <a:lstStyle/>
        <a:p>
          <a:endParaRPr lang="cs-CZ"/>
        </a:p>
      </dgm:t>
    </dgm:pt>
    <dgm:pt modelId="{40DAD663-BE01-4842-9704-0D3A65539DE9}">
      <dgm:prSet phldrT="[Text]"/>
      <dgm:spPr/>
      <dgm:t>
        <a:bodyPr/>
        <a:lstStyle/>
        <a:p>
          <a:r>
            <a:rPr lang="cs-CZ" dirty="0"/>
            <a:t>Projekt</a:t>
          </a:r>
        </a:p>
      </dgm:t>
    </dgm:pt>
    <dgm:pt modelId="{8378AB66-2016-41EA-9733-C4FE536A417C}" type="parTrans" cxnId="{CF838211-B376-43A4-B4D5-855BB1C1867D}">
      <dgm:prSet/>
      <dgm:spPr/>
      <dgm:t>
        <a:bodyPr/>
        <a:lstStyle/>
        <a:p>
          <a:endParaRPr lang="cs-CZ"/>
        </a:p>
      </dgm:t>
    </dgm:pt>
    <dgm:pt modelId="{5B9BD8E0-DF73-4297-B1C5-127D98B93499}" type="sibTrans" cxnId="{CF838211-B376-43A4-B4D5-855BB1C1867D}">
      <dgm:prSet/>
      <dgm:spPr/>
      <dgm:t>
        <a:bodyPr/>
        <a:lstStyle/>
        <a:p>
          <a:endParaRPr lang="cs-CZ"/>
        </a:p>
      </dgm:t>
    </dgm:pt>
    <dgm:pt modelId="{5568627D-2E4D-4EE6-8E55-9FA945CDF4D5}">
      <dgm:prSet phldrT="[Text]"/>
      <dgm:spPr/>
      <dgm:t>
        <a:bodyPr/>
        <a:lstStyle/>
        <a:p>
          <a:r>
            <a:rPr lang="cs-CZ" dirty="0"/>
            <a:t>Formulář MF – tvorba státního rozpočtu</a:t>
          </a:r>
        </a:p>
      </dgm:t>
    </dgm:pt>
    <dgm:pt modelId="{3152DDF6-FAE3-4414-B29D-8FB5E2EAFB8C}" type="parTrans" cxnId="{FAE83013-9C4D-4136-B422-5DCC0BE59B15}">
      <dgm:prSet/>
      <dgm:spPr/>
      <dgm:t>
        <a:bodyPr/>
        <a:lstStyle/>
        <a:p>
          <a:endParaRPr lang="cs-CZ"/>
        </a:p>
      </dgm:t>
    </dgm:pt>
    <dgm:pt modelId="{CFCF4970-2B34-4087-A585-18604ABBAE5F}" type="sibTrans" cxnId="{FAE83013-9C4D-4136-B422-5DCC0BE59B15}">
      <dgm:prSet/>
      <dgm:spPr/>
      <dgm:t>
        <a:bodyPr/>
        <a:lstStyle/>
        <a:p>
          <a:endParaRPr lang="cs-CZ"/>
        </a:p>
      </dgm:t>
    </dgm:pt>
    <dgm:pt modelId="{72555839-5E65-426E-BEE3-BA517426BB95}">
      <dgm:prSet phldrT="[Text]"/>
      <dgm:spPr/>
      <dgm:t>
        <a:bodyPr/>
        <a:lstStyle/>
        <a:p>
          <a:r>
            <a:rPr lang="cs-CZ" dirty="0"/>
            <a:t>Formulář MF – tvorba státního rozpočtu</a:t>
          </a:r>
        </a:p>
      </dgm:t>
    </dgm:pt>
    <dgm:pt modelId="{D54A1F72-E603-4BB7-BF32-FD6A20A671DC}" type="parTrans" cxnId="{77B1744D-F971-4306-93B0-8AC62CD7D5CA}">
      <dgm:prSet/>
      <dgm:spPr/>
      <dgm:t>
        <a:bodyPr/>
        <a:lstStyle/>
        <a:p>
          <a:endParaRPr lang="cs-CZ"/>
        </a:p>
      </dgm:t>
    </dgm:pt>
    <dgm:pt modelId="{E87D3C19-5831-46F0-BA47-AB55F2844D67}" type="sibTrans" cxnId="{77B1744D-F971-4306-93B0-8AC62CD7D5CA}">
      <dgm:prSet/>
      <dgm:spPr/>
      <dgm:t>
        <a:bodyPr/>
        <a:lstStyle/>
        <a:p>
          <a:endParaRPr lang="cs-CZ"/>
        </a:p>
      </dgm:t>
    </dgm:pt>
    <dgm:pt modelId="{D1ECF2F2-8686-4ECA-8703-F937F62C7610}">
      <dgm:prSet phldrT="[Text]"/>
      <dgm:spPr/>
      <dgm:t>
        <a:bodyPr/>
        <a:lstStyle/>
        <a:p>
          <a:r>
            <a:rPr lang="cs-CZ" dirty="0"/>
            <a:t>Formulář OHA</a:t>
          </a:r>
        </a:p>
      </dgm:t>
    </dgm:pt>
    <dgm:pt modelId="{1DC4712F-1F32-46D0-BEFF-9CEBA7507908}" type="parTrans" cxnId="{72C451F9-C94B-4BBF-A777-ACDB1194F617}">
      <dgm:prSet/>
      <dgm:spPr/>
      <dgm:t>
        <a:bodyPr/>
        <a:lstStyle/>
        <a:p>
          <a:endParaRPr lang="cs-CZ"/>
        </a:p>
      </dgm:t>
    </dgm:pt>
    <dgm:pt modelId="{C3A9860A-7CBE-4F91-8AC0-A070A765B8E3}" type="sibTrans" cxnId="{72C451F9-C94B-4BBF-A777-ACDB1194F617}">
      <dgm:prSet/>
      <dgm:spPr/>
      <dgm:t>
        <a:bodyPr/>
        <a:lstStyle/>
        <a:p>
          <a:endParaRPr lang="cs-CZ"/>
        </a:p>
      </dgm:t>
    </dgm:pt>
    <dgm:pt modelId="{85DA122A-BE08-4477-A667-E84D9422CFD5}">
      <dgm:prSet phldrT="[Text]"/>
      <dgm:spPr/>
      <dgm:t>
        <a:bodyPr/>
        <a:lstStyle/>
        <a:p>
          <a:r>
            <a:rPr lang="cs-CZ" dirty="0"/>
            <a:t>Schválení provozní dokumentace</a:t>
          </a:r>
        </a:p>
      </dgm:t>
    </dgm:pt>
    <dgm:pt modelId="{AC2F9D4F-3EF6-408A-B4C0-06DDDCFBD205}" type="parTrans" cxnId="{4838D211-AC20-454C-A83D-8E0C3DD14649}">
      <dgm:prSet/>
      <dgm:spPr/>
      <dgm:t>
        <a:bodyPr/>
        <a:lstStyle/>
        <a:p>
          <a:endParaRPr lang="cs-CZ"/>
        </a:p>
      </dgm:t>
    </dgm:pt>
    <dgm:pt modelId="{9EEA855B-D770-48E4-981D-50EDDF9F8A5C}" type="sibTrans" cxnId="{4838D211-AC20-454C-A83D-8E0C3DD14649}">
      <dgm:prSet/>
      <dgm:spPr/>
      <dgm:t>
        <a:bodyPr/>
        <a:lstStyle/>
        <a:p>
          <a:endParaRPr lang="cs-CZ"/>
        </a:p>
      </dgm:t>
    </dgm:pt>
    <dgm:pt modelId="{25DD7FAD-F07E-44B1-A371-69AD1E253A6F}">
      <dgm:prSet phldrT="[Text]"/>
      <dgm:spPr/>
      <dgm:t>
        <a:bodyPr/>
        <a:lstStyle/>
        <a:p>
          <a:r>
            <a:rPr lang="cs-CZ" dirty="0"/>
            <a:t>Projekt</a:t>
          </a:r>
        </a:p>
      </dgm:t>
    </dgm:pt>
    <dgm:pt modelId="{2051EFE5-5452-4618-B39D-BBA1C02EBBDD}" type="parTrans" cxnId="{9CEFBBC7-C3D2-4D72-B94D-91957477E6F3}">
      <dgm:prSet/>
      <dgm:spPr/>
      <dgm:t>
        <a:bodyPr/>
        <a:lstStyle/>
        <a:p>
          <a:endParaRPr lang="cs-CZ"/>
        </a:p>
      </dgm:t>
    </dgm:pt>
    <dgm:pt modelId="{4C09FEF7-CFA0-4A0E-A53C-FE6A2386EAB5}" type="sibTrans" cxnId="{9CEFBBC7-C3D2-4D72-B94D-91957477E6F3}">
      <dgm:prSet/>
      <dgm:spPr/>
      <dgm:t>
        <a:bodyPr/>
        <a:lstStyle/>
        <a:p>
          <a:endParaRPr lang="cs-CZ"/>
        </a:p>
      </dgm:t>
    </dgm:pt>
    <dgm:pt modelId="{7E99031C-D6E3-42F1-99F0-EEF66F9B4BD0}">
      <dgm:prSet phldrT="[Text]"/>
      <dgm:spPr/>
      <dgm:t>
        <a:bodyPr/>
        <a:lstStyle/>
        <a:p>
          <a:r>
            <a:rPr lang="cs-CZ" dirty="0"/>
            <a:t>Služba</a:t>
          </a:r>
        </a:p>
      </dgm:t>
    </dgm:pt>
    <dgm:pt modelId="{97B234B8-4C85-4B27-B5FC-B47A6D93A18B}" type="parTrans" cxnId="{EAF1B723-A706-4637-9EFA-C31E165F5954}">
      <dgm:prSet/>
      <dgm:spPr/>
      <dgm:t>
        <a:bodyPr/>
        <a:lstStyle/>
        <a:p>
          <a:endParaRPr lang="cs-CZ"/>
        </a:p>
      </dgm:t>
    </dgm:pt>
    <dgm:pt modelId="{B173424B-DA87-4336-A0CB-18BBA9D5A6AC}" type="sibTrans" cxnId="{EAF1B723-A706-4637-9EFA-C31E165F5954}">
      <dgm:prSet/>
      <dgm:spPr/>
      <dgm:t>
        <a:bodyPr/>
        <a:lstStyle/>
        <a:p>
          <a:endParaRPr lang="cs-CZ"/>
        </a:p>
      </dgm:t>
    </dgm:pt>
    <dgm:pt modelId="{BB1E52AA-E080-464B-8B9E-E8D13229679A}">
      <dgm:prSet phldrT="[Text]"/>
      <dgm:spPr/>
      <dgm:t>
        <a:bodyPr/>
        <a:lstStyle/>
        <a:p>
          <a:r>
            <a:rPr lang="cs-CZ" dirty="0"/>
            <a:t>Služba</a:t>
          </a:r>
        </a:p>
      </dgm:t>
    </dgm:pt>
    <dgm:pt modelId="{B7635D92-2EBA-478C-A869-78BA5A334BF7}" type="parTrans" cxnId="{E096A6B7-6340-460A-AA68-BDD7B0C7E1A7}">
      <dgm:prSet/>
      <dgm:spPr/>
      <dgm:t>
        <a:bodyPr/>
        <a:lstStyle/>
        <a:p>
          <a:endParaRPr lang="cs-CZ"/>
        </a:p>
      </dgm:t>
    </dgm:pt>
    <dgm:pt modelId="{58821A11-B2E3-4F6B-8144-545C6EA639F4}" type="sibTrans" cxnId="{E096A6B7-6340-460A-AA68-BDD7B0C7E1A7}">
      <dgm:prSet/>
      <dgm:spPr/>
      <dgm:t>
        <a:bodyPr/>
        <a:lstStyle/>
        <a:p>
          <a:endParaRPr lang="cs-CZ"/>
        </a:p>
      </dgm:t>
    </dgm:pt>
    <dgm:pt modelId="{B8ED48CE-FEC1-4BB0-9F7D-2D9B3EAC1B6E}">
      <dgm:prSet phldrT="[Text]"/>
      <dgm:spPr/>
      <dgm:t>
        <a:bodyPr/>
        <a:lstStyle/>
        <a:p>
          <a:r>
            <a:rPr lang="cs-CZ" dirty="0"/>
            <a:t>Služba</a:t>
          </a:r>
        </a:p>
      </dgm:t>
    </dgm:pt>
    <dgm:pt modelId="{53139AEE-C609-4635-81BD-86FB9DDF23E8}" type="parTrans" cxnId="{68D1B038-1CAF-4E43-AADA-174432E0EFEB}">
      <dgm:prSet/>
      <dgm:spPr/>
      <dgm:t>
        <a:bodyPr/>
        <a:lstStyle/>
        <a:p>
          <a:endParaRPr lang="cs-CZ"/>
        </a:p>
      </dgm:t>
    </dgm:pt>
    <dgm:pt modelId="{A1CEBC36-F81C-453F-B6B3-6B91A939BDFA}" type="sibTrans" cxnId="{68D1B038-1CAF-4E43-AADA-174432E0EFEB}">
      <dgm:prSet/>
      <dgm:spPr/>
      <dgm:t>
        <a:bodyPr/>
        <a:lstStyle/>
        <a:p>
          <a:endParaRPr lang="cs-CZ"/>
        </a:p>
      </dgm:t>
    </dgm:pt>
    <dgm:pt modelId="{60B1E42A-C8DA-414F-96A8-5D3CC54D0D71}" type="pres">
      <dgm:prSet presAssocID="{F39D86C6-C6C7-4934-95A3-6C8EE2CDF82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639BA5C-D21E-4D35-B828-39ECF9E830FE}" type="pres">
      <dgm:prSet presAssocID="{F39D86C6-C6C7-4934-95A3-6C8EE2CDF82B}" presName="hierFlow" presStyleCnt="0"/>
      <dgm:spPr/>
    </dgm:pt>
    <dgm:pt modelId="{E2B20877-543A-4992-B9B6-C4E04A64CBEB}" type="pres">
      <dgm:prSet presAssocID="{F39D86C6-C6C7-4934-95A3-6C8EE2CDF82B}" presName="firstBuf" presStyleCnt="0"/>
      <dgm:spPr/>
    </dgm:pt>
    <dgm:pt modelId="{26BC1396-5554-4098-969F-82512BEE6DCF}" type="pres">
      <dgm:prSet presAssocID="{F39D86C6-C6C7-4934-95A3-6C8EE2CDF82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C9C4264-C6B3-4C64-B79E-86DAE6F5CA25}" type="pres">
      <dgm:prSet presAssocID="{B8B9F269-D372-46C3-A6B8-2C986509EC07}" presName="Name17" presStyleCnt="0"/>
      <dgm:spPr/>
    </dgm:pt>
    <dgm:pt modelId="{C74E8EA7-43AB-4978-A624-CEDF6D1405A2}" type="pres">
      <dgm:prSet presAssocID="{B8B9F269-D372-46C3-A6B8-2C986509EC07}" presName="level1Shape" presStyleLbl="node0" presStyleIdx="0" presStyleCnt="1">
        <dgm:presLayoutVars>
          <dgm:chPref val="3"/>
        </dgm:presLayoutVars>
      </dgm:prSet>
      <dgm:spPr/>
    </dgm:pt>
    <dgm:pt modelId="{05921F89-8CA7-483E-BE26-9CC809419AD0}" type="pres">
      <dgm:prSet presAssocID="{B8B9F269-D372-46C3-A6B8-2C986509EC07}" presName="hierChild2" presStyleCnt="0"/>
      <dgm:spPr/>
    </dgm:pt>
    <dgm:pt modelId="{FBB11968-5FA7-49CE-B0E4-05D3E7A343D9}" type="pres">
      <dgm:prSet presAssocID="{D3AB51C1-C3A7-466E-847C-00D271707372}" presName="Name25" presStyleLbl="parChTrans1D2" presStyleIdx="0" presStyleCnt="2"/>
      <dgm:spPr/>
    </dgm:pt>
    <dgm:pt modelId="{1CFB042D-75EB-48EA-A894-B1EF6A2EEDEE}" type="pres">
      <dgm:prSet presAssocID="{D3AB51C1-C3A7-466E-847C-00D271707372}" presName="connTx" presStyleLbl="parChTrans1D2" presStyleIdx="0" presStyleCnt="2"/>
      <dgm:spPr/>
    </dgm:pt>
    <dgm:pt modelId="{3B8710D6-E758-4BC7-ACDA-4F4DAF9273F7}" type="pres">
      <dgm:prSet presAssocID="{2C688173-11DB-48A5-9A1E-0FF8D9621CA8}" presName="Name30" presStyleCnt="0"/>
      <dgm:spPr/>
    </dgm:pt>
    <dgm:pt modelId="{A038B920-B3FB-44C6-B37E-9A8CEF108E83}" type="pres">
      <dgm:prSet presAssocID="{2C688173-11DB-48A5-9A1E-0FF8D9621CA8}" presName="level2Shape" presStyleLbl="node2" presStyleIdx="0" presStyleCnt="2"/>
      <dgm:spPr/>
    </dgm:pt>
    <dgm:pt modelId="{5D17C423-1B92-48E0-A4AD-DC1C235FE34A}" type="pres">
      <dgm:prSet presAssocID="{2C688173-11DB-48A5-9A1E-0FF8D9621CA8}" presName="hierChild3" presStyleCnt="0"/>
      <dgm:spPr/>
    </dgm:pt>
    <dgm:pt modelId="{963C46D3-63B4-4F86-8F1A-D03E7F77235E}" type="pres">
      <dgm:prSet presAssocID="{4D0902BE-49B6-4657-B6CA-ED78E2EC92F3}" presName="Name25" presStyleLbl="parChTrans1D3" presStyleIdx="0" presStyleCnt="3"/>
      <dgm:spPr/>
    </dgm:pt>
    <dgm:pt modelId="{1554A3C3-E181-4C55-AD81-707A5F228B10}" type="pres">
      <dgm:prSet presAssocID="{4D0902BE-49B6-4657-B6CA-ED78E2EC92F3}" presName="connTx" presStyleLbl="parChTrans1D3" presStyleIdx="0" presStyleCnt="3"/>
      <dgm:spPr/>
    </dgm:pt>
    <dgm:pt modelId="{B5D4B469-8F56-45AF-8961-0B744048E261}" type="pres">
      <dgm:prSet presAssocID="{4A8DB93B-561A-4B62-AB65-7DD62CA58B0B}" presName="Name30" presStyleCnt="0"/>
      <dgm:spPr/>
    </dgm:pt>
    <dgm:pt modelId="{6DEBE57A-9D0F-45AF-9502-40C1636C3482}" type="pres">
      <dgm:prSet presAssocID="{4A8DB93B-561A-4B62-AB65-7DD62CA58B0B}" presName="level2Shape" presStyleLbl="node3" presStyleIdx="0" presStyleCnt="3"/>
      <dgm:spPr/>
    </dgm:pt>
    <dgm:pt modelId="{92EA7139-B235-4F2B-A7EE-CE445D676375}" type="pres">
      <dgm:prSet presAssocID="{4A8DB93B-561A-4B62-AB65-7DD62CA58B0B}" presName="hierChild3" presStyleCnt="0"/>
      <dgm:spPr/>
    </dgm:pt>
    <dgm:pt modelId="{6332430C-1116-4A1D-B359-C9AF53B4F5FE}" type="pres">
      <dgm:prSet presAssocID="{2E98DAA7-B31B-4862-A1CF-7FE82DE765A9}" presName="Name25" presStyleLbl="parChTrans1D4" presStyleIdx="0" presStyleCnt="4"/>
      <dgm:spPr/>
    </dgm:pt>
    <dgm:pt modelId="{2D4B8D7A-059F-418F-9C47-25EFDFE5CB19}" type="pres">
      <dgm:prSet presAssocID="{2E98DAA7-B31B-4862-A1CF-7FE82DE765A9}" presName="connTx" presStyleLbl="parChTrans1D4" presStyleIdx="0" presStyleCnt="4"/>
      <dgm:spPr/>
    </dgm:pt>
    <dgm:pt modelId="{9FAE6863-9905-4A6F-9131-2C3978E6A0CE}" type="pres">
      <dgm:prSet presAssocID="{5A25A878-197D-45FC-A3FA-2AF337CA7F26}" presName="Name30" presStyleCnt="0"/>
      <dgm:spPr/>
    </dgm:pt>
    <dgm:pt modelId="{9C40C1EE-3579-4EC6-8B35-D1931C3E8F09}" type="pres">
      <dgm:prSet presAssocID="{5A25A878-197D-45FC-A3FA-2AF337CA7F26}" presName="level2Shape" presStyleLbl="node4" presStyleIdx="0" presStyleCnt="4"/>
      <dgm:spPr/>
    </dgm:pt>
    <dgm:pt modelId="{65DC1CBF-6219-43E1-964B-12F255CBACB6}" type="pres">
      <dgm:prSet presAssocID="{5A25A878-197D-45FC-A3FA-2AF337CA7F26}" presName="hierChild3" presStyleCnt="0"/>
      <dgm:spPr/>
    </dgm:pt>
    <dgm:pt modelId="{18813706-D525-46EE-968B-6D6DFBDBE34C}" type="pres">
      <dgm:prSet presAssocID="{1A0FC234-6020-48AD-9D06-CB31F2E0044B}" presName="Name25" presStyleLbl="parChTrans1D2" presStyleIdx="1" presStyleCnt="2"/>
      <dgm:spPr/>
    </dgm:pt>
    <dgm:pt modelId="{86B7D5E6-D2FE-4E4D-9699-903EF71EF199}" type="pres">
      <dgm:prSet presAssocID="{1A0FC234-6020-48AD-9D06-CB31F2E0044B}" presName="connTx" presStyleLbl="parChTrans1D2" presStyleIdx="1" presStyleCnt="2"/>
      <dgm:spPr/>
    </dgm:pt>
    <dgm:pt modelId="{4CA4FEC1-3C31-43ED-AA7F-4F1E0244EF62}" type="pres">
      <dgm:prSet presAssocID="{424246EC-D533-48B2-BC42-A4C996695FE1}" presName="Name30" presStyleCnt="0"/>
      <dgm:spPr/>
    </dgm:pt>
    <dgm:pt modelId="{7DEB5BB1-383F-448F-A6BB-C94C9BC87449}" type="pres">
      <dgm:prSet presAssocID="{424246EC-D533-48B2-BC42-A4C996695FE1}" presName="level2Shape" presStyleLbl="node2" presStyleIdx="1" presStyleCnt="2"/>
      <dgm:spPr/>
    </dgm:pt>
    <dgm:pt modelId="{373C7AC2-6619-4DAA-9401-4D9E04BD9DA2}" type="pres">
      <dgm:prSet presAssocID="{424246EC-D533-48B2-BC42-A4C996695FE1}" presName="hierChild3" presStyleCnt="0"/>
      <dgm:spPr/>
    </dgm:pt>
    <dgm:pt modelId="{3C07CCB5-18DA-4703-83C5-554D5A17B138}" type="pres">
      <dgm:prSet presAssocID="{8378AB66-2016-41EA-9733-C4FE536A417C}" presName="Name25" presStyleLbl="parChTrans1D3" presStyleIdx="1" presStyleCnt="3"/>
      <dgm:spPr/>
    </dgm:pt>
    <dgm:pt modelId="{677F0433-F1C3-470C-B74C-C97437973952}" type="pres">
      <dgm:prSet presAssocID="{8378AB66-2016-41EA-9733-C4FE536A417C}" presName="connTx" presStyleLbl="parChTrans1D3" presStyleIdx="1" presStyleCnt="3"/>
      <dgm:spPr/>
    </dgm:pt>
    <dgm:pt modelId="{070EC33A-5E29-4046-B42A-5A2A06A4FF85}" type="pres">
      <dgm:prSet presAssocID="{40DAD663-BE01-4842-9704-0D3A65539DE9}" presName="Name30" presStyleCnt="0"/>
      <dgm:spPr/>
    </dgm:pt>
    <dgm:pt modelId="{1B4ACB17-14DD-4111-A074-65DC2A1E016F}" type="pres">
      <dgm:prSet presAssocID="{40DAD663-BE01-4842-9704-0D3A65539DE9}" presName="level2Shape" presStyleLbl="node3" presStyleIdx="1" presStyleCnt="3"/>
      <dgm:spPr/>
    </dgm:pt>
    <dgm:pt modelId="{124D7466-5D92-4FD3-A93D-341A4B7B20F3}" type="pres">
      <dgm:prSet presAssocID="{40DAD663-BE01-4842-9704-0D3A65539DE9}" presName="hierChild3" presStyleCnt="0"/>
      <dgm:spPr/>
    </dgm:pt>
    <dgm:pt modelId="{FE928C6A-4F51-498D-9B1D-F75EA9404C10}" type="pres">
      <dgm:prSet presAssocID="{B7635D92-2EBA-478C-A869-78BA5A334BF7}" presName="Name25" presStyleLbl="parChTrans1D4" presStyleIdx="1" presStyleCnt="4"/>
      <dgm:spPr/>
    </dgm:pt>
    <dgm:pt modelId="{09812A40-ABEA-425E-BEB2-4A80328497B6}" type="pres">
      <dgm:prSet presAssocID="{B7635D92-2EBA-478C-A869-78BA5A334BF7}" presName="connTx" presStyleLbl="parChTrans1D4" presStyleIdx="1" presStyleCnt="4"/>
      <dgm:spPr/>
    </dgm:pt>
    <dgm:pt modelId="{CDEAE9AB-696F-428B-AAF7-E85A4744225A}" type="pres">
      <dgm:prSet presAssocID="{BB1E52AA-E080-464B-8B9E-E8D13229679A}" presName="Name30" presStyleCnt="0"/>
      <dgm:spPr/>
    </dgm:pt>
    <dgm:pt modelId="{76DB3D4E-DDBB-41F1-9A8D-A61E4240FD0C}" type="pres">
      <dgm:prSet presAssocID="{BB1E52AA-E080-464B-8B9E-E8D13229679A}" presName="level2Shape" presStyleLbl="node4" presStyleIdx="1" presStyleCnt="4"/>
      <dgm:spPr/>
    </dgm:pt>
    <dgm:pt modelId="{F3678DFA-3335-469E-9CAC-D425A2B1B97C}" type="pres">
      <dgm:prSet presAssocID="{BB1E52AA-E080-464B-8B9E-E8D13229679A}" presName="hierChild3" presStyleCnt="0"/>
      <dgm:spPr/>
    </dgm:pt>
    <dgm:pt modelId="{D699AFDE-66F6-4D23-8034-620DFBB6B091}" type="pres">
      <dgm:prSet presAssocID="{53139AEE-C609-4635-81BD-86FB9DDF23E8}" presName="Name25" presStyleLbl="parChTrans1D4" presStyleIdx="2" presStyleCnt="4"/>
      <dgm:spPr/>
    </dgm:pt>
    <dgm:pt modelId="{EF61DDC2-7BA6-4035-A664-6558F990FB85}" type="pres">
      <dgm:prSet presAssocID="{53139AEE-C609-4635-81BD-86FB9DDF23E8}" presName="connTx" presStyleLbl="parChTrans1D4" presStyleIdx="2" presStyleCnt="4"/>
      <dgm:spPr/>
    </dgm:pt>
    <dgm:pt modelId="{26A24E07-81E4-4567-9BBD-2A8551C75DB8}" type="pres">
      <dgm:prSet presAssocID="{B8ED48CE-FEC1-4BB0-9F7D-2D9B3EAC1B6E}" presName="Name30" presStyleCnt="0"/>
      <dgm:spPr/>
    </dgm:pt>
    <dgm:pt modelId="{8A395F5A-8FDD-4996-A24E-FC7B66ABF76C}" type="pres">
      <dgm:prSet presAssocID="{B8ED48CE-FEC1-4BB0-9F7D-2D9B3EAC1B6E}" presName="level2Shape" presStyleLbl="node4" presStyleIdx="2" presStyleCnt="4"/>
      <dgm:spPr/>
    </dgm:pt>
    <dgm:pt modelId="{7211F759-8B75-4275-B105-57988CCEDD69}" type="pres">
      <dgm:prSet presAssocID="{B8ED48CE-FEC1-4BB0-9F7D-2D9B3EAC1B6E}" presName="hierChild3" presStyleCnt="0"/>
      <dgm:spPr/>
    </dgm:pt>
    <dgm:pt modelId="{DEC8A874-2E01-4BB2-8AE0-934AB0738926}" type="pres">
      <dgm:prSet presAssocID="{2051EFE5-5452-4618-B39D-BBA1C02EBBDD}" presName="Name25" presStyleLbl="parChTrans1D3" presStyleIdx="2" presStyleCnt="3"/>
      <dgm:spPr/>
    </dgm:pt>
    <dgm:pt modelId="{34060F33-9196-408A-B344-276533A1A6EE}" type="pres">
      <dgm:prSet presAssocID="{2051EFE5-5452-4618-B39D-BBA1C02EBBDD}" presName="connTx" presStyleLbl="parChTrans1D3" presStyleIdx="2" presStyleCnt="3"/>
      <dgm:spPr/>
    </dgm:pt>
    <dgm:pt modelId="{0E156B61-1799-4473-A957-2BFEB81E3A52}" type="pres">
      <dgm:prSet presAssocID="{25DD7FAD-F07E-44B1-A371-69AD1E253A6F}" presName="Name30" presStyleCnt="0"/>
      <dgm:spPr/>
    </dgm:pt>
    <dgm:pt modelId="{3EC36C80-4297-4430-B00E-4CA42D9C4E70}" type="pres">
      <dgm:prSet presAssocID="{25DD7FAD-F07E-44B1-A371-69AD1E253A6F}" presName="level2Shape" presStyleLbl="node3" presStyleIdx="2" presStyleCnt="3"/>
      <dgm:spPr/>
    </dgm:pt>
    <dgm:pt modelId="{5A2501FB-158C-4DFF-BA5E-D1094BA22667}" type="pres">
      <dgm:prSet presAssocID="{25DD7FAD-F07E-44B1-A371-69AD1E253A6F}" presName="hierChild3" presStyleCnt="0"/>
      <dgm:spPr/>
    </dgm:pt>
    <dgm:pt modelId="{0CDD3AD6-3F52-4D34-9315-0A5EA86814F9}" type="pres">
      <dgm:prSet presAssocID="{97B234B8-4C85-4B27-B5FC-B47A6D93A18B}" presName="Name25" presStyleLbl="parChTrans1D4" presStyleIdx="3" presStyleCnt="4"/>
      <dgm:spPr/>
    </dgm:pt>
    <dgm:pt modelId="{DBD6B4EA-443F-4C95-A037-227D90618B2D}" type="pres">
      <dgm:prSet presAssocID="{97B234B8-4C85-4B27-B5FC-B47A6D93A18B}" presName="connTx" presStyleLbl="parChTrans1D4" presStyleIdx="3" presStyleCnt="4"/>
      <dgm:spPr/>
    </dgm:pt>
    <dgm:pt modelId="{AAA4291A-E0A0-49DD-8A73-DAB2EC48CF03}" type="pres">
      <dgm:prSet presAssocID="{7E99031C-D6E3-42F1-99F0-EEF66F9B4BD0}" presName="Name30" presStyleCnt="0"/>
      <dgm:spPr/>
    </dgm:pt>
    <dgm:pt modelId="{9E941B33-86DD-4E7D-9CDE-BE84E71F758F}" type="pres">
      <dgm:prSet presAssocID="{7E99031C-D6E3-42F1-99F0-EEF66F9B4BD0}" presName="level2Shape" presStyleLbl="node4" presStyleIdx="3" presStyleCnt="4"/>
      <dgm:spPr/>
    </dgm:pt>
    <dgm:pt modelId="{32CA24D9-3348-4664-8374-3EABFF07A2DE}" type="pres">
      <dgm:prSet presAssocID="{7E99031C-D6E3-42F1-99F0-EEF66F9B4BD0}" presName="hierChild3" presStyleCnt="0"/>
      <dgm:spPr/>
    </dgm:pt>
    <dgm:pt modelId="{9FB5D69D-30A5-4A4C-A9D8-C2D71940B672}" type="pres">
      <dgm:prSet presAssocID="{F39D86C6-C6C7-4934-95A3-6C8EE2CDF82B}" presName="bgShapesFlow" presStyleCnt="0"/>
      <dgm:spPr/>
    </dgm:pt>
    <dgm:pt modelId="{C6BF002D-DAD3-4797-B3AA-724AD807F929}" type="pres">
      <dgm:prSet presAssocID="{5568627D-2E4D-4EE6-8E55-9FA945CDF4D5}" presName="rectComp" presStyleCnt="0"/>
      <dgm:spPr/>
    </dgm:pt>
    <dgm:pt modelId="{ECEA3729-43E1-4A4B-88C1-F1E029490FDC}" type="pres">
      <dgm:prSet presAssocID="{5568627D-2E4D-4EE6-8E55-9FA945CDF4D5}" presName="bgRect" presStyleLbl="bgShp" presStyleIdx="0" presStyleCnt="4"/>
      <dgm:spPr/>
    </dgm:pt>
    <dgm:pt modelId="{5164058C-BACA-4714-BAF1-E031CC114B51}" type="pres">
      <dgm:prSet presAssocID="{5568627D-2E4D-4EE6-8E55-9FA945CDF4D5}" presName="bgRectTx" presStyleLbl="bgShp" presStyleIdx="0" presStyleCnt="4">
        <dgm:presLayoutVars>
          <dgm:bulletEnabled val="1"/>
        </dgm:presLayoutVars>
      </dgm:prSet>
      <dgm:spPr/>
    </dgm:pt>
    <dgm:pt modelId="{897B1BBD-42F2-4577-979D-BF4B1C6B050C}" type="pres">
      <dgm:prSet presAssocID="{5568627D-2E4D-4EE6-8E55-9FA945CDF4D5}" presName="spComp" presStyleCnt="0"/>
      <dgm:spPr/>
    </dgm:pt>
    <dgm:pt modelId="{00A14421-989A-465B-9634-468A6A03D8EA}" type="pres">
      <dgm:prSet presAssocID="{5568627D-2E4D-4EE6-8E55-9FA945CDF4D5}" presName="hSp" presStyleCnt="0"/>
      <dgm:spPr/>
    </dgm:pt>
    <dgm:pt modelId="{5FC1CAB8-414A-418A-A8EC-193CF2CB8DEC}" type="pres">
      <dgm:prSet presAssocID="{72555839-5E65-426E-BEE3-BA517426BB95}" presName="rectComp" presStyleCnt="0"/>
      <dgm:spPr/>
    </dgm:pt>
    <dgm:pt modelId="{15988DFC-F1A9-4CB6-A429-FC50778F3D16}" type="pres">
      <dgm:prSet presAssocID="{72555839-5E65-426E-BEE3-BA517426BB95}" presName="bgRect" presStyleLbl="bgShp" presStyleIdx="1" presStyleCnt="4"/>
      <dgm:spPr/>
    </dgm:pt>
    <dgm:pt modelId="{553CD30F-0104-4DF2-B0DC-2D7D376EEB9C}" type="pres">
      <dgm:prSet presAssocID="{72555839-5E65-426E-BEE3-BA517426BB95}" presName="bgRectTx" presStyleLbl="bgShp" presStyleIdx="1" presStyleCnt="4">
        <dgm:presLayoutVars>
          <dgm:bulletEnabled val="1"/>
        </dgm:presLayoutVars>
      </dgm:prSet>
      <dgm:spPr/>
    </dgm:pt>
    <dgm:pt modelId="{595C09E4-5E3B-4552-BAEC-81B1C35CC278}" type="pres">
      <dgm:prSet presAssocID="{72555839-5E65-426E-BEE3-BA517426BB95}" presName="spComp" presStyleCnt="0"/>
      <dgm:spPr/>
    </dgm:pt>
    <dgm:pt modelId="{7F057CDC-E1F6-4CA5-8CAF-7C91A6D7AFC2}" type="pres">
      <dgm:prSet presAssocID="{72555839-5E65-426E-BEE3-BA517426BB95}" presName="hSp" presStyleCnt="0"/>
      <dgm:spPr/>
    </dgm:pt>
    <dgm:pt modelId="{17487FA0-0868-408C-8370-517007677A67}" type="pres">
      <dgm:prSet presAssocID="{D1ECF2F2-8686-4ECA-8703-F937F62C7610}" presName="rectComp" presStyleCnt="0"/>
      <dgm:spPr/>
    </dgm:pt>
    <dgm:pt modelId="{246241B4-04A6-479E-95AA-FC9D3DE5AB9A}" type="pres">
      <dgm:prSet presAssocID="{D1ECF2F2-8686-4ECA-8703-F937F62C7610}" presName="bgRect" presStyleLbl="bgShp" presStyleIdx="2" presStyleCnt="4"/>
      <dgm:spPr/>
    </dgm:pt>
    <dgm:pt modelId="{AC8449F8-F70B-427C-AB87-D093921B1255}" type="pres">
      <dgm:prSet presAssocID="{D1ECF2F2-8686-4ECA-8703-F937F62C7610}" presName="bgRectTx" presStyleLbl="bgShp" presStyleIdx="2" presStyleCnt="4">
        <dgm:presLayoutVars>
          <dgm:bulletEnabled val="1"/>
        </dgm:presLayoutVars>
      </dgm:prSet>
      <dgm:spPr/>
    </dgm:pt>
    <dgm:pt modelId="{11757ED5-66B8-4B62-8388-6245EB9217FD}" type="pres">
      <dgm:prSet presAssocID="{D1ECF2F2-8686-4ECA-8703-F937F62C7610}" presName="spComp" presStyleCnt="0"/>
      <dgm:spPr/>
    </dgm:pt>
    <dgm:pt modelId="{248CCE74-A5BD-46A9-9665-F3862847C1CA}" type="pres">
      <dgm:prSet presAssocID="{D1ECF2F2-8686-4ECA-8703-F937F62C7610}" presName="hSp" presStyleCnt="0"/>
      <dgm:spPr/>
    </dgm:pt>
    <dgm:pt modelId="{346DFB00-9C77-4518-BBB7-9AA70D72273A}" type="pres">
      <dgm:prSet presAssocID="{85DA122A-BE08-4477-A667-E84D9422CFD5}" presName="rectComp" presStyleCnt="0"/>
      <dgm:spPr/>
    </dgm:pt>
    <dgm:pt modelId="{7F5A1FB0-2741-4D5F-B326-4ADACE05FD5D}" type="pres">
      <dgm:prSet presAssocID="{85DA122A-BE08-4477-A667-E84D9422CFD5}" presName="bgRect" presStyleLbl="bgShp" presStyleIdx="3" presStyleCnt="4"/>
      <dgm:spPr/>
    </dgm:pt>
    <dgm:pt modelId="{1A9F3DE2-5D51-4823-A956-4924EF500C65}" type="pres">
      <dgm:prSet presAssocID="{85DA122A-BE08-4477-A667-E84D9422CFD5}" presName="bgRectTx" presStyleLbl="bgShp" presStyleIdx="3" presStyleCnt="4">
        <dgm:presLayoutVars>
          <dgm:bulletEnabled val="1"/>
        </dgm:presLayoutVars>
      </dgm:prSet>
      <dgm:spPr/>
    </dgm:pt>
  </dgm:ptLst>
  <dgm:cxnLst>
    <dgm:cxn modelId="{E9511004-7BE1-4204-8FA1-AF3CD3261716}" srcId="{F39D86C6-C6C7-4934-95A3-6C8EE2CDF82B}" destId="{B8B9F269-D372-46C3-A6B8-2C986509EC07}" srcOrd="0" destOrd="0" parTransId="{613A7949-266B-4BBD-AAAB-927C0EB278E4}" sibTransId="{778902A8-AFE1-4BCD-A10B-9553A45AAFBB}"/>
    <dgm:cxn modelId="{AA16CE08-26C5-42D6-856F-3C2DCC84D6E1}" srcId="{2C688173-11DB-48A5-9A1E-0FF8D9621CA8}" destId="{4A8DB93B-561A-4B62-AB65-7DD62CA58B0B}" srcOrd="0" destOrd="0" parTransId="{4D0902BE-49B6-4657-B6CA-ED78E2EC92F3}" sibTransId="{DA1A30B1-05DA-4B4A-913C-57F96743684E}"/>
    <dgm:cxn modelId="{C4187D0A-7D81-45B4-8BA5-31463D3A7202}" type="presOf" srcId="{2051EFE5-5452-4618-B39D-BBA1C02EBBDD}" destId="{DEC8A874-2E01-4BB2-8AE0-934AB0738926}" srcOrd="0" destOrd="0" presId="urn:microsoft.com/office/officeart/2005/8/layout/hierarchy5"/>
    <dgm:cxn modelId="{CF838211-B376-43A4-B4D5-855BB1C1867D}" srcId="{424246EC-D533-48B2-BC42-A4C996695FE1}" destId="{40DAD663-BE01-4842-9704-0D3A65539DE9}" srcOrd="0" destOrd="0" parTransId="{8378AB66-2016-41EA-9733-C4FE536A417C}" sibTransId="{5B9BD8E0-DF73-4297-B1C5-127D98B93499}"/>
    <dgm:cxn modelId="{4838D211-AC20-454C-A83D-8E0C3DD14649}" srcId="{F39D86C6-C6C7-4934-95A3-6C8EE2CDF82B}" destId="{85DA122A-BE08-4477-A667-E84D9422CFD5}" srcOrd="4" destOrd="0" parTransId="{AC2F9D4F-3EF6-408A-B4C0-06DDDCFBD205}" sibTransId="{9EEA855B-D770-48E4-981D-50EDDF9F8A5C}"/>
    <dgm:cxn modelId="{FAE83013-9C4D-4136-B422-5DCC0BE59B15}" srcId="{F39D86C6-C6C7-4934-95A3-6C8EE2CDF82B}" destId="{5568627D-2E4D-4EE6-8E55-9FA945CDF4D5}" srcOrd="1" destOrd="0" parTransId="{3152DDF6-FAE3-4414-B29D-8FB5E2EAFB8C}" sibTransId="{CFCF4970-2B34-4087-A585-18604ABBAE5F}"/>
    <dgm:cxn modelId="{B1664A15-A788-4B4E-93F3-8F1F31AA6520}" type="presOf" srcId="{B8ED48CE-FEC1-4BB0-9F7D-2D9B3EAC1B6E}" destId="{8A395F5A-8FDD-4996-A24E-FC7B66ABF76C}" srcOrd="0" destOrd="0" presId="urn:microsoft.com/office/officeart/2005/8/layout/hierarchy5"/>
    <dgm:cxn modelId="{D3012418-A946-45BD-93B5-7C243D4CC256}" type="presOf" srcId="{2C688173-11DB-48A5-9A1E-0FF8D9621CA8}" destId="{A038B920-B3FB-44C6-B37E-9A8CEF108E83}" srcOrd="0" destOrd="0" presId="urn:microsoft.com/office/officeart/2005/8/layout/hierarchy5"/>
    <dgm:cxn modelId="{47967C1F-1E90-4943-B166-BBC0DB365E86}" type="presOf" srcId="{8378AB66-2016-41EA-9733-C4FE536A417C}" destId="{677F0433-F1C3-470C-B74C-C97437973952}" srcOrd="1" destOrd="0" presId="urn:microsoft.com/office/officeart/2005/8/layout/hierarchy5"/>
    <dgm:cxn modelId="{EAF1B723-A706-4637-9EFA-C31E165F5954}" srcId="{25DD7FAD-F07E-44B1-A371-69AD1E253A6F}" destId="{7E99031C-D6E3-42F1-99F0-EEF66F9B4BD0}" srcOrd="0" destOrd="0" parTransId="{97B234B8-4C85-4B27-B5FC-B47A6D93A18B}" sibTransId="{B173424B-DA87-4336-A0CB-18BBA9D5A6AC}"/>
    <dgm:cxn modelId="{A7294324-6C95-4FE8-9A13-83ADA66ACF7F}" type="presOf" srcId="{4D0902BE-49B6-4657-B6CA-ED78E2EC92F3}" destId="{1554A3C3-E181-4C55-AD81-707A5F228B10}" srcOrd="1" destOrd="0" presId="urn:microsoft.com/office/officeart/2005/8/layout/hierarchy5"/>
    <dgm:cxn modelId="{E2075828-6E80-4BD9-9042-F7D660C0BE73}" type="presOf" srcId="{D1ECF2F2-8686-4ECA-8703-F937F62C7610}" destId="{AC8449F8-F70B-427C-AB87-D093921B1255}" srcOrd="1" destOrd="0" presId="urn:microsoft.com/office/officeart/2005/8/layout/hierarchy5"/>
    <dgm:cxn modelId="{391F6D2A-47D3-4C4B-B199-DF30006D5789}" type="presOf" srcId="{25DD7FAD-F07E-44B1-A371-69AD1E253A6F}" destId="{3EC36C80-4297-4430-B00E-4CA42D9C4E70}" srcOrd="0" destOrd="0" presId="urn:microsoft.com/office/officeart/2005/8/layout/hierarchy5"/>
    <dgm:cxn modelId="{68D1B038-1CAF-4E43-AADA-174432E0EFEB}" srcId="{40DAD663-BE01-4842-9704-0D3A65539DE9}" destId="{B8ED48CE-FEC1-4BB0-9F7D-2D9B3EAC1B6E}" srcOrd="1" destOrd="0" parTransId="{53139AEE-C609-4635-81BD-86FB9DDF23E8}" sibTransId="{A1CEBC36-F81C-453F-B6B3-6B91A939BDFA}"/>
    <dgm:cxn modelId="{2B7CD939-BDE8-4E10-892A-4FA300876F1B}" type="presOf" srcId="{F39D86C6-C6C7-4934-95A3-6C8EE2CDF82B}" destId="{60B1E42A-C8DA-414F-96A8-5D3CC54D0D71}" srcOrd="0" destOrd="0" presId="urn:microsoft.com/office/officeart/2005/8/layout/hierarchy5"/>
    <dgm:cxn modelId="{33319D5F-886D-4FB9-9C4C-F29E7BEED4AA}" type="presOf" srcId="{4D0902BE-49B6-4657-B6CA-ED78E2EC92F3}" destId="{963C46D3-63B4-4F86-8F1A-D03E7F77235E}" srcOrd="0" destOrd="0" presId="urn:microsoft.com/office/officeart/2005/8/layout/hierarchy5"/>
    <dgm:cxn modelId="{C77DC468-431A-4624-961B-44A30F8954C1}" type="presOf" srcId="{53139AEE-C609-4635-81BD-86FB9DDF23E8}" destId="{D699AFDE-66F6-4D23-8034-620DFBB6B091}" srcOrd="0" destOrd="0" presId="urn:microsoft.com/office/officeart/2005/8/layout/hierarchy5"/>
    <dgm:cxn modelId="{4DBC116A-01BE-4B7C-9753-5D68F662CB49}" type="presOf" srcId="{4A8DB93B-561A-4B62-AB65-7DD62CA58B0B}" destId="{6DEBE57A-9D0F-45AF-9502-40C1636C3482}" srcOrd="0" destOrd="0" presId="urn:microsoft.com/office/officeart/2005/8/layout/hierarchy5"/>
    <dgm:cxn modelId="{759ACD4C-ABE5-4624-B6F7-41F5A7ED0910}" type="presOf" srcId="{D3AB51C1-C3A7-466E-847C-00D271707372}" destId="{FBB11968-5FA7-49CE-B0E4-05D3E7A343D9}" srcOrd="0" destOrd="0" presId="urn:microsoft.com/office/officeart/2005/8/layout/hierarchy5"/>
    <dgm:cxn modelId="{77B1744D-F971-4306-93B0-8AC62CD7D5CA}" srcId="{F39D86C6-C6C7-4934-95A3-6C8EE2CDF82B}" destId="{72555839-5E65-426E-BEE3-BA517426BB95}" srcOrd="2" destOrd="0" parTransId="{D54A1F72-E603-4BB7-BF32-FD6A20A671DC}" sibTransId="{E87D3C19-5831-46F0-BA47-AB55F2844D67}"/>
    <dgm:cxn modelId="{75586E55-533E-4DCC-A518-FC11295B9C32}" type="presOf" srcId="{B7635D92-2EBA-478C-A869-78BA5A334BF7}" destId="{09812A40-ABEA-425E-BEB2-4A80328497B6}" srcOrd="1" destOrd="0" presId="urn:microsoft.com/office/officeart/2005/8/layout/hierarchy5"/>
    <dgm:cxn modelId="{30505876-F806-4190-B46B-261798853E35}" type="presOf" srcId="{97B234B8-4C85-4B27-B5FC-B47A6D93A18B}" destId="{0CDD3AD6-3F52-4D34-9315-0A5EA86814F9}" srcOrd="0" destOrd="0" presId="urn:microsoft.com/office/officeart/2005/8/layout/hierarchy5"/>
    <dgm:cxn modelId="{189EDB77-E0CA-46F4-8081-1C99FD6C9946}" srcId="{4A8DB93B-561A-4B62-AB65-7DD62CA58B0B}" destId="{5A25A878-197D-45FC-A3FA-2AF337CA7F26}" srcOrd="0" destOrd="0" parTransId="{2E98DAA7-B31B-4862-A1CF-7FE82DE765A9}" sibTransId="{928A93F9-6380-430B-A00B-7682E86DB0E6}"/>
    <dgm:cxn modelId="{F5BBA07B-0892-4C79-BDEB-4294980D9A60}" type="presOf" srcId="{72555839-5E65-426E-BEE3-BA517426BB95}" destId="{553CD30F-0104-4DF2-B0DC-2D7D376EEB9C}" srcOrd="1" destOrd="0" presId="urn:microsoft.com/office/officeart/2005/8/layout/hierarchy5"/>
    <dgm:cxn modelId="{04743381-0717-4E38-801A-0BFF40495E8B}" type="presOf" srcId="{D3AB51C1-C3A7-466E-847C-00D271707372}" destId="{1CFB042D-75EB-48EA-A894-B1EF6A2EEDEE}" srcOrd="1" destOrd="0" presId="urn:microsoft.com/office/officeart/2005/8/layout/hierarchy5"/>
    <dgm:cxn modelId="{8A1A2A82-ECAA-4BC9-A937-3219A017138E}" type="presOf" srcId="{1A0FC234-6020-48AD-9D06-CB31F2E0044B}" destId="{86B7D5E6-D2FE-4E4D-9699-903EF71EF199}" srcOrd="1" destOrd="0" presId="urn:microsoft.com/office/officeart/2005/8/layout/hierarchy5"/>
    <dgm:cxn modelId="{49BD9785-50AE-401F-AC9C-84F494097211}" type="presOf" srcId="{BB1E52AA-E080-464B-8B9E-E8D13229679A}" destId="{76DB3D4E-DDBB-41F1-9A8D-A61E4240FD0C}" srcOrd="0" destOrd="0" presId="urn:microsoft.com/office/officeart/2005/8/layout/hierarchy5"/>
    <dgm:cxn modelId="{465F1B88-2E8A-4F83-A7C7-4AD79B4F2BAA}" srcId="{B8B9F269-D372-46C3-A6B8-2C986509EC07}" destId="{2C688173-11DB-48A5-9A1E-0FF8D9621CA8}" srcOrd="0" destOrd="0" parTransId="{D3AB51C1-C3A7-466E-847C-00D271707372}" sibTransId="{212FE82A-9D32-4A2F-80E9-810DC2FC4523}"/>
    <dgm:cxn modelId="{04D2B688-4F10-4FB6-84E4-FAF3FF78BA88}" type="presOf" srcId="{B8B9F269-D372-46C3-A6B8-2C986509EC07}" destId="{C74E8EA7-43AB-4978-A624-CEDF6D1405A2}" srcOrd="0" destOrd="0" presId="urn:microsoft.com/office/officeart/2005/8/layout/hierarchy5"/>
    <dgm:cxn modelId="{D7DF0489-5E3A-401E-A8D9-3C2E6BC3C4C3}" type="presOf" srcId="{B7635D92-2EBA-478C-A869-78BA5A334BF7}" destId="{FE928C6A-4F51-498D-9B1D-F75EA9404C10}" srcOrd="0" destOrd="0" presId="urn:microsoft.com/office/officeart/2005/8/layout/hierarchy5"/>
    <dgm:cxn modelId="{5131EE8C-9BFC-423C-9E4D-0F3FE04F5DF9}" type="presOf" srcId="{5568627D-2E4D-4EE6-8E55-9FA945CDF4D5}" destId="{5164058C-BACA-4714-BAF1-E031CC114B51}" srcOrd="1" destOrd="0" presId="urn:microsoft.com/office/officeart/2005/8/layout/hierarchy5"/>
    <dgm:cxn modelId="{550B9397-FF7C-4275-9912-957D0C3858BD}" type="presOf" srcId="{424246EC-D533-48B2-BC42-A4C996695FE1}" destId="{7DEB5BB1-383F-448F-A6BB-C94C9BC87449}" srcOrd="0" destOrd="0" presId="urn:microsoft.com/office/officeart/2005/8/layout/hierarchy5"/>
    <dgm:cxn modelId="{4FFE429D-8D80-4EA5-9633-54289EAE740C}" type="presOf" srcId="{2E98DAA7-B31B-4862-A1CF-7FE82DE765A9}" destId="{6332430C-1116-4A1D-B359-C9AF53B4F5FE}" srcOrd="0" destOrd="0" presId="urn:microsoft.com/office/officeart/2005/8/layout/hierarchy5"/>
    <dgm:cxn modelId="{AAEA989F-0F98-4E55-9C3C-8A8A35712A11}" type="presOf" srcId="{97B234B8-4C85-4B27-B5FC-B47A6D93A18B}" destId="{DBD6B4EA-443F-4C95-A037-227D90618B2D}" srcOrd="1" destOrd="0" presId="urn:microsoft.com/office/officeart/2005/8/layout/hierarchy5"/>
    <dgm:cxn modelId="{F13BA4A2-5BE2-4916-B0E7-D4A8ED2C298A}" type="presOf" srcId="{5568627D-2E4D-4EE6-8E55-9FA945CDF4D5}" destId="{ECEA3729-43E1-4A4B-88C1-F1E029490FDC}" srcOrd="0" destOrd="0" presId="urn:microsoft.com/office/officeart/2005/8/layout/hierarchy5"/>
    <dgm:cxn modelId="{DC71BAB1-5F81-44D8-9936-34A18FB1A984}" type="presOf" srcId="{D1ECF2F2-8686-4ECA-8703-F937F62C7610}" destId="{246241B4-04A6-479E-95AA-FC9D3DE5AB9A}" srcOrd="0" destOrd="0" presId="urn:microsoft.com/office/officeart/2005/8/layout/hierarchy5"/>
    <dgm:cxn modelId="{E096A6B7-6340-460A-AA68-BDD7B0C7E1A7}" srcId="{40DAD663-BE01-4842-9704-0D3A65539DE9}" destId="{BB1E52AA-E080-464B-8B9E-E8D13229679A}" srcOrd="0" destOrd="0" parTransId="{B7635D92-2EBA-478C-A869-78BA5A334BF7}" sibTransId="{58821A11-B2E3-4F6B-8144-545C6EA639F4}"/>
    <dgm:cxn modelId="{8185DDBE-19B6-4A59-AF10-A6348AE3E157}" type="presOf" srcId="{5A25A878-197D-45FC-A3FA-2AF337CA7F26}" destId="{9C40C1EE-3579-4EC6-8B35-D1931C3E8F09}" srcOrd="0" destOrd="0" presId="urn:microsoft.com/office/officeart/2005/8/layout/hierarchy5"/>
    <dgm:cxn modelId="{7ECC8BBF-1427-4B72-BC0C-1011C6A1C65D}" type="presOf" srcId="{85DA122A-BE08-4477-A667-E84D9422CFD5}" destId="{7F5A1FB0-2741-4D5F-B326-4ADACE05FD5D}" srcOrd="0" destOrd="0" presId="urn:microsoft.com/office/officeart/2005/8/layout/hierarchy5"/>
    <dgm:cxn modelId="{9CEFBBC7-C3D2-4D72-B94D-91957477E6F3}" srcId="{424246EC-D533-48B2-BC42-A4C996695FE1}" destId="{25DD7FAD-F07E-44B1-A371-69AD1E253A6F}" srcOrd="1" destOrd="0" parTransId="{2051EFE5-5452-4618-B39D-BBA1C02EBBDD}" sibTransId="{4C09FEF7-CFA0-4A0E-A53C-FE6A2386EAB5}"/>
    <dgm:cxn modelId="{72750FCF-2D83-4A09-8612-32DC84D3056B}" srcId="{B8B9F269-D372-46C3-A6B8-2C986509EC07}" destId="{424246EC-D533-48B2-BC42-A4C996695FE1}" srcOrd="1" destOrd="0" parTransId="{1A0FC234-6020-48AD-9D06-CB31F2E0044B}" sibTransId="{8DA686FF-32C3-4C20-ADE1-42C9284A01B5}"/>
    <dgm:cxn modelId="{0AE990D0-1484-4D14-8AF4-0E5AB6788E4D}" type="presOf" srcId="{1A0FC234-6020-48AD-9D06-CB31F2E0044B}" destId="{18813706-D525-46EE-968B-6D6DFBDBE34C}" srcOrd="0" destOrd="0" presId="urn:microsoft.com/office/officeart/2005/8/layout/hierarchy5"/>
    <dgm:cxn modelId="{9C0D44D8-47D4-4C17-82F2-462D09999B96}" type="presOf" srcId="{2E98DAA7-B31B-4862-A1CF-7FE82DE765A9}" destId="{2D4B8D7A-059F-418F-9C47-25EFDFE5CB19}" srcOrd="1" destOrd="0" presId="urn:microsoft.com/office/officeart/2005/8/layout/hierarchy5"/>
    <dgm:cxn modelId="{2A9937D9-2F35-4D9F-BD04-A8388CF411E8}" type="presOf" srcId="{72555839-5E65-426E-BEE3-BA517426BB95}" destId="{15988DFC-F1A9-4CB6-A429-FC50778F3D16}" srcOrd="0" destOrd="0" presId="urn:microsoft.com/office/officeart/2005/8/layout/hierarchy5"/>
    <dgm:cxn modelId="{E64266D9-22BB-405B-B8C9-C43A53F89915}" type="presOf" srcId="{8378AB66-2016-41EA-9733-C4FE536A417C}" destId="{3C07CCB5-18DA-4703-83C5-554D5A17B138}" srcOrd="0" destOrd="0" presId="urn:microsoft.com/office/officeart/2005/8/layout/hierarchy5"/>
    <dgm:cxn modelId="{A5ADFFDD-120F-45B3-822A-967C351A08B3}" type="presOf" srcId="{7E99031C-D6E3-42F1-99F0-EEF66F9B4BD0}" destId="{9E941B33-86DD-4E7D-9CDE-BE84E71F758F}" srcOrd="0" destOrd="0" presId="urn:microsoft.com/office/officeart/2005/8/layout/hierarchy5"/>
    <dgm:cxn modelId="{2AB543F1-4BE1-44E2-9EA1-4B236CE5F6EE}" type="presOf" srcId="{53139AEE-C609-4635-81BD-86FB9DDF23E8}" destId="{EF61DDC2-7BA6-4035-A664-6558F990FB85}" srcOrd="1" destOrd="0" presId="urn:microsoft.com/office/officeart/2005/8/layout/hierarchy5"/>
    <dgm:cxn modelId="{2C2B49F5-F868-437A-B9BD-44B93FBC3432}" type="presOf" srcId="{2051EFE5-5452-4618-B39D-BBA1C02EBBDD}" destId="{34060F33-9196-408A-B344-276533A1A6EE}" srcOrd="1" destOrd="0" presId="urn:microsoft.com/office/officeart/2005/8/layout/hierarchy5"/>
    <dgm:cxn modelId="{6FC215F9-3F70-48CC-AC37-EF89DF1AAADB}" type="presOf" srcId="{40DAD663-BE01-4842-9704-0D3A65539DE9}" destId="{1B4ACB17-14DD-4111-A074-65DC2A1E016F}" srcOrd="0" destOrd="0" presId="urn:microsoft.com/office/officeart/2005/8/layout/hierarchy5"/>
    <dgm:cxn modelId="{72C451F9-C94B-4BBF-A777-ACDB1194F617}" srcId="{F39D86C6-C6C7-4934-95A3-6C8EE2CDF82B}" destId="{D1ECF2F2-8686-4ECA-8703-F937F62C7610}" srcOrd="3" destOrd="0" parTransId="{1DC4712F-1F32-46D0-BEFF-9CEBA7507908}" sibTransId="{C3A9860A-7CBE-4F91-8AC0-A070A765B8E3}"/>
    <dgm:cxn modelId="{498E3CFF-9693-45B9-B0D4-999F116C7574}" type="presOf" srcId="{85DA122A-BE08-4477-A667-E84D9422CFD5}" destId="{1A9F3DE2-5D51-4823-A956-4924EF500C65}" srcOrd="1" destOrd="0" presId="urn:microsoft.com/office/officeart/2005/8/layout/hierarchy5"/>
    <dgm:cxn modelId="{871DA020-B60F-4462-876F-484801D237B1}" type="presParOf" srcId="{60B1E42A-C8DA-414F-96A8-5D3CC54D0D71}" destId="{A639BA5C-D21E-4D35-B828-39ECF9E830FE}" srcOrd="0" destOrd="0" presId="urn:microsoft.com/office/officeart/2005/8/layout/hierarchy5"/>
    <dgm:cxn modelId="{2F234FE2-7170-4121-82F0-2C05F357235D}" type="presParOf" srcId="{A639BA5C-D21E-4D35-B828-39ECF9E830FE}" destId="{E2B20877-543A-4992-B9B6-C4E04A64CBEB}" srcOrd="0" destOrd="0" presId="urn:microsoft.com/office/officeart/2005/8/layout/hierarchy5"/>
    <dgm:cxn modelId="{62F4C2A2-771E-4F8D-8BDD-E792DC587717}" type="presParOf" srcId="{A639BA5C-D21E-4D35-B828-39ECF9E830FE}" destId="{26BC1396-5554-4098-969F-82512BEE6DCF}" srcOrd="1" destOrd="0" presId="urn:microsoft.com/office/officeart/2005/8/layout/hierarchy5"/>
    <dgm:cxn modelId="{E65D45B0-0276-4661-BA18-E9278DF0D8CB}" type="presParOf" srcId="{26BC1396-5554-4098-969F-82512BEE6DCF}" destId="{0C9C4264-C6B3-4C64-B79E-86DAE6F5CA25}" srcOrd="0" destOrd="0" presId="urn:microsoft.com/office/officeart/2005/8/layout/hierarchy5"/>
    <dgm:cxn modelId="{5232DD91-7EE1-411F-8614-11B646F680B2}" type="presParOf" srcId="{0C9C4264-C6B3-4C64-B79E-86DAE6F5CA25}" destId="{C74E8EA7-43AB-4978-A624-CEDF6D1405A2}" srcOrd="0" destOrd="0" presId="urn:microsoft.com/office/officeart/2005/8/layout/hierarchy5"/>
    <dgm:cxn modelId="{AE3C3438-D303-4853-A3DD-33889BA8B1A5}" type="presParOf" srcId="{0C9C4264-C6B3-4C64-B79E-86DAE6F5CA25}" destId="{05921F89-8CA7-483E-BE26-9CC809419AD0}" srcOrd="1" destOrd="0" presId="urn:microsoft.com/office/officeart/2005/8/layout/hierarchy5"/>
    <dgm:cxn modelId="{7A76618F-3FC4-4113-85B1-3E00B8F70926}" type="presParOf" srcId="{05921F89-8CA7-483E-BE26-9CC809419AD0}" destId="{FBB11968-5FA7-49CE-B0E4-05D3E7A343D9}" srcOrd="0" destOrd="0" presId="urn:microsoft.com/office/officeart/2005/8/layout/hierarchy5"/>
    <dgm:cxn modelId="{AF1FC457-3E2A-44F4-8517-641378AC948B}" type="presParOf" srcId="{FBB11968-5FA7-49CE-B0E4-05D3E7A343D9}" destId="{1CFB042D-75EB-48EA-A894-B1EF6A2EEDEE}" srcOrd="0" destOrd="0" presId="urn:microsoft.com/office/officeart/2005/8/layout/hierarchy5"/>
    <dgm:cxn modelId="{C9D10063-B072-4456-94BD-E5F8C9FB35F5}" type="presParOf" srcId="{05921F89-8CA7-483E-BE26-9CC809419AD0}" destId="{3B8710D6-E758-4BC7-ACDA-4F4DAF9273F7}" srcOrd="1" destOrd="0" presId="urn:microsoft.com/office/officeart/2005/8/layout/hierarchy5"/>
    <dgm:cxn modelId="{735DA96F-19AC-4177-9192-6F27C573A241}" type="presParOf" srcId="{3B8710D6-E758-4BC7-ACDA-4F4DAF9273F7}" destId="{A038B920-B3FB-44C6-B37E-9A8CEF108E83}" srcOrd="0" destOrd="0" presId="urn:microsoft.com/office/officeart/2005/8/layout/hierarchy5"/>
    <dgm:cxn modelId="{A7ED4625-5CAE-405B-BCAE-B52ACC0B1561}" type="presParOf" srcId="{3B8710D6-E758-4BC7-ACDA-4F4DAF9273F7}" destId="{5D17C423-1B92-48E0-A4AD-DC1C235FE34A}" srcOrd="1" destOrd="0" presId="urn:microsoft.com/office/officeart/2005/8/layout/hierarchy5"/>
    <dgm:cxn modelId="{0160FC50-FEB5-414B-8FFC-9681B0AE0760}" type="presParOf" srcId="{5D17C423-1B92-48E0-A4AD-DC1C235FE34A}" destId="{963C46D3-63B4-4F86-8F1A-D03E7F77235E}" srcOrd="0" destOrd="0" presId="urn:microsoft.com/office/officeart/2005/8/layout/hierarchy5"/>
    <dgm:cxn modelId="{AFED7324-1165-466B-A2C1-68229016C457}" type="presParOf" srcId="{963C46D3-63B4-4F86-8F1A-D03E7F77235E}" destId="{1554A3C3-E181-4C55-AD81-707A5F228B10}" srcOrd="0" destOrd="0" presId="urn:microsoft.com/office/officeart/2005/8/layout/hierarchy5"/>
    <dgm:cxn modelId="{C8B54436-CC4F-4687-AA4C-16988E038A41}" type="presParOf" srcId="{5D17C423-1B92-48E0-A4AD-DC1C235FE34A}" destId="{B5D4B469-8F56-45AF-8961-0B744048E261}" srcOrd="1" destOrd="0" presId="urn:microsoft.com/office/officeart/2005/8/layout/hierarchy5"/>
    <dgm:cxn modelId="{5EC220E5-64BB-4765-BF6C-CFEBC6BCD785}" type="presParOf" srcId="{B5D4B469-8F56-45AF-8961-0B744048E261}" destId="{6DEBE57A-9D0F-45AF-9502-40C1636C3482}" srcOrd="0" destOrd="0" presId="urn:microsoft.com/office/officeart/2005/8/layout/hierarchy5"/>
    <dgm:cxn modelId="{706090F5-0352-439A-BAB1-FFD9A25AD515}" type="presParOf" srcId="{B5D4B469-8F56-45AF-8961-0B744048E261}" destId="{92EA7139-B235-4F2B-A7EE-CE445D676375}" srcOrd="1" destOrd="0" presId="urn:microsoft.com/office/officeart/2005/8/layout/hierarchy5"/>
    <dgm:cxn modelId="{5F2B712E-6920-47C3-9761-4FBBB365C9C8}" type="presParOf" srcId="{92EA7139-B235-4F2B-A7EE-CE445D676375}" destId="{6332430C-1116-4A1D-B359-C9AF53B4F5FE}" srcOrd="0" destOrd="0" presId="urn:microsoft.com/office/officeart/2005/8/layout/hierarchy5"/>
    <dgm:cxn modelId="{A858B269-5196-4B63-865D-4F3E57CC116A}" type="presParOf" srcId="{6332430C-1116-4A1D-B359-C9AF53B4F5FE}" destId="{2D4B8D7A-059F-418F-9C47-25EFDFE5CB19}" srcOrd="0" destOrd="0" presId="urn:microsoft.com/office/officeart/2005/8/layout/hierarchy5"/>
    <dgm:cxn modelId="{D4D48357-B383-419C-8D32-511B7C37E80D}" type="presParOf" srcId="{92EA7139-B235-4F2B-A7EE-CE445D676375}" destId="{9FAE6863-9905-4A6F-9131-2C3978E6A0CE}" srcOrd="1" destOrd="0" presId="urn:microsoft.com/office/officeart/2005/8/layout/hierarchy5"/>
    <dgm:cxn modelId="{726D9E03-8477-42ED-BC18-F9918E70B0BB}" type="presParOf" srcId="{9FAE6863-9905-4A6F-9131-2C3978E6A0CE}" destId="{9C40C1EE-3579-4EC6-8B35-D1931C3E8F09}" srcOrd="0" destOrd="0" presId="urn:microsoft.com/office/officeart/2005/8/layout/hierarchy5"/>
    <dgm:cxn modelId="{CCDE53F9-A578-4301-91C0-CB18B6A9BAB5}" type="presParOf" srcId="{9FAE6863-9905-4A6F-9131-2C3978E6A0CE}" destId="{65DC1CBF-6219-43E1-964B-12F255CBACB6}" srcOrd="1" destOrd="0" presId="urn:microsoft.com/office/officeart/2005/8/layout/hierarchy5"/>
    <dgm:cxn modelId="{BB9119A8-1F72-4BDF-B61B-276E657C848E}" type="presParOf" srcId="{05921F89-8CA7-483E-BE26-9CC809419AD0}" destId="{18813706-D525-46EE-968B-6D6DFBDBE34C}" srcOrd="2" destOrd="0" presId="urn:microsoft.com/office/officeart/2005/8/layout/hierarchy5"/>
    <dgm:cxn modelId="{A853CA4E-6F84-4D18-9283-6F9C873FA54B}" type="presParOf" srcId="{18813706-D525-46EE-968B-6D6DFBDBE34C}" destId="{86B7D5E6-D2FE-4E4D-9699-903EF71EF199}" srcOrd="0" destOrd="0" presId="urn:microsoft.com/office/officeart/2005/8/layout/hierarchy5"/>
    <dgm:cxn modelId="{79359222-31A8-49F0-BFCE-65C761C928A2}" type="presParOf" srcId="{05921F89-8CA7-483E-BE26-9CC809419AD0}" destId="{4CA4FEC1-3C31-43ED-AA7F-4F1E0244EF62}" srcOrd="3" destOrd="0" presId="urn:microsoft.com/office/officeart/2005/8/layout/hierarchy5"/>
    <dgm:cxn modelId="{75A64C4E-8384-441E-9555-2E1E4AD8599A}" type="presParOf" srcId="{4CA4FEC1-3C31-43ED-AA7F-4F1E0244EF62}" destId="{7DEB5BB1-383F-448F-A6BB-C94C9BC87449}" srcOrd="0" destOrd="0" presId="urn:microsoft.com/office/officeart/2005/8/layout/hierarchy5"/>
    <dgm:cxn modelId="{FA7968F2-173D-453D-A085-DCB39EA9FD57}" type="presParOf" srcId="{4CA4FEC1-3C31-43ED-AA7F-4F1E0244EF62}" destId="{373C7AC2-6619-4DAA-9401-4D9E04BD9DA2}" srcOrd="1" destOrd="0" presId="urn:microsoft.com/office/officeart/2005/8/layout/hierarchy5"/>
    <dgm:cxn modelId="{D00F9338-5F55-4E44-A967-57F05511977F}" type="presParOf" srcId="{373C7AC2-6619-4DAA-9401-4D9E04BD9DA2}" destId="{3C07CCB5-18DA-4703-83C5-554D5A17B138}" srcOrd="0" destOrd="0" presId="urn:microsoft.com/office/officeart/2005/8/layout/hierarchy5"/>
    <dgm:cxn modelId="{2588D7E9-A218-46CF-81F9-691DDDEE351C}" type="presParOf" srcId="{3C07CCB5-18DA-4703-83C5-554D5A17B138}" destId="{677F0433-F1C3-470C-B74C-C97437973952}" srcOrd="0" destOrd="0" presId="urn:microsoft.com/office/officeart/2005/8/layout/hierarchy5"/>
    <dgm:cxn modelId="{535CDD62-F45F-4F4A-B42F-3A283F3E2742}" type="presParOf" srcId="{373C7AC2-6619-4DAA-9401-4D9E04BD9DA2}" destId="{070EC33A-5E29-4046-B42A-5A2A06A4FF85}" srcOrd="1" destOrd="0" presId="urn:microsoft.com/office/officeart/2005/8/layout/hierarchy5"/>
    <dgm:cxn modelId="{9C3D4F7E-980D-4233-A721-BD6BC2287BBC}" type="presParOf" srcId="{070EC33A-5E29-4046-B42A-5A2A06A4FF85}" destId="{1B4ACB17-14DD-4111-A074-65DC2A1E016F}" srcOrd="0" destOrd="0" presId="urn:microsoft.com/office/officeart/2005/8/layout/hierarchy5"/>
    <dgm:cxn modelId="{C0E462AE-773E-4919-90FC-E202CA835182}" type="presParOf" srcId="{070EC33A-5E29-4046-B42A-5A2A06A4FF85}" destId="{124D7466-5D92-4FD3-A93D-341A4B7B20F3}" srcOrd="1" destOrd="0" presId="urn:microsoft.com/office/officeart/2005/8/layout/hierarchy5"/>
    <dgm:cxn modelId="{82471C35-4CD1-4B6F-A3D1-277FBE79FC5F}" type="presParOf" srcId="{124D7466-5D92-4FD3-A93D-341A4B7B20F3}" destId="{FE928C6A-4F51-498D-9B1D-F75EA9404C10}" srcOrd="0" destOrd="0" presId="urn:microsoft.com/office/officeart/2005/8/layout/hierarchy5"/>
    <dgm:cxn modelId="{44A723CA-69F0-48BE-8F85-3A1343384F7D}" type="presParOf" srcId="{FE928C6A-4F51-498D-9B1D-F75EA9404C10}" destId="{09812A40-ABEA-425E-BEB2-4A80328497B6}" srcOrd="0" destOrd="0" presId="urn:microsoft.com/office/officeart/2005/8/layout/hierarchy5"/>
    <dgm:cxn modelId="{F78E2C39-53A9-4DD1-8269-28A466048B4D}" type="presParOf" srcId="{124D7466-5D92-4FD3-A93D-341A4B7B20F3}" destId="{CDEAE9AB-696F-428B-AAF7-E85A4744225A}" srcOrd="1" destOrd="0" presId="urn:microsoft.com/office/officeart/2005/8/layout/hierarchy5"/>
    <dgm:cxn modelId="{91A1A5AD-5F61-4875-A8D4-FBB09D7645CF}" type="presParOf" srcId="{CDEAE9AB-696F-428B-AAF7-E85A4744225A}" destId="{76DB3D4E-DDBB-41F1-9A8D-A61E4240FD0C}" srcOrd="0" destOrd="0" presId="urn:microsoft.com/office/officeart/2005/8/layout/hierarchy5"/>
    <dgm:cxn modelId="{56D8FF37-17AB-4EB4-9693-D585A4A54920}" type="presParOf" srcId="{CDEAE9AB-696F-428B-AAF7-E85A4744225A}" destId="{F3678DFA-3335-469E-9CAC-D425A2B1B97C}" srcOrd="1" destOrd="0" presId="urn:microsoft.com/office/officeart/2005/8/layout/hierarchy5"/>
    <dgm:cxn modelId="{E5EFC6FB-C451-49C2-9B3D-FE8466F8845E}" type="presParOf" srcId="{124D7466-5D92-4FD3-A93D-341A4B7B20F3}" destId="{D699AFDE-66F6-4D23-8034-620DFBB6B091}" srcOrd="2" destOrd="0" presId="urn:microsoft.com/office/officeart/2005/8/layout/hierarchy5"/>
    <dgm:cxn modelId="{DF368880-8E35-4D58-A11A-0E12D6FCA08B}" type="presParOf" srcId="{D699AFDE-66F6-4D23-8034-620DFBB6B091}" destId="{EF61DDC2-7BA6-4035-A664-6558F990FB85}" srcOrd="0" destOrd="0" presId="urn:microsoft.com/office/officeart/2005/8/layout/hierarchy5"/>
    <dgm:cxn modelId="{83943F6E-45AA-46C4-B01C-9AE3E16D72FA}" type="presParOf" srcId="{124D7466-5D92-4FD3-A93D-341A4B7B20F3}" destId="{26A24E07-81E4-4567-9BBD-2A8551C75DB8}" srcOrd="3" destOrd="0" presId="urn:microsoft.com/office/officeart/2005/8/layout/hierarchy5"/>
    <dgm:cxn modelId="{AC4A334E-25B5-4BFD-A903-9A0179F4D025}" type="presParOf" srcId="{26A24E07-81E4-4567-9BBD-2A8551C75DB8}" destId="{8A395F5A-8FDD-4996-A24E-FC7B66ABF76C}" srcOrd="0" destOrd="0" presId="urn:microsoft.com/office/officeart/2005/8/layout/hierarchy5"/>
    <dgm:cxn modelId="{FDAD8A57-F0BC-4EAA-89D8-350630C78AD0}" type="presParOf" srcId="{26A24E07-81E4-4567-9BBD-2A8551C75DB8}" destId="{7211F759-8B75-4275-B105-57988CCEDD69}" srcOrd="1" destOrd="0" presId="urn:microsoft.com/office/officeart/2005/8/layout/hierarchy5"/>
    <dgm:cxn modelId="{6996801A-C068-444B-AE24-532002FBEC2D}" type="presParOf" srcId="{373C7AC2-6619-4DAA-9401-4D9E04BD9DA2}" destId="{DEC8A874-2E01-4BB2-8AE0-934AB0738926}" srcOrd="2" destOrd="0" presId="urn:microsoft.com/office/officeart/2005/8/layout/hierarchy5"/>
    <dgm:cxn modelId="{24BD3281-53AB-46A3-8B95-5F0E87F2FD7D}" type="presParOf" srcId="{DEC8A874-2E01-4BB2-8AE0-934AB0738926}" destId="{34060F33-9196-408A-B344-276533A1A6EE}" srcOrd="0" destOrd="0" presId="urn:microsoft.com/office/officeart/2005/8/layout/hierarchy5"/>
    <dgm:cxn modelId="{3F132721-291B-4A75-9E63-8CDD266654F9}" type="presParOf" srcId="{373C7AC2-6619-4DAA-9401-4D9E04BD9DA2}" destId="{0E156B61-1799-4473-A957-2BFEB81E3A52}" srcOrd="3" destOrd="0" presId="urn:microsoft.com/office/officeart/2005/8/layout/hierarchy5"/>
    <dgm:cxn modelId="{5C3E5A5D-F474-4E2E-8B11-72E53B63EB0B}" type="presParOf" srcId="{0E156B61-1799-4473-A957-2BFEB81E3A52}" destId="{3EC36C80-4297-4430-B00E-4CA42D9C4E70}" srcOrd="0" destOrd="0" presId="urn:microsoft.com/office/officeart/2005/8/layout/hierarchy5"/>
    <dgm:cxn modelId="{5DF311AF-5F6E-43C6-94A6-FE3CC4D30E02}" type="presParOf" srcId="{0E156B61-1799-4473-A957-2BFEB81E3A52}" destId="{5A2501FB-158C-4DFF-BA5E-D1094BA22667}" srcOrd="1" destOrd="0" presId="urn:microsoft.com/office/officeart/2005/8/layout/hierarchy5"/>
    <dgm:cxn modelId="{3F86DAA7-E191-4A1B-8B62-79D0E12B3C5F}" type="presParOf" srcId="{5A2501FB-158C-4DFF-BA5E-D1094BA22667}" destId="{0CDD3AD6-3F52-4D34-9315-0A5EA86814F9}" srcOrd="0" destOrd="0" presId="urn:microsoft.com/office/officeart/2005/8/layout/hierarchy5"/>
    <dgm:cxn modelId="{737DB602-9F5C-4A0C-8F2D-19275ADD69DB}" type="presParOf" srcId="{0CDD3AD6-3F52-4D34-9315-0A5EA86814F9}" destId="{DBD6B4EA-443F-4C95-A037-227D90618B2D}" srcOrd="0" destOrd="0" presId="urn:microsoft.com/office/officeart/2005/8/layout/hierarchy5"/>
    <dgm:cxn modelId="{DD966805-F216-48DF-8D7D-F80F7A96073A}" type="presParOf" srcId="{5A2501FB-158C-4DFF-BA5E-D1094BA22667}" destId="{AAA4291A-E0A0-49DD-8A73-DAB2EC48CF03}" srcOrd="1" destOrd="0" presId="urn:microsoft.com/office/officeart/2005/8/layout/hierarchy5"/>
    <dgm:cxn modelId="{FC7878AA-6E53-4E03-AEF1-2126FB4CC6BA}" type="presParOf" srcId="{AAA4291A-E0A0-49DD-8A73-DAB2EC48CF03}" destId="{9E941B33-86DD-4E7D-9CDE-BE84E71F758F}" srcOrd="0" destOrd="0" presId="urn:microsoft.com/office/officeart/2005/8/layout/hierarchy5"/>
    <dgm:cxn modelId="{7AEC9644-2DD3-4BB1-822E-A7F19E26593B}" type="presParOf" srcId="{AAA4291A-E0A0-49DD-8A73-DAB2EC48CF03}" destId="{32CA24D9-3348-4664-8374-3EABFF07A2DE}" srcOrd="1" destOrd="0" presId="urn:microsoft.com/office/officeart/2005/8/layout/hierarchy5"/>
    <dgm:cxn modelId="{01C1FB9E-1931-4507-869B-9F8D5711D159}" type="presParOf" srcId="{60B1E42A-C8DA-414F-96A8-5D3CC54D0D71}" destId="{9FB5D69D-30A5-4A4C-A9D8-C2D71940B672}" srcOrd="1" destOrd="0" presId="urn:microsoft.com/office/officeart/2005/8/layout/hierarchy5"/>
    <dgm:cxn modelId="{C32FA5B5-FB30-4CE5-AC84-EDE61E9237EF}" type="presParOf" srcId="{9FB5D69D-30A5-4A4C-A9D8-C2D71940B672}" destId="{C6BF002D-DAD3-4797-B3AA-724AD807F929}" srcOrd="0" destOrd="0" presId="urn:microsoft.com/office/officeart/2005/8/layout/hierarchy5"/>
    <dgm:cxn modelId="{777DB338-2D1C-4893-AE34-EB72C59041EF}" type="presParOf" srcId="{C6BF002D-DAD3-4797-B3AA-724AD807F929}" destId="{ECEA3729-43E1-4A4B-88C1-F1E029490FDC}" srcOrd="0" destOrd="0" presId="urn:microsoft.com/office/officeart/2005/8/layout/hierarchy5"/>
    <dgm:cxn modelId="{8A38D3E3-26DF-43DA-901E-910C158F05E0}" type="presParOf" srcId="{C6BF002D-DAD3-4797-B3AA-724AD807F929}" destId="{5164058C-BACA-4714-BAF1-E031CC114B51}" srcOrd="1" destOrd="0" presId="urn:microsoft.com/office/officeart/2005/8/layout/hierarchy5"/>
    <dgm:cxn modelId="{BA67684A-1EDD-4AD5-8854-BD423A942FF3}" type="presParOf" srcId="{9FB5D69D-30A5-4A4C-A9D8-C2D71940B672}" destId="{897B1BBD-42F2-4577-979D-BF4B1C6B050C}" srcOrd="1" destOrd="0" presId="urn:microsoft.com/office/officeart/2005/8/layout/hierarchy5"/>
    <dgm:cxn modelId="{0C48A5FA-A125-4294-ADBA-6A4B3E3FF1A4}" type="presParOf" srcId="{897B1BBD-42F2-4577-979D-BF4B1C6B050C}" destId="{00A14421-989A-465B-9634-468A6A03D8EA}" srcOrd="0" destOrd="0" presId="urn:microsoft.com/office/officeart/2005/8/layout/hierarchy5"/>
    <dgm:cxn modelId="{1E44771B-DEC1-4E62-AB59-0D3A38EC04A2}" type="presParOf" srcId="{9FB5D69D-30A5-4A4C-A9D8-C2D71940B672}" destId="{5FC1CAB8-414A-418A-A8EC-193CF2CB8DEC}" srcOrd="2" destOrd="0" presId="urn:microsoft.com/office/officeart/2005/8/layout/hierarchy5"/>
    <dgm:cxn modelId="{11E4764D-B33C-40B7-8167-FA8C465C6F7C}" type="presParOf" srcId="{5FC1CAB8-414A-418A-A8EC-193CF2CB8DEC}" destId="{15988DFC-F1A9-4CB6-A429-FC50778F3D16}" srcOrd="0" destOrd="0" presId="urn:microsoft.com/office/officeart/2005/8/layout/hierarchy5"/>
    <dgm:cxn modelId="{19FD1122-FEC8-4F46-A3D1-FA23E4AE44A8}" type="presParOf" srcId="{5FC1CAB8-414A-418A-A8EC-193CF2CB8DEC}" destId="{553CD30F-0104-4DF2-B0DC-2D7D376EEB9C}" srcOrd="1" destOrd="0" presId="urn:microsoft.com/office/officeart/2005/8/layout/hierarchy5"/>
    <dgm:cxn modelId="{F34FA36A-FC30-4368-AA1D-780C7A09DCBA}" type="presParOf" srcId="{9FB5D69D-30A5-4A4C-A9D8-C2D71940B672}" destId="{595C09E4-5E3B-4552-BAEC-81B1C35CC278}" srcOrd="3" destOrd="0" presId="urn:microsoft.com/office/officeart/2005/8/layout/hierarchy5"/>
    <dgm:cxn modelId="{465210D1-9BF9-4142-89F2-B3BDF6F436EA}" type="presParOf" srcId="{595C09E4-5E3B-4552-BAEC-81B1C35CC278}" destId="{7F057CDC-E1F6-4CA5-8CAF-7C91A6D7AFC2}" srcOrd="0" destOrd="0" presId="urn:microsoft.com/office/officeart/2005/8/layout/hierarchy5"/>
    <dgm:cxn modelId="{5852FDD3-5319-4168-8AE0-56F01916F567}" type="presParOf" srcId="{9FB5D69D-30A5-4A4C-A9D8-C2D71940B672}" destId="{17487FA0-0868-408C-8370-517007677A67}" srcOrd="4" destOrd="0" presId="urn:microsoft.com/office/officeart/2005/8/layout/hierarchy5"/>
    <dgm:cxn modelId="{6CE75FD2-B7E2-4230-8DE6-1826819AC825}" type="presParOf" srcId="{17487FA0-0868-408C-8370-517007677A67}" destId="{246241B4-04A6-479E-95AA-FC9D3DE5AB9A}" srcOrd="0" destOrd="0" presId="urn:microsoft.com/office/officeart/2005/8/layout/hierarchy5"/>
    <dgm:cxn modelId="{C74A0722-5536-4EC4-B23A-C2E8824CE55E}" type="presParOf" srcId="{17487FA0-0868-408C-8370-517007677A67}" destId="{AC8449F8-F70B-427C-AB87-D093921B1255}" srcOrd="1" destOrd="0" presId="urn:microsoft.com/office/officeart/2005/8/layout/hierarchy5"/>
    <dgm:cxn modelId="{8F03A133-1577-43A7-8AF5-509246A42E19}" type="presParOf" srcId="{9FB5D69D-30A5-4A4C-A9D8-C2D71940B672}" destId="{11757ED5-66B8-4B62-8388-6245EB9217FD}" srcOrd="5" destOrd="0" presId="urn:microsoft.com/office/officeart/2005/8/layout/hierarchy5"/>
    <dgm:cxn modelId="{D52A4F60-4405-46C3-AEC9-D40961A6AD04}" type="presParOf" srcId="{11757ED5-66B8-4B62-8388-6245EB9217FD}" destId="{248CCE74-A5BD-46A9-9665-F3862847C1CA}" srcOrd="0" destOrd="0" presId="urn:microsoft.com/office/officeart/2005/8/layout/hierarchy5"/>
    <dgm:cxn modelId="{ACC00C7D-0593-4B15-A057-E9532407C8D5}" type="presParOf" srcId="{9FB5D69D-30A5-4A4C-A9D8-C2D71940B672}" destId="{346DFB00-9C77-4518-BBB7-9AA70D72273A}" srcOrd="6" destOrd="0" presId="urn:microsoft.com/office/officeart/2005/8/layout/hierarchy5"/>
    <dgm:cxn modelId="{30891CA7-08C1-41BC-BEA1-5CED51B2D6D6}" type="presParOf" srcId="{346DFB00-9C77-4518-BBB7-9AA70D72273A}" destId="{7F5A1FB0-2741-4D5F-B326-4ADACE05FD5D}" srcOrd="0" destOrd="0" presId="urn:microsoft.com/office/officeart/2005/8/layout/hierarchy5"/>
    <dgm:cxn modelId="{EA016654-25F2-4C4C-B41F-B881058B5B96}" type="presParOf" srcId="{346DFB00-9C77-4518-BBB7-9AA70D72273A}" destId="{1A9F3DE2-5D51-4823-A956-4924EF500C65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5A1FB0-2741-4D5F-B326-4ADACE05FD5D}">
      <dsp:nvSpPr>
        <dsp:cNvPr id="0" name=""/>
        <dsp:cNvSpPr/>
      </dsp:nvSpPr>
      <dsp:spPr>
        <a:xfrm>
          <a:off x="8039493" y="0"/>
          <a:ext cx="2225354" cy="6256901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/>
            <a:t>Schválení provozní dokumentace</a:t>
          </a:r>
        </a:p>
      </dsp:txBody>
      <dsp:txXfrm>
        <a:off x="8039493" y="0"/>
        <a:ext cx="2225354" cy="1877070"/>
      </dsp:txXfrm>
    </dsp:sp>
    <dsp:sp modelId="{246241B4-04A6-479E-95AA-FC9D3DE5AB9A}">
      <dsp:nvSpPr>
        <dsp:cNvPr id="0" name=""/>
        <dsp:cNvSpPr/>
      </dsp:nvSpPr>
      <dsp:spPr>
        <a:xfrm>
          <a:off x="5443246" y="0"/>
          <a:ext cx="2225354" cy="6256901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/>
            <a:t>Formulář OHA</a:t>
          </a:r>
        </a:p>
      </dsp:txBody>
      <dsp:txXfrm>
        <a:off x="5443246" y="0"/>
        <a:ext cx="2225354" cy="1877070"/>
      </dsp:txXfrm>
    </dsp:sp>
    <dsp:sp modelId="{15988DFC-F1A9-4CB6-A429-FC50778F3D16}">
      <dsp:nvSpPr>
        <dsp:cNvPr id="0" name=""/>
        <dsp:cNvSpPr/>
      </dsp:nvSpPr>
      <dsp:spPr>
        <a:xfrm>
          <a:off x="2846998" y="0"/>
          <a:ext cx="2225354" cy="6256901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/>
            <a:t>Formulář MF – tvorba státního rozpočtu</a:t>
          </a:r>
        </a:p>
      </dsp:txBody>
      <dsp:txXfrm>
        <a:off x="2846998" y="0"/>
        <a:ext cx="2225354" cy="1877070"/>
      </dsp:txXfrm>
    </dsp:sp>
    <dsp:sp modelId="{ECEA3729-43E1-4A4B-88C1-F1E029490FDC}">
      <dsp:nvSpPr>
        <dsp:cNvPr id="0" name=""/>
        <dsp:cNvSpPr/>
      </dsp:nvSpPr>
      <dsp:spPr>
        <a:xfrm>
          <a:off x="250751" y="0"/>
          <a:ext cx="2225354" cy="6256901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/>
            <a:t>Formulář MF – tvorba státního rozpočtu</a:t>
          </a:r>
        </a:p>
      </dsp:txBody>
      <dsp:txXfrm>
        <a:off x="250751" y="0"/>
        <a:ext cx="2225354" cy="1877070"/>
      </dsp:txXfrm>
    </dsp:sp>
    <dsp:sp modelId="{C74E8EA7-43AB-4978-A624-CEDF6D1405A2}">
      <dsp:nvSpPr>
        <dsp:cNvPr id="0" name=""/>
        <dsp:cNvSpPr/>
      </dsp:nvSpPr>
      <dsp:spPr>
        <a:xfrm>
          <a:off x="436197" y="3078363"/>
          <a:ext cx="1854462" cy="9272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 dirty="0"/>
            <a:t>Dokumentace programu</a:t>
          </a:r>
        </a:p>
      </dsp:txBody>
      <dsp:txXfrm>
        <a:off x="463355" y="3105521"/>
        <a:ext cx="1800146" cy="872915"/>
      </dsp:txXfrm>
    </dsp:sp>
    <dsp:sp modelId="{FBB11968-5FA7-49CE-B0E4-05D3E7A343D9}">
      <dsp:nvSpPr>
        <dsp:cNvPr id="0" name=""/>
        <dsp:cNvSpPr/>
      </dsp:nvSpPr>
      <dsp:spPr>
        <a:xfrm rot="18103853">
          <a:off x="1956340" y="2928839"/>
          <a:ext cx="1410424" cy="26674"/>
        </a:xfrm>
        <a:custGeom>
          <a:avLst/>
          <a:gdLst/>
          <a:ahLst/>
          <a:cxnLst/>
          <a:rect l="0" t="0" r="0" b="0"/>
          <a:pathLst>
            <a:path>
              <a:moveTo>
                <a:pt x="0" y="13337"/>
              </a:moveTo>
              <a:lnTo>
                <a:pt x="1410424" y="13337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2626292" y="2906915"/>
        <a:ext cx="70521" cy="70521"/>
      </dsp:txXfrm>
    </dsp:sp>
    <dsp:sp modelId="{A038B920-B3FB-44C6-B37E-9A8CEF108E83}">
      <dsp:nvSpPr>
        <dsp:cNvPr id="0" name=""/>
        <dsp:cNvSpPr/>
      </dsp:nvSpPr>
      <dsp:spPr>
        <a:xfrm>
          <a:off x="3032445" y="1878758"/>
          <a:ext cx="1854462" cy="9272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 dirty="0"/>
            <a:t>Investiční záměr</a:t>
          </a:r>
        </a:p>
      </dsp:txBody>
      <dsp:txXfrm>
        <a:off x="3059603" y="1905916"/>
        <a:ext cx="1800146" cy="872915"/>
      </dsp:txXfrm>
    </dsp:sp>
    <dsp:sp modelId="{963C46D3-63B4-4F86-8F1A-D03E7F77235E}">
      <dsp:nvSpPr>
        <dsp:cNvPr id="0" name=""/>
        <dsp:cNvSpPr/>
      </dsp:nvSpPr>
      <dsp:spPr>
        <a:xfrm>
          <a:off x="4886907" y="2329036"/>
          <a:ext cx="741784" cy="26674"/>
        </a:xfrm>
        <a:custGeom>
          <a:avLst/>
          <a:gdLst/>
          <a:ahLst/>
          <a:cxnLst/>
          <a:rect l="0" t="0" r="0" b="0"/>
          <a:pathLst>
            <a:path>
              <a:moveTo>
                <a:pt x="0" y="13337"/>
              </a:moveTo>
              <a:lnTo>
                <a:pt x="741784" y="13337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5239255" y="2323829"/>
        <a:ext cx="37089" cy="37089"/>
      </dsp:txXfrm>
    </dsp:sp>
    <dsp:sp modelId="{6DEBE57A-9D0F-45AF-9502-40C1636C3482}">
      <dsp:nvSpPr>
        <dsp:cNvPr id="0" name=""/>
        <dsp:cNvSpPr/>
      </dsp:nvSpPr>
      <dsp:spPr>
        <a:xfrm>
          <a:off x="5628692" y="1878758"/>
          <a:ext cx="1854462" cy="9272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 dirty="0"/>
            <a:t>Projekt</a:t>
          </a:r>
        </a:p>
      </dsp:txBody>
      <dsp:txXfrm>
        <a:off x="5655850" y="1905916"/>
        <a:ext cx="1800146" cy="872915"/>
      </dsp:txXfrm>
    </dsp:sp>
    <dsp:sp modelId="{6332430C-1116-4A1D-B359-C9AF53B4F5FE}">
      <dsp:nvSpPr>
        <dsp:cNvPr id="0" name=""/>
        <dsp:cNvSpPr/>
      </dsp:nvSpPr>
      <dsp:spPr>
        <a:xfrm>
          <a:off x="7483154" y="2329036"/>
          <a:ext cx="741784" cy="26674"/>
        </a:xfrm>
        <a:custGeom>
          <a:avLst/>
          <a:gdLst/>
          <a:ahLst/>
          <a:cxnLst/>
          <a:rect l="0" t="0" r="0" b="0"/>
          <a:pathLst>
            <a:path>
              <a:moveTo>
                <a:pt x="0" y="13337"/>
              </a:moveTo>
              <a:lnTo>
                <a:pt x="741784" y="13337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7835502" y="2323829"/>
        <a:ext cx="37089" cy="37089"/>
      </dsp:txXfrm>
    </dsp:sp>
    <dsp:sp modelId="{9C40C1EE-3579-4EC6-8B35-D1931C3E8F09}">
      <dsp:nvSpPr>
        <dsp:cNvPr id="0" name=""/>
        <dsp:cNvSpPr/>
      </dsp:nvSpPr>
      <dsp:spPr>
        <a:xfrm>
          <a:off x="8224939" y="1878758"/>
          <a:ext cx="1854462" cy="9272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 dirty="0"/>
            <a:t>Služba</a:t>
          </a:r>
        </a:p>
      </dsp:txBody>
      <dsp:txXfrm>
        <a:off x="8252097" y="1905916"/>
        <a:ext cx="1800146" cy="872915"/>
      </dsp:txXfrm>
    </dsp:sp>
    <dsp:sp modelId="{18813706-D525-46EE-968B-6D6DFBDBE34C}">
      <dsp:nvSpPr>
        <dsp:cNvPr id="0" name=""/>
        <dsp:cNvSpPr/>
      </dsp:nvSpPr>
      <dsp:spPr>
        <a:xfrm rot="3496147">
          <a:off x="1956340" y="4128444"/>
          <a:ext cx="1410424" cy="26674"/>
        </a:xfrm>
        <a:custGeom>
          <a:avLst/>
          <a:gdLst/>
          <a:ahLst/>
          <a:cxnLst/>
          <a:rect l="0" t="0" r="0" b="0"/>
          <a:pathLst>
            <a:path>
              <a:moveTo>
                <a:pt x="0" y="13337"/>
              </a:moveTo>
              <a:lnTo>
                <a:pt x="1410424" y="13337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2626292" y="4106521"/>
        <a:ext cx="70521" cy="70521"/>
      </dsp:txXfrm>
    </dsp:sp>
    <dsp:sp modelId="{7DEB5BB1-383F-448F-A6BB-C94C9BC87449}">
      <dsp:nvSpPr>
        <dsp:cNvPr id="0" name=""/>
        <dsp:cNvSpPr/>
      </dsp:nvSpPr>
      <dsp:spPr>
        <a:xfrm>
          <a:off x="3032445" y="4277968"/>
          <a:ext cx="1854462" cy="9272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 dirty="0"/>
            <a:t>Investiční záměr</a:t>
          </a:r>
        </a:p>
      </dsp:txBody>
      <dsp:txXfrm>
        <a:off x="3059603" y="4305126"/>
        <a:ext cx="1800146" cy="872915"/>
      </dsp:txXfrm>
    </dsp:sp>
    <dsp:sp modelId="{3C07CCB5-18DA-4703-83C5-554D5A17B138}">
      <dsp:nvSpPr>
        <dsp:cNvPr id="0" name=""/>
        <dsp:cNvSpPr/>
      </dsp:nvSpPr>
      <dsp:spPr>
        <a:xfrm rot="18770822">
          <a:off x="4712404" y="4328378"/>
          <a:ext cx="1090790" cy="26674"/>
        </a:xfrm>
        <a:custGeom>
          <a:avLst/>
          <a:gdLst/>
          <a:ahLst/>
          <a:cxnLst/>
          <a:rect l="0" t="0" r="0" b="0"/>
          <a:pathLst>
            <a:path>
              <a:moveTo>
                <a:pt x="0" y="13337"/>
              </a:moveTo>
              <a:lnTo>
                <a:pt x="1090790" y="13337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5230530" y="4314446"/>
        <a:ext cx="54539" cy="54539"/>
      </dsp:txXfrm>
    </dsp:sp>
    <dsp:sp modelId="{1B4ACB17-14DD-4111-A074-65DC2A1E016F}">
      <dsp:nvSpPr>
        <dsp:cNvPr id="0" name=""/>
        <dsp:cNvSpPr/>
      </dsp:nvSpPr>
      <dsp:spPr>
        <a:xfrm>
          <a:off x="5628692" y="3478232"/>
          <a:ext cx="1854462" cy="9272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 dirty="0"/>
            <a:t>Projekt</a:t>
          </a:r>
        </a:p>
      </dsp:txBody>
      <dsp:txXfrm>
        <a:off x="5655850" y="3505390"/>
        <a:ext cx="1800146" cy="872915"/>
      </dsp:txXfrm>
    </dsp:sp>
    <dsp:sp modelId="{FE928C6A-4F51-498D-9B1D-F75EA9404C10}">
      <dsp:nvSpPr>
        <dsp:cNvPr id="0" name=""/>
        <dsp:cNvSpPr/>
      </dsp:nvSpPr>
      <dsp:spPr>
        <a:xfrm rot="19457599">
          <a:off x="7397291" y="3661931"/>
          <a:ext cx="913510" cy="26674"/>
        </a:xfrm>
        <a:custGeom>
          <a:avLst/>
          <a:gdLst/>
          <a:ahLst/>
          <a:cxnLst/>
          <a:rect l="0" t="0" r="0" b="0"/>
          <a:pathLst>
            <a:path>
              <a:moveTo>
                <a:pt x="0" y="13337"/>
              </a:moveTo>
              <a:lnTo>
                <a:pt x="913510" y="13337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7831209" y="3652430"/>
        <a:ext cx="45675" cy="45675"/>
      </dsp:txXfrm>
    </dsp:sp>
    <dsp:sp modelId="{76DB3D4E-DDBB-41F1-9A8D-A61E4240FD0C}">
      <dsp:nvSpPr>
        <dsp:cNvPr id="0" name=""/>
        <dsp:cNvSpPr/>
      </dsp:nvSpPr>
      <dsp:spPr>
        <a:xfrm>
          <a:off x="8224939" y="2945074"/>
          <a:ext cx="1854462" cy="9272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 dirty="0"/>
            <a:t>Služba</a:t>
          </a:r>
        </a:p>
      </dsp:txBody>
      <dsp:txXfrm>
        <a:off x="8252097" y="2972232"/>
        <a:ext cx="1800146" cy="872915"/>
      </dsp:txXfrm>
    </dsp:sp>
    <dsp:sp modelId="{D699AFDE-66F6-4D23-8034-620DFBB6B091}">
      <dsp:nvSpPr>
        <dsp:cNvPr id="0" name=""/>
        <dsp:cNvSpPr/>
      </dsp:nvSpPr>
      <dsp:spPr>
        <a:xfrm rot="2142401">
          <a:off x="7397291" y="4195089"/>
          <a:ext cx="913510" cy="26674"/>
        </a:xfrm>
        <a:custGeom>
          <a:avLst/>
          <a:gdLst/>
          <a:ahLst/>
          <a:cxnLst/>
          <a:rect l="0" t="0" r="0" b="0"/>
          <a:pathLst>
            <a:path>
              <a:moveTo>
                <a:pt x="0" y="13337"/>
              </a:moveTo>
              <a:lnTo>
                <a:pt x="913510" y="13337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7831209" y="4185588"/>
        <a:ext cx="45675" cy="45675"/>
      </dsp:txXfrm>
    </dsp:sp>
    <dsp:sp modelId="{8A395F5A-8FDD-4996-A24E-FC7B66ABF76C}">
      <dsp:nvSpPr>
        <dsp:cNvPr id="0" name=""/>
        <dsp:cNvSpPr/>
      </dsp:nvSpPr>
      <dsp:spPr>
        <a:xfrm>
          <a:off x="8224939" y="4011389"/>
          <a:ext cx="1854462" cy="9272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 dirty="0"/>
            <a:t>Služba</a:t>
          </a:r>
        </a:p>
      </dsp:txBody>
      <dsp:txXfrm>
        <a:off x="8252097" y="4038547"/>
        <a:ext cx="1800146" cy="872915"/>
      </dsp:txXfrm>
    </dsp:sp>
    <dsp:sp modelId="{DEC8A874-2E01-4BB2-8AE0-934AB0738926}">
      <dsp:nvSpPr>
        <dsp:cNvPr id="0" name=""/>
        <dsp:cNvSpPr/>
      </dsp:nvSpPr>
      <dsp:spPr>
        <a:xfrm rot="2829178">
          <a:off x="4712404" y="5128115"/>
          <a:ext cx="1090790" cy="26674"/>
        </a:xfrm>
        <a:custGeom>
          <a:avLst/>
          <a:gdLst/>
          <a:ahLst/>
          <a:cxnLst/>
          <a:rect l="0" t="0" r="0" b="0"/>
          <a:pathLst>
            <a:path>
              <a:moveTo>
                <a:pt x="0" y="13337"/>
              </a:moveTo>
              <a:lnTo>
                <a:pt x="1090790" y="13337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5230530" y="5114183"/>
        <a:ext cx="54539" cy="54539"/>
      </dsp:txXfrm>
    </dsp:sp>
    <dsp:sp modelId="{3EC36C80-4297-4430-B00E-4CA42D9C4E70}">
      <dsp:nvSpPr>
        <dsp:cNvPr id="0" name=""/>
        <dsp:cNvSpPr/>
      </dsp:nvSpPr>
      <dsp:spPr>
        <a:xfrm>
          <a:off x="5628692" y="5077705"/>
          <a:ext cx="1854462" cy="9272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 dirty="0"/>
            <a:t>Projekt</a:t>
          </a:r>
        </a:p>
      </dsp:txBody>
      <dsp:txXfrm>
        <a:off x="5655850" y="5104863"/>
        <a:ext cx="1800146" cy="872915"/>
      </dsp:txXfrm>
    </dsp:sp>
    <dsp:sp modelId="{0CDD3AD6-3F52-4D34-9315-0A5EA86814F9}">
      <dsp:nvSpPr>
        <dsp:cNvPr id="0" name=""/>
        <dsp:cNvSpPr/>
      </dsp:nvSpPr>
      <dsp:spPr>
        <a:xfrm>
          <a:off x="7483154" y="5527984"/>
          <a:ext cx="741784" cy="26674"/>
        </a:xfrm>
        <a:custGeom>
          <a:avLst/>
          <a:gdLst/>
          <a:ahLst/>
          <a:cxnLst/>
          <a:rect l="0" t="0" r="0" b="0"/>
          <a:pathLst>
            <a:path>
              <a:moveTo>
                <a:pt x="0" y="13337"/>
              </a:moveTo>
              <a:lnTo>
                <a:pt x="741784" y="13337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7835502" y="5522776"/>
        <a:ext cx="37089" cy="37089"/>
      </dsp:txXfrm>
    </dsp:sp>
    <dsp:sp modelId="{9E941B33-86DD-4E7D-9CDE-BE84E71F758F}">
      <dsp:nvSpPr>
        <dsp:cNvPr id="0" name=""/>
        <dsp:cNvSpPr/>
      </dsp:nvSpPr>
      <dsp:spPr>
        <a:xfrm>
          <a:off x="8224939" y="5077705"/>
          <a:ext cx="1854462" cy="9272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 dirty="0"/>
            <a:t>Služba</a:t>
          </a:r>
        </a:p>
      </dsp:txBody>
      <dsp:txXfrm>
        <a:off x="8252097" y="5104863"/>
        <a:ext cx="1800146" cy="872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4E12E-C91D-434D-A647-BE6EC2A79133}" type="datetimeFigureOut">
              <a:rPr lang="cs-CZ" smtClean="0"/>
              <a:t>08.04.2024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E8805-B56C-4FAD-A9B2-E9EC334F86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300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08.04.2024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08.04.2024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08.04.2024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08.04.2024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08.04.2024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08.04.2024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08.04.2024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08.04.2024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08.04.2024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08.04.2024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08.04.2024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08.04.2024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domena_gov" TargetMode="External"/><Relationship Id="rId2" Type="http://schemas.openxmlformats.org/officeDocument/2006/relationships/hyperlink" Target="https://archi.gov.cz/znalostni_baze:faq_ni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chi.gov.cz/znalostni_baze:doklad_podpis?do=diff&amp;rev2%5B0%5D=1691142569&amp;rev2%5B1%5D=1710835920&amp;difftype=sidebyside" TargetMode="External"/><Relationship Id="rId4" Type="http://schemas.openxmlformats.org/officeDocument/2006/relationships/hyperlink" Target="https://archi.gov.cz/znalostni_baze:evidence_udaju?do=diff&amp;rev2%5B0%5D=1706607628&amp;rev2%5B1%5D=1710742654&amp;difftype=sidebysid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nap:system_spravy_dokumentu?do=diff&amp;rev2%5B0%5D=1700831221&amp;rev2%5B1%5D=1710940703&amp;difftype=sidebyside" TargetMode="External"/><Relationship Id="rId7" Type="http://schemas.openxmlformats.org/officeDocument/2006/relationships/hyperlink" Target="https://archi.gov.cz/nap:kontext?do=diff&amp;rev2%5B0%5D=1685948605&amp;rev2%5B1%5D=1712127537&amp;difftype=sidebyside" TargetMode="External"/><Relationship Id="rId2" Type="http://schemas.openxmlformats.org/officeDocument/2006/relationships/hyperlink" Target="https://archi.gov.cz/znalostni_baze:ie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chi.gov.cz/nap:evidence_udaju_o_subjektech?do=diff&amp;rev2%5B0%5D=1671100266&amp;rev2%5B1%5D=1712240657&amp;difftype=sidebyside" TargetMode="External"/><Relationship Id="rId5" Type="http://schemas.openxmlformats.org/officeDocument/2006/relationships/hyperlink" Target="https://archi.gov.cz/nap_dokument:uvod?do=diff&amp;rev2%5B0%5D=1622467977&amp;rev2%5B1%5D=1712232828&amp;difftype=sidebyside" TargetMode="External"/><Relationship Id="rId4" Type="http://schemas.openxmlformats.org/officeDocument/2006/relationships/hyperlink" Target="https://archi.gov.cz/nap:ruian?do=diff&amp;rev2%5B0%5D=1619772896&amp;rev2%5B1%5D=1711026763&amp;difftype=sidebyside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Digitální a informační agentura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611598"/>
            <a:ext cx="9649072" cy="3416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Zasedání</a:t>
            </a:r>
            <a:r>
              <a:rPr kumimoji="0" lang="cs-CZ" sz="5400" b="1" i="0" u="none" strike="noStrike" kern="1200" cap="none" spc="0" normalizeH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3200" b="1" i="0" u="none" strike="noStrike" kern="1200" cap="none" spc="0" normalizeH="0" baseline="0" noProof="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asedání</a:t>
            </a: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8. 4. 2024</a:t>
            </a:r>
            <a:endParaRPr kumimoji="0" lang="cs-CZ" sz="3200" b="1" i="0" u="none" strike="noStrike" kern="1200" cap="none" spc="0" normalizeH="0" baseline="0" noProof="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1638431"/>
            <a:ext cx="8811491" cy="1754326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5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04305" y="669805"/>
            <a:ext cx="3629545" cy="1938992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100" y="10047"/>
            <a:ext cx="7581900" cy="6851008"/>
          </a:xfrm>
          <a:prstGeom prst="rect">
            <a:avLst/>
          </a:prstGeom>
        </p:spPr>
      </p:pic>
      <p:sp>
        <p:nvSpPr>
          <p:cNvPr id="5" name="Obdélník 4"/>
          <p:cNvSpPr/>
          <p:nvPr/>
        </p:nvSpPr>
        <p:spPr>
          <a:xfrm>
            <a:off x="6451600" y="3911600"/>
            <a:ext cx="1257300" cy="444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/>
          <p:cNvSpPr/>
          <p:nvPr/>
        </p:nvSpPr>
        <p:spPr>
          <a:xfrm>
            <a:off x="6369050" y="1194800"/>
            <a:ext cx="1257300" cy="9578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/>
          <p:cNvSpPr/>
          <p:nvPr/>
        </p:nvSpPr>
        <p:spPr>
          <a:xfrm>
            <a:off x="7626350" y="93074"/>
            <a:ext cx="1352550" cy="529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43248" y="30612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2" y="1228855"/>
            <a:ext cx="1152127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–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Metriky ISVS –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Úřad vlády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Průvodce připojením k PPDF –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Provozní stav a úprava NIA –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TCO kalkulačka –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Digitální a informační agentura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Dlouhodobé řízení ISVS –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Poznámky a nejasnosti členů pracovní skupiny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Závěr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7438" y="1206413"/>
            <a:ext cx="11296691" cy="5770857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eGovernment Cloud </a:t>
            </a:r>
            <a:r>
              <a:rPr lang="cs-CZ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https://archi.gov.cz/nap:egovernment_cloud?do=diff&amp;rev2%5B0%5D=1673020153&amp;rev2%5B1%5D=1708519463&amp;difftype=sidebyside</a:t>
            </a:r>
          </a:p>
          <a:p>
            <a:pPr>
              <a:lnSpc>
                <a:spcPct val="120000"/>
              </a:lnSpc>
            </a:pPr>
            <a:r>
              <a:rPr lang="pl-PL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Jednotná digitální brány </a:t>
            </a:r>
            <a:r>
              <a:rPr lang="pl-PL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https://archi.gov.cz/znalostni_baze:sdg_oots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FAQ povinnost využívání NIA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/>
              </a:rPr>
              <a:t>https://archi.gov.cz/znalostni_baze:faq_nia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Pravidla domény gov.cz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https://archi.gov.cz/znalostni_baze:domena_gov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Evidence údajů v agendě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/>
              </a:rPr>
              <a:t>https://archi.gov.cz/znalostni_baze:evidence_udaju?do=diff&amp;rev2%5B0%5D=1706607628&amp;rev2%5B1%5D=1710742654&amp;difftype=sidebyside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Zápis certifikátu do </a:t>
            </a:r>
            <a:r>
              <a:rPr lang="cs-CZ" sz="2900" b="1" dirty="0" err="1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eOP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5"/>
              </a:rPr>
              <a:t>https://archi.gov.cz/znalostni_baze:doklad_podpis?do=diff&amp;rev2%5B0%5D=1691142569&amp;rev2%5B1%5D=1710835920&amp;difftype=sidebyside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406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7438" y="1087143"/>
            <a:ext cx="11296691" cy="577085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cs-CZ" sz="31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Nařízení o interoperabilní Evropě </a:t>
            </a:r>
            <a:r>
              <a:rPr lang="cs-CZ" sz="31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https://archi.gov.cz/znalostni_baze:iea</a:t>
            </a:r>
            <a:r>
              <a:rPr lang="cs-CZ" sz="31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31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Systémy pro správu dokumentů </a:t>
            </a:r>
            <a:r>
              <a:rPr lang="cs-CZ" sz="31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https://archi.gov.cz/nap:system_spravy_dokumentu?do=diff&amp;rev2%5B0%5D=1700831221&amp;rev2%5B1%5D=1710940703&amp;difftype=sidebyside</a:t>
            </a:r>
            <a:r>
              <a:rPr lang="cs-CZ" sz="31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31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Registr územní </a:t>
            </a:r>
            <a:r>
              <a:rPr lang="cs-CZ" sz="31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identifikac</a:t>
            </a:r>
            <a:r>
              <a:rPr lang="cs-CZ" sz="31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, adres a nemovitostí </a:t>
            </a:r>
            <a:r>
              <a:rPr lang="cs-CZ" sz="31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https://archi.gov.cz/nap:ruian?do=diff&amp;rev2%5B0%5D=1619772896&amp;rev2%5B1%5D=1711026763&amp;difftype=sidebyside</a:t>
            </a:r>
            <a:r>
              <a:rPr lang="cs-CZ" sz="31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NAP Úvod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5"/>
              </a:rPr>
              <a:t>https://archi.gov.cz/nap_dokument:uvod?do=diff&amp;rev2%5B0%5D=1622467977&amp;rev2%5B1%5D=1712232828&amp;difftype=sidebyside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Evidence subjektů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6"/>
              </a:rPr>
              <a:t>https://archi.gov.cz/nap:evidence_udaju_o_subjektech?do=diff&amp;rev2%5B0%5D=1671100266&amp;rev2%5B1%5D=1712240657&amp;difftype=sidebyside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 err="1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eGSB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kontexty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7"/>
              </a:rPr>
              <a:t>https://archi.gov.cz/nap:kontext?do=diff&amp;rev2%5B0%5D=1685948605&amp;rev2%5B1%5D=1712127537&amp;difftype=sidebyside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0607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změn jednomyslně schválen usnesením RVIS 2024///U</a:t>
            </a:r>
          </a:p>
          <a:p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Výbor pro Informační koncepci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Plenární zasedání RVIS</a:t>
            </a: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Pravidla diskuze ve speciální části webu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https://archi.gov.cz/diskuze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Diskutujte 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1552578"/>
            <a:ext cx="10914610" cy="1978112"/>
          </a:xfrm>
        </p:spPr>
        <p:txBody>
          <a:bodyPr/>
          <a:lstStyle/>
          <a:p>
            <a:pPr algn="ctr"/>
            <a:r>
              <a:rPr lang="cs-CZ" sz="44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Metriky ISVS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959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Průvodce připojením k PPDF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117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1779081"/>
            <a:ext cx="10914610" cy="1978112"/>
          </a:xfrm>
        </p:spPr>
        <p:txBody>
          <a:bodyPr/>
          <a:lstStyle/>
          <a:p>
            <a:pPr algn="ctr"/>
            <a:r>
              <a:rPr lang="cs-CZ" sz="4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Provozní stav a úpravy NIA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153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B8D7F-20A7-DB40-4FC3-EA5D8866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89E98D-E764-4E52-ABD9-79CAC9DB6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TCO kalkulačka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625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38695" y="1770692"/>
            <a:ext cx="10914610" cy="1978112"/>
          </a:xfrm>
        </p:spPr>
        <p:txBody>
          <a:bodyPr/>
          <a:lstStyle/>
          <a:p>
            <a:pPr algn="ctr"/>
            <a:r>
              <a:rPr lang="cs-CZ" sz="44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Dlouhodobé řízení ISVS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7DE5C-0776-6BF0-FF8C-79A77E551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30C944-2AE8-9872-B8F3-96CA7C945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Dlouhodobé řízení ISVS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4E4C4C-698F-26F3-9C2E-A8E2A8A21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703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Zákon č. 365/2000 Sb. (č. 111/2009 Sb., č. 250/2017 Sb., 499/2004 Sb., č. 300/2008 Sb., …)</a:t>
            </a:r>
          </a:p>
          <a:p>
            <a:r>
              <a:rPr lang="cs-CZ" sz="4000" b="1" dirty="0">
                <a:ln>
                  <a:solidFill>
                    <a:schemeClr val="bg1"/>
                  </a:solidFill>
                </a:ln>
              </a:rPr>
              <a:t>Vyhláška č. 360/2023 Sb., o dlouhodobém řízení ISVS</a:t>
            </a:r>
          </a:p>
          <a:p>
            <a:r>
              <a:rPr lang="cs-CZ" sz="4000" b="1" dirty="0">
                <a:ln>
                  <a:solidFill>
                    <a:schemeClr val="bg1"/>
                  </a:solidFill>
                </a:ln>
              </a:rPr>
              <a:t>Vyhláška č. 530/2006 Sb., o postupech atestačních středisek</a:t>
            </a:r>
          </a:p>
          <a:p>
            <a:r>
              <a:rPr lang="cs-CZ" sz="4000" b="1" dirty="0">
                <a:ln>
                  <a:solidFill>
                    <a:schemeClr val="bg1"/>
                  </a:solidFill>
                </a:ln>
              </a:rPr>
              <a:t>Informační systém dlouhodobého řízení ISVS</a:t>
            </a:r>
          </a:p>
        </p:txBody>
      </p:sp>
    </p:spTree>
    <p:extLst>
      <p:ext uri="{BB962C8B-B14F-4D97-AF65-F5344CB8AC3E}">
        <p14:creationId xmlns:p14="http://schemas.microsoft.com/office/powerpoint/2010/main" val="511920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45B57-21B2-38D1-741D-AD6EB365F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03ACFA-AE71-FFF3-9DC9-5E866B8F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Dlouhodobé řízení ISVS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6FDE25B-477E-E051-4903-8DA023CDA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5433"/>
            <a:ext cx="10515600" cy="4351338"/>
          </a:xfrm>
        </p:spPr>
        <p:txBody>
          <a:bodyPr>
            <a:normAutofit/>
          </a:bodyPr>
          <a:lstStyle/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zákon č. 365/2000 Sb., o ISVS</a:t>
            </a:r>
          </a:p>
          <a:p>
            <a:pPr lvl="1"/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Orgány veřejné správy (státní správa, samospráva, SPO)</a:t>
            </a:r>
          </a:p>
          <a:p>
            <a:pPr lvl="1"/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Povinnosti dle § 5 </a:t>
            </a:r>
          </a:p>
          <a:p>
            <a:pPr lvl="1"/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Práva dle § 4</a:t>
            </a:r>
          </a:p>
          <a:p>
            <a:pPr lvl="1"/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Obce vykonávající přenesenou působnost pouze v základním rozsahu nemusí mít atestaci</a:t>
            </a:r>
          </a:p>
        </p:txBody>
      </p:sp>
    </p:spTree>
    <p:extLst>
      <p:ext uri="{BB962C8B-B14F-4D97-AF65-F5344CB8AC3E}">
        <p14:creationId xmlns:p14="http://schemas.microsoft.com/office/powerpoint/2010/main" val="2178679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3D097-8B82-9034-9894-79E2B95BD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CB74E0-4F1A-C017-F18D-C438E336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Dlouhodobé řízení ISVS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03A97C-AB75-8C2D-315A-0C60A0DC0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Vyhláška č. 360/2023 Sb., o dlouhodobém řízení ISVS</a:t>
            </a:r>
          </a:p>
          <a:p>
            <a:pPr lvl="1"/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Účinnost od 1.7.2024</a:t>
            </a:r>
          </a:p>
          <a:p>
            <a:pPr lvl="1"/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Struktura informační koncepce </a:t>
            </a:r>
          </a:p>
          <a:p>
            <a:pPr lvl="1"/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Struktura provozní dokumentace</a:t>
            </a:r>
          </a:p>
          <a:p>
            <a:pPr lvl="1"/>
            <a:r>
              <a:rPr lang="cs-CZ" sz="2800" b="1" dirty="0">
                <a:ln>
                  <a:solidFill>
                    <a:schemeClr val="bg1"/>
                  </a:solidFill>
                </a:ln>
              </a:rPr>
              <a:t>Životní cyklus, dekomponování, strukturování dat, technické požadavky, hodnocení ekonomické  výhodnosti provozu</a:t>
            </a:r>
          </a:p>
          <a:p>
            <a:pPr lvl="1"/>
            <a:r>
              <a:rPr lang="cs-CZ" sz="2800" b="1" dirty="0">
                <a:ln>
                  <a:solidFill>
                    <a:schemeClr val="bg1"/>
                  </a:solidFill>
                </a:ln>
              </a:rPr>
              <a:t>Metodický pokyn ke zveřejňování provozní dokumentace</a:t>
            </a:r>
          </a:p>
        </p:txBody>
      </p:sp>
    </p:spTree>
    <p:extLst>
      <p:ext uri="{BB962C8B-B14F-4D97-AF65-F5344CB8AC3E}">
        <p14:creationId xmlns:p14="http://schemas.microsoft.com/office/powerpoint/2010/main" val="297088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464F4-2839-00A0-810E-AD97C343B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FA53BF-B34C-1D82-8D13-1F8E08B75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Dlouhodobé řízení ISVS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E81256E-7983-8800-B4B1-F867480AF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70615"/>
            <a:ext cx="10711375" cy="4351338"/>
          </a:xfrm>
        </p:spPr>
        <p:txBody>
          <a:bodyPr>
            <a:normAutofit/>
          </a:bodyPr>
          <a:lstStyle/>
          <a:p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Vyhláška č. 530/2006 Sb., o postupech atestačních středisek</a:t>
            </a:r>
          </a:p>
          <a:p>
            <a:pPr lvl="1"/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Příprava do </a:t>
            </a:r>
            <a:r>
              <a:rPr lang="cs-CZ" sz="32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meziresortu</a:t>
            </a: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– plánovaná účinnost od 1.7.2024</a:t>
            </a:r>
          </a:p>
          <a:p>
            <a:pPr lvl="1"/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Vyšší míra zapojení atestačních středisek </a:t>
            </a:r>
          </a:p>
          <a:p>
            <a:pPr lvl="1"/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Atestace ISVS jako nezbytný předpoklad pro kladné posouzení projektu OHA</a:t>
            </a:r>
          </a:p>
          <a:p>
            <a:pPr lvl="1"/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Atestace se týká cca 1 400 subjektů</a:t>
            </a:r>
          </a:p>
        </p:txBody>
      </p:sp>
    </p:spTree>
    <p:extLst>
      <p:ext uri="{BB962C8B-B14F-4D97-AF65-F5344CB8AC3E}">
        <p14:creationId xmlns:p14="http://schemas.microsoft.com/office/powerpoint/2010/main" val="1133371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FDDEC-EBE3-A70E-78A9-E574692BE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A3F27B-6A2F-E2C8-A0E3-F358C2AE6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Dlouhodobé řízení ISVS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164376E-24AC-47C6-9499-22880FF36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245" y="1803004"/>
            <a:ext cx="11341510" cy="4922260"/>
          </a:xfrm>
        </p:spPr>
        <p:txBody>
          <a:bodyPr numCol="1">
            <a:normAutofit fontScale="92500" lnSpcReduction="10000"/>
          </a:bodyPr>
          <a:lstStyle/>
          <a:p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Realizace projektu bez souhlasného posouzení je porušení rozpočtové kázně dle § 5c odst. 3</a:t>
            </a:r>
          </a:p>
          <a:p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Výběr technický a programových prostředků dle požadavků v IK ČR § 5 odst. 1</a:t>
            </a: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Zajistit vazby mezi ISVS pouze prostřednictvím referenčního rozhraní a propojovat sítě prostřednictvím CMS</a:t>
            </a: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Využívat jen cloud uvedený v katalogu cloud </a:t>
            </a:r>
            <a:r>
              <a:rPr lang="cs-CZ" sz="3200" b="1" dirty="0" err="1">
                <a:ln>
                  <a:solidFill>
                    <a:schemeClr val="bg1"/>
                  </a:solidFill>
                </a:ln>
              </a:rPr>
              <a:t>computingu</a:t>
            </a:r>
            <a:endParaRPr lang="cs-CZ" sz="3200" b="1" dirty="0">
              <a:ln>
                <a:solidFill>
                  <a:schemeClr val="bg1"/>
                </a:solidFill>
              </a:ln>
            </a:endParaRP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Fikce podpisu dle § 8 se zaručenou el. identitou</a:t>
            </a: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Výpisy/výstupy z ISVS jsou veřejné listiny</a:t>
            </a: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Opatření k nápravě § 4 odst. 2 písm. f) vs § 5 odst. 2 písm. e)</a:t>
            </a:r>
          </a:p>
        </p:txBody>
      </p:sp>
    </p:spTree>
    <p:extLst>
      <p:ext uri="{BB962C8B-B14F-4D97-AF65-F5344CB8AC3E}">
        <p14:creationId xmlns:p14="http://schemas.microsoft.com/office/powerpoint/2010/main" val="1471581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2C791-F798-7D72-3F1B-A71AB6948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DC489-9EEA-1D9D-F467-3B9281A97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Dlouhodobé řízení ISVS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194FAFE-3843-27F2-975E-3005DBF4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690" y="1821338"/>
            <a:ext cx="11341510" cy="4922260"/>
          </a:xfrm>
        </p:spPr>
        <p:txBody>
          <a:bodyPr numCol="1">
            <a:normAutofit/>
          </a:bodyPr>
          <a:lstStyle/>
          <a:p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Provádět hodnocení ekonomické výhodnosti provozu ISVS</a:t>
            </a:r>
          </a:p>
          <a:p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Zveřejňovat věstníky na gov.cz (pouze ÚSÚ)</a:t>
            </a: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Do 3 měsíců od změny IK ji předložit DIA</a:t>
            </a: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Řízení informatiky a řízení životního cyklu jako framework</a:t>
            </a: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Gov.cz jako jednotná doména pro služby ISVS</a:t>
            </a: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Strukturovat data v ISVS – znát zdroj a cíl</a:t>
            </a: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Povinná NIA a povinný JIP/KAAS </a:t>
            </a:r>
          </a:p>
        </p:txBody>
      </p:sp>
    </p:spTree>
    <p:extLst>
      <p:ext uri="{BB962C8B-B14F-4D97-AF65-F5344CB8AC3E}">
        <p14:creationId xmlns:p14="http://schemas.microsoft.com/office/powerpoint/2010/main" val="263443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1A5982-C54A-1DBE-398A-BD297E0B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A64A3FBA-44BE-EF91-F672-F6A76B4ACB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5137412"/>
              </p:ext>
            </p:extLst>
          </p:nvPr>
        </p:nvGraphicFramePr>
        <p:xfrm>
          <a:off x="838200" y="365124"/>
          <a:ext cx="10515600" cy="6256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1831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5E8E9-1CF1-CA8F-9D79-8D62FB790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55275F-599E-E371-6221-4D77AD4BC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Dlouhodobé řízení ISVS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8260EC2-7FE2-FFB4-1810-9E2496BCC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615"/>
            <a:ext cx="10515600" cy="4351338"/>
          </a:xfrm>
        </p:spPr>
        <p:txBody>
          <a:bodyPr>
            <a:normAutofit/>
          </a:bodyPr>
          <a:lstStyle/>
          <a:p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Informační systém dlouhodobého řízení ISVS</a:t>
            </a:r>
          </a:p>
          <a:p>
            <a:pPr lvl="1"/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Technické parametry</a:t>
            </a:r>
          </a:p>
          <a:p>
            <a:pPr lvl="1"/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Digitalizace celého procesu posuzování</a:t>
            </a:r>
          </a:p>
          <a:p>
            <a:pPr lvl="1"/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Rušení papírových formulářů </a:t>
            </a:r>
          </a:p>
          <a:p>
            <a:pPr lvl="1"/>
            <a:r>
              <a:rPr lang="cs-CZ" sz="2800" b="1" dirty="0">
                <a:ln>
                  <a:solidFill>
                    <a:schemeClr val="bg1"/>
                  </a:solidFill>
                </a:ln>
              </a:rPr>
              <a:t>Prototyp do konce roku 2024</a:t>
            </a:r>
          </a:p>
          <a:p>
            <a:pPr lvl="1"/>
            <a:r>
              <a:rPr lang="cs-CZ" sz="2800" b="1" dirty="0">
                <a:ln>
                  <a:solidFill>
                    <a:schemeClr val="bg1"/>
                  </a:solidFill>
                </a:ln>
              </a:rPr>
              <a:t>Produkce do 1. poloviny 2025 </a:t>
            </a:r>
          </a:p>
          <a:p>
            <a:pPr lvl="1"/>
            <a:r>
              <a:rPr lang="cs-CZ" sz="2800" b="1" dirty="0">
                <a:ln>
                  <a:solidFill>
                    <a:schemeClr val="bg1"/>
                  </a:solidFill>
                </a:ln>
              </a:rPr>
              <a:t>Úprava zákona č. 365/2000 Sb., o informačních systémech veřejné správy</a:t>
            </a: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Možnost zapojení externích kapacit na hodnocení</a:t>
            </a:r>
          </a:p>
        </p:txBody>
      </p:sp>
    </p:spTree>
    <p:extLst>
      <p:ext uri="{BB962C8B-B14F-4D97-AF65-F5344CB8AC3E}">
        <p14:creationId xmlns:p14="http://schemas.microsoft.com/office/powerpoint/2010/main" val="1417264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dea830-d126-41b7-9f69-5dc598a679e7" xsi:nil="true"/>
    <lcf76f155ced4ddcb4097134ff3c332f xmlns="96a559f6-78cc-4fcb-80ce-aeceb24eab0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e08fb0dd1033572d62b70ecc67e1c61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77c69e46c62157503f07a38e2ec41cc0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7162913-75F5-4CD8-A6D2-1A34A8C5FF5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7498</TotalTime>
  <Words>1051</Words>
  <Application>Microsoft Office PowerPoint</Application>
  <PresentationFormat>Širokoúhlá obrazovka</PresentationFormat>
  <Paragraphs>117</Paragraphs>
  <Slides>24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24</vt:i4>
      </vt:variant>
    </vt:vector>
  </HeadingPairs>
  <TitlesOfParts>
    <vt:vector size="27" baseType="lpstr">
      <vt:lpstr>Arial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Metriky ISVS</vt:lpstr>
      <vt:lpstr>Průvodce připojením k PPDF</vt:lpstr>
      <vt:lpstr>Provozní stav a úpravy NIA</vt:lpstr>
      <vt:lpstr>TCO kalkulačka</vt:lpstr>
      <vt:lpstr>Dlouhodobé řízení ISVS</vt:lpstr>
      <vt:lpstr>Dlouhodobé řízení ISVS</vt:lpstr>
      <vt:lpstr>Dlouhodobé řízení ISVS</vt:lpstr>
      <vt:lpstr>Dlouhodobé řízení ISVS</vt:lpstr>
      <vt:lpstr>Dlouhodobé řízení ISVS</vt:lpstr>
      <vt:lpstr>Dlouhodobé řízení ISVS</vt:lpstr>
      <vt:lpstr>Dlouhodobé řízení ISVS</vt:lpstr>
      <vt:lpstr>Prezentace aplikace PowerPoint</vt:lpstr>
      <vt:lpstr>Dlouhodobé řízení ISVS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115</cp:revision>
  <dcterms:created xsi:type="dcterms:W3CDTF">2021-01-27T09:19:54Z</dcterms:created>
  <dcterms:modified xsi:type="dcterms:W3CDTF">2024-04-08T07:05:29Z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0x010100B7636834349BDE4785976B8F50EC4529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2023-05-31T18:05:34Z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c5314257-51c3-403d-a298-d6cb53c54f2a</vt:lpwstr>
  </property>
  <property fmtid="{D5CDD505-2E9C-101B-9397-08002B2CF9AE}" pid="10" name="MSIP_Label_defa4170-0d19-0005-0004-bc88714345d2_ContentBits">
    <vt:lpwstr>0</vt:lpwstr>
  </property>
</Properties>
</file>