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4" r:id="rId6"/>
    <p:sldId id="265" r:id="rId7"/>
    <p:sldId id="268" r:id="rId8"/>
    <p:sldId id="269" r:id="rId9"/>
    <p:sldId id="271" r:id="rId10"/>
    <p:sldId id="272" r:id="rId11"/>
    <p:sldId id="270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12.7.2021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Šedivec, 5 min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Rekapitulace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předchozích témat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Evropská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elektronická identita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</a:t>
            </a:r>
            <a:r>
              <a:rPr lang="cs-CZ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Tiller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Pravidla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kvalifikovaných poskytovatelů služeb (</a:t>
            </a:r>
            <a:r>
              <a:rPr lang="cs-CZ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ve federaci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</a:t>
            </a:r>
            <a:r>
              <a:rPr lang="cs-CZ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Tiller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systém </a:t>
            </a:r>
            <a:r>
              <a:rPr lang="cs-CZ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gov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cz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Jan Kalina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eGC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Igor Čermák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šedivec</a:t>
            </a: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Šedivec, MVČR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/>
              <a:t>Rekapitulace předchozích témat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719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Evropská elektronická identita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Pravidla kvalifikovaných poskytovatelů služeb (</a:t>
            </a:r>
            <a:r>
              <a:rPr lang="cs-CZ" b="1" dirty="0" err="1"/>
              <a:t>SeP</a:t>
            </a:r>
            <a:r>
              <a:rPr lang="cs-CZ" b="1" dirty="0"/>
              <a:t>) ve federaci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5493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Design systém gov cz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eGovernment Cloud </a:t>
            </a:r>
          </a:p>
        </p:txBody>
      </p:sp>
    </p:spTree>
    <p:extLst>
      <p:ext uri="{BB962C8B-B14F-4D97-AF65-F5344CB8AC3E}">
        <p14:creationId xmlns:p14="http://schemas.microsoft.com/office/powerpoint/2010/main" val="260400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FA799A-240D-428F-A4FF-2146787A7CE2}"/>
</file>

<file path=customXml/itemProps2.xml><?xml version="1.0" encoding="utf-8"?>
<ds:datastoreItem xmlns:ds="http://schemas.openxmlformats.org/officeDocument/2006/customXml" ds:itemID="{4FADFD72-1819-4A50-8D4E-74225CB6FDBB}"/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130</Words>
  <Application>Microsoft Office PowerPoint</Application>
  <PresentationFormat>Širokoúhlá obrazovka</PresentationFormat>
  <Paragraphs>26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Calibri</vt:lpstr>
      <vt:lpstr>MV_sablona1_2007</vt:lpstr>
      <vt:lpstr>Prezentace aplikace PowerPoint</vt:lpstr>
      <vt:lpstr>Technický úvod, pravidla videokonference </vt:lpstr>
      <vt:lpstr> </vt:lpstr>
      <vt:lpstr>Kontext naší PS v rámci RVIS</vt:lpstr>
      <vt:lpstr>Rekapitulace předchozích témat </vt:lpstr>
      <vt:lpstr>Evropská elektronická identita </vt:lpstr>
      <vt:lpstr>Pravidla kvalifikovaných poskytovatelů služeb (SeP) ve federaci </vt:lpstr>
      <vt:lpstr>Design systém gov cz </vt:lpstr>
      <vt:lpstr>eGovernment Cloud 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13</cp:revision>
  <dcterms:created xsi:type="dcterms:W3CDTF">2021-01-27T09:19:54Z</dcterms:created>
  <dcterms:modified xsi:type="dcterms:W3CDTF">2021-07-12T09:46:56Z</dcterms:modified>
</cp:coreProperties>
</file>