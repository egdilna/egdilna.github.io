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  <p:sldId id="260" r:id="rId6"/>
    <p:sldId id="261" r:id="rId7"/>
    <p:sldId id="259" r:id="rId8"/>
    <p:sldId id="285" r:id="rId9"/>
    <p:sldId id="405" r:id="rId10"/>
    <p:sldId id="274" r:id="rId11"/>
    <p:sldId id="275" r:id="rId12"/>
    <p:sldId id="276" r:id="rId13"/>
    <p:sldId id="311" r:id="rId14"/>
    <p:sldId id="269" r:id="rId15"/>
    <p:sldId id="406" r:id="rId16"/>
    <p:sldId id="407" r:id="rId17"/>
    <p:sldId id="408" r:id="rId18"/>
    <p:sldId id="272" r:id="rId19"/>
    <p:sldId id="270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Šedivec" userId="5859117d-4fed-45af-939e-a078bb4ea44f" providerId="ADAL" clId="{928A9DD4-21D0-4F1B-99CD-5AC1E09B7593}"/>
    <pc:docChg chg="undo custSel addSld modSld">
      <pc:chgData name="Tomáš Šedivec" userId="5859117d-4fed-45af-939e-a078bb4ea44f" providerId="ADAL" clId="{928A9DD4-21D0-4F1B-99CD-5AC1E09B7593}" dt="2023-11-13T11:04:48.092" v="103" actId="20577"/>
      <pc:docMkLst>
        <pc:docMk/>
      </pc:docMkLst>
      <pc:sldChg chg="modSp mod">
        <pc:chgData name="Tomáš Šedivec" userId="5859117d-4fed-45af-939e-a078bb4ea44f" providerId="ADAL" clId="{928A9DD4-21D0-4F1B-99CD-5AC1E09B7593}" dt="2023-11-13T11:02:00.220" v="90" actId="113"/>
        <pc:sldMkLst>
          <pc:docMk/>
          <pc:sldMk cId="3010951941" sldId="259"/>
        </pc:sldMkLst>
        <pc:spChg chg="mod">
          <ac:chgData name="Tomáš Šedivec" userId="5859117d-4fed-45af-939e-a078bb4ea44f" providerId="ADAL" clId="{928A9DD4-21D0-4F1B-99CD-5AC1E09B7593}" dt="2023-11-13T11:02:00.220" v="90" actId="113"/>
          <ac:spMkLst>
            <pc:docMk/>
            <pc:sldMk cId="3010951941" sldId="259"/>
            <ac:spMk id="8" creationId="{DB173E78-E423-C647-B2A9-0E772E0C7ADB}"/>
          </ac:spMkLst>
        </pc:spChg>
      </pc:sldChg>
      <pc:sldChg chg="modSp mod">
        <pc:chgData name="Tomáš Šedivec" userId="5859117d-4fed-45af-939e-a078bb4ea44f" providerId="ADAL" clId="{928A9DD4-21D0-4F1B-99CD-5AC1E09B7593}" dt="2023-11-13T11:04:10.513" v="96" actId="20577"/>
        <pc:sldMkLst>
          <pc:docMk/>
          <pc:sldMk cId="3282216109" sldId="275"/>
        </pc:sldMkLst>
        <pc:spChg chg="mod">
          <ac:chgData name="Tomáš Šedivec" userId="5859117d-4fed-45af-939e-a078bb4ea44f" providerId="ADAL" clId="{928A9DD4-21D0-4F1B-99CD-5AC1E09B7593}" dt="2023-11-13T11:04:10.513" v="96" actId="20577"/>
          <ac:spMkLst>
            <pc:docMk/>
            <pc:sldMk cId="3282216109" sldId="275"/>
            <ac:spMk id="3" creationId="{00000000-0000-0000-0000-000000000000}"/>
          </ac:spMkLst>
        </pc:spChg>
      </pc:sldChg>
      <pc:sldChg chg="modSp mod">
        <pc:chgData name="Tomáš Šedivec" userId="5859117d-4fed-45af-939e-a078bb4ea44f" providerId="ADAL" clId="{928A9DD4-21D0-4F1B-99CD-5AC1E09B7593}" dt="2023-11-13T11:04:23.598" v="97" actId="6549"/>
        <pc:sldMkLst>
          <pc:docMk/>
          <pc:sldMk cId="3289770421" sldId="276"/>
        </pc:sldMkLst>
        <pc:spChg chg="mod">
          <ac:chgData name="Tomáš Šedivec" userId="5859117d-4fed-45af-939e-a078bb4ea44f" providerId="ADAL" clId="{928A9DD4-21D0-4F1B-99CD-5AC1E09B7593}" dt="2023-11-13T11:04:23.598" v="97" actId="6549"/>
          <ac:spMkLst>
            <pc:docMk/>
            <pc:sldMk cId="3289770421" sldId="276"/>
            <ac:spMk id="3" creationId="{00000000-0000-0000-0000-000000000000}"/>
          </ac:spMkLst>
        </pc:spChg>
      </pc:sldChg>
      <pc:sldChg chg="modSp mod">
        <pc:chgData name="Tomáš Šedivec" userId="5859117d-4fed-45af-939e-a078bb4ea44f" providerId="ADAL" clId="{928A9DD4-21D0-4F1B-99CD-5AC1E09B7593}" dt="2023-11-13T11:02:38.392" v="91" actId="1076"/>
        <pc:sldMkLst>
          <pc:docMk/>
          <pc:sldMk cId="3684061063" sldId="405"/>
        </pc:sldMkLst>
        <pc:spChg chg="mod">
          <ac:chgData name="Tomáš Šedivec" userId="5859117d-4fed-45af-939e-a078bb4ea44f" providerId="ADAL" clId="{928A9DD4-21D0-4F1B-99CD-5AC1E09B7593}" dt="2023-11-13T11:02:38.392" v="91" actId="1076"/>
          <ac:spMkLst>
            <pc:docMk/>
            <pc:sldMk cId="3684061063" sldId="405"/>
            <ac:spMk id="3" creationId="{00000000-0000-0000-0000-000000000000}"/>
          </ac:spMkLst>
        </pc:spChg>
      </pc:sldChg>
      <pc:sldChg chg="modSp add mod">
        <pc:chgData name="Tomáš Šedivec" userId="5859117d-4fed-45af-939e-a078bb4ea44f" providerId="ADAL" clId="{928A9DD4-21D0-4F1B-99CD-5AC1E09B7593}" dt="2023-11-13T11:04:48.092" v="103" actId="20577"/>
        <pc:sldMkLst>
          <pc:docMk/>
          <pc:sldMk cId="878930634" sldId="408"/>
        </pc:sldMkLst>
        <pc:spChg chg="mod">
          <ac:chgData name="Tomáš Šedivec" userId="5859117d-4fed-45af-939e-a078bb4ea44f" providerId="ADAL" clId="{928A9DD4-21D0-4F1B-99CD-5AC1E09B7593}" dt="2023-11-13T11:04:48.092" v="103" actId="20577"/>
          <ac:spMkLst>
            <pc:docMk/>
            <pc:sldMk cId="878930634" sldId="40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13.11.2023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13.11.2023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13.11.2023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13.11.2023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13.11.2023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13.11.2023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13.11.2023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13.11.2023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13.11.2023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13.11.2023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13.11.2023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13.11.2023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implementace_zopds" TargetMode="External"/><Relationship Id="rId2" Type="http://schemas.openxmlformats.org/officeDocument/2006/relationships/hyperlink" Target="https://archi.gov.cz/znalostni_baze:aisp_ohlaseni_sluzeb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chi.gov.cz/znalostni_baze:vzorove_zadosti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sprava_programovych_prostredku" TargetMode="External"/><Relationship Id="rId2" Type="http://schemas.openxmlformats.org/officeDocument/2006/relationships/hyperlink" Target="https://archi.gov.cz/nap:fai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chi.gov.cz/znalostni_baze:aisp_editace_udaju" TargetMode="External"/><Relationship Id="rId4" Type="http://schemas.openxmlformats.org/officeDocument/2006/relationships/hyperlink" Target="https://archi.gov.cz/znalostni_baze:doporuceni_sprava_programovych_prostredku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Digitální a informační agentura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Zasedání</a:t>
            </a:r>
            <a:r>
              <a:rPr kumimoji="0" lang="cs-CZ" sz="5400" b="1" i="0" u="none" strike="noStrike" kern="1200" cap="none" spc="0" normalizeH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3200" b="1" i="0" u="none" strike="noStrike" kern="1200" cap="none" spc="0" normalizeH="0" baseline="0" noProof="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asedání</a:t>
            </a: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13. 11. 2023</a:t>
            </a:r>
            <a:endParaRPr kumimoji="0" lang="cs-CZ" sz="3200" b="1" i="0" u="none" strike="noStrike" kern="1200" cap="none" spc="0" normalizeH="0" baseline="0" noProof="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04305" y="669805"/>
            <a:ext cx="3629545" cy="1938992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100" y="10047"/>
            <a:ext cx="7581900" cy="6851008"/>
          </a:xfrm>
          <a:prstGeom prst="rect">
            <a:avLst/>
          </a:prstGeom>
        </p:spPr>
      </p:pic>
      <p:sp>
        <p:nvSpPr>
          <p:cNvPr id="5" name="Obdélník 4"/>
          <p:cNvSpPr/>
          <p:nvPr/>
        </p:nvSpPr>
        <p:spPr>
          <a:xfrm>
            <a:off x="6451600" y="3911600"/>
            <a:ext cx="1257300" cy="444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/>
          <p:cNvSpPr/>
          <p:nvPr/>
        </p:nvSpPr>
        <p:spPr>
          <a:xfrm>
            <a:off x="6369050" y="1194800"/>
            <a:ext cx="1257300" cy="9578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/>
          <p:cNvSpPr/>
          <p:nvPr/>
        </p:nvSpPr>
        <p:spPr>
          <a:xfrm>
            <a:off x="7626350" y="93074"/>
            <a:ext cx="1352550" cy="529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43248" y="30612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2" y="1228855"/>
            <a:ext cx="1152127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–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Základní registry nové generace –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Petr Tiller</a:t>
            </a:r>
            <a:endParaRPr lang="cs-CZ" sz="28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Zkušenosti s využíváním </a:t>
            </a:r>
            <a:r>
              <a:rPr lang="cs-CZ" sz="28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eGSB</a:t>
            </a: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/ISSS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Pavel Kolář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Centrální autentizační a autorizační systém (CAAIS) jako náhrada za JIP/KAAS –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Pavel Tesař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eGovernment cloud –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Helena Ulrychová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err="1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ZoPDS</a:t>
            </a: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 Jan Petr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Poznámky a nejasnosti členů pracovní skupiny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Závěr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1087143"/>
            <a:ext cx="11296691" cy="5770857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Návod na vytvoření nové kategorie soukromoprávních uživatelů údajů (SPUÚ) https://archi.gov.cz/znalostni_baze:aisp_vytvoreni_kategorie_spuu</a:t>
            </a:r>
            <a:endParaRPr lang="cs-CZ" sz="2900" b="1" u="sng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pl-PL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Návod na doplnění služeb VS do agendy  </a:t>
            </a:r>
            <a:r>
              <a:rPr lang="pl-PL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/>
              </a:rPr>
              <a:t>https://archi.gov.cz/znalostni_baze:aisp_ohlaseni_sluzeb</a:t>
            </a:r>
            <a:r>
              <a:rPr lang="pl-PL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cs-CZ" sz="2900" b="1" dirty="0">
              <a:ln w="0">
                <a:solidFill>
                  <a:schemeClr val="bg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Implementace povinností dle zákona o právu na digitální služby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https://archi.gov.cz/znalostni_baze:implementace_zopds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Vzorové žádosti a formuláře z procesu posuzování ICT projektů/záměrů OHA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4"/>
              </a:rPr>
              <a:t>https://archi.gov.cz/znalostni_baze:vzorove_zadosti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406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964614"/>
            <a:ext cx="11296691" cy="577085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Formulářový agendový informační systém </a:t>
            </a: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https://archi.gov.cz/nap:fais</a:t>
            </a: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Pravidla, zásady a způsob pořizování, správy a užívání programových prostředků </a:t>
            </a: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https://archi.gov.cz/znalostni_baze:sprava_programovych_prostredku</a:t>
            </a:r>
            <a:r>
              <a:rPr lang="cs-CZ" sz="32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Doporučení k zajištění splnění Pravidel, zásad a způsobu pořizování, správy a užívání programových prostředků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4"/>
              </a:rPr>
              <a:t>https://archi.gov.cz/znalostni_baze:doporuceni_sprava_programovych_prostredku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Návod na editaci údajů o informačních systémech veřejné správy v Katalogu ISVS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5"/>
              </a:rPr>
              <a:t>https://archi.gov.cz/znalostni_baze:aisp_editace_udaju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3810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změn jednomyslně schválen usnesením RVIS 2023/10/03/U7</a:t>
            </a:r>
          </a:p>
          <a:p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Výbor pro Informační koncepci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Plenární zasedání RVIS</a:t>
            </a: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Pravidla diskuze ve speciální části webu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https://archi.gov.cz/diskuze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Diskutujte 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sz="4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Základní registry nové generace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153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sz="4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Zkušenosti s využíváním </a:t>
            </a:r>
            <a:r>
              <a:rPr lang="cs-CZ" sz="4400" b="1" dirty="0" err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eGSB</a:t>
            </a:r>
            <a:r>
              <a:rPr lang="cs-CZ" sz="4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/ISSS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1552578"/>
            <a:ext cx="10914610" cy="1978112"/>
          </a:xfrm>
        </p:spPr>
        <p:txBody>
          <a:bodyPr/>
          <a:lstStyle/>
          <a:p>
            <a:pPr algn="ctr"/>
            <a:r>
              <a:rPr lang="cs-CZ" sz="4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Centrální autentizační a autorizační systém (CAAIS) jako náhrada za JIP/KAAS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817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1552578"/>
            <a:ext cx="10914610" cy="1978112"/>
          </a:xfrm>
        </p:spPr>
        <p:txBody>
          <a:bodyPr/>
          <a:lstStyle/>
          <a:p>
            <a:pPr algn="ctr"/>
            <a:r>
              <a:rPr lang="cs-CZ" sz="44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eGovernment cloud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926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1552578"/>
            <a:ext cx="10914610" cy="1978112"/>
          </a:xfrm>
        </p:spPr>
        <p:txBody>
          <a:bodyPr/>
          <a:lstStyle/>
          <a:p>
            <a:pPr algn="ctr"/>
            <a:r>
              <a:rPr lang="cs-CZ" sz="4400" b="1" dirty="0" err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ZoPDS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930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C11E1C-36DB-4637-A3D0-AFDDE9AFDA3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3134</TotalTime>
  <Words>525</Words>
  <Application>Microsoft Office PowerPoint</Application>
  <PresentationFormat>Širokoúhlá obrazovka</PresentationFormat>
  <Paragraphs>50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19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Základní registry nové generace</vt:lpstr>
      <vt:lpstr>Zkušenosti s využíváním eGSB/ISSS </vt:lpstr>
      <vt:lpstr>Centrální autentizační a autorizační systém (CAAIS) jako náhrada za JIP/KAAS </vt:lpstr>
      <vt:lpstr>eGovernment cloud </vt:lpstr>
      <vt:lpstr>ZoPDS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Tomáš Šedivec</cp:lastModifiedBy>
  <cp:revision>115</cp:revision>
  <dcterms:created xsi:type="dcterms:W3CDTF">2021-01-27T09:19:54Z</dcterms:created>
  <dcterms:modified xsi:type="dcterms:W3CDTF">2023-11-13T11:04:59Z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0x01010090B00F75BED7484DA544575FBD77AFF7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2023-05-31T18:05:34Z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c5314257-51c3-403d-a298-d6cb53c54f2a</vt:lpwstr>
  </property>
  <property fmtid="{D5CDD505-2E9C-101B-9397-08002B2CF9AE}" pid="10" name="MSIP_Label_defa4170-0d19-0005-0004-bc88714345d2_ContentBits">
    <vt:lpwstr>0</vt:lpwstr>
  </property>
</Properties>
</file>