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69" r:id="rId13"/>
    <p:sldId id="288" r:id="rId14"/>
    <p:sldId id="289" r:id="rId15"/>
    <p:sldId id="290" r:id="rId16"/>
    <p:sldId id="286" r:id="rId17"/>
    <p:sldId id="291" r:id="rId18"/>
    <p:sldId id="292" r:id="rId19"/>
    <p:sldId id="293" r:id="rId20"/>
    <p:sldId id="272" r:id="rId21"/>
    <p:sldId id="287" r:id="rId22"/>
    <p:sldId id="270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29.08.2022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kontext?do=diff&amp;rev2%5B0%5D=1643795509&amp;rev2%5B1%5D=1659420480&amp;difftype=sidebyside" TargetMode="External"/><Relationship Id="rId2" Type="http://schemas.openxmlformats.org/officeDocument/2006/relationships/hyperlink" Target="https://archi.gov.cz/znalostni_baze:verejne_zadavani_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nap:mandat" TargetMode="External"/><Relationship Id="rId4" Type="http://schemas.openxmlformats.org/officeDocument/2006/relationships/hyperlink" Target="https://archi.gov.cz/znalostni_baze:aisp_ohlaseni_agendy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p.cz/sqw/historie.sqw?o=9&amp;t=287" TargetMode="External"/><Relationship Id="rId2" Type="http://schemas.openxmlformats.org/officeDocument/2006/relationships/hyperlink" Target="https://apps.odok.cz/veklep-detail?pid=ALBSCF9EW8D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22174" y="5591877"/>
            <a:ext cx="8533612" cy="646331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484989"/>
            <a:ext cx="9649072" cy="27392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40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40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1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29. 8. 2022</a:t>
            </a:r>
            <a:endParaRPr kumimoji="0" lang="cs-CZ" sz="18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2022687"/>
            <a:ext cx="8811491" cy="1323439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53331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4" y="1538344"/>
            <a:ext cx="115212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Informace OHA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Směrnice NIS2 a její dopady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NÚKIB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Mobilní aplikace eRecept 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SÚKL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Datový portál Královehradeckého kraje –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Královehradecký kraj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BSI dle § 12a ZoPDS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Petr Tiller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77923" y="877078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Systém správy dokumentů (spisová služba)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https://archi.gov.cz/nap:system_spravy_dokumentu?do=diff&amp;rev2%5B0%5D=1619771933&amp;rev2%5B1%5D=1655902592&amp;difftype=sidebyside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Práce s klientem </a:t>
            </a:r>
            <a:r>
              <a:rPr lang="cs-CZ" sz="29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na portálu </a:t>
            </a:r>
            <a:r>
              <a:rPr lang="cs-CZ" sz="2900" b="1" u="sng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sz="2900" b="1" u="sng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archi.gov.cz/znalostni_baze:prace_s_klientem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Možné způsoby veřejné zadávání IS 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2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2"/>
              </a:rPr>
              <a:t>archi.gov.cz/znalostni_baze:verejne_zadavani_is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Kontext eGSB/ISSS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archi.gov.cz/nap:kontext?do=diff&amp;rev2%5B0%5D=1643795509&amp;rev2%5B1%5D=1659420480&amp;difftype=sidebyside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Stručný návod na ohlášení agendy (AIS působnostní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)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archi.gov.cz/znalostni_baze:aisp_ohlaseni_agendy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Mandáty/zastupování a role v elektronické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komunikaci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5"/>
              </a:rPr>
              <a:t>archi.gov.cz/nap:mandat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Informace OHA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Informace OHA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88773" y="1741040"/>
            <a:ext cx="10515600" cy="4814596"/>
          </a:xfrm>
        </p:spPr>
        <p:txBody>
          <a:bodyPr/>
          <a:lstStyle/>
          <a:p>
            <a:pPr marL="0" indent="0"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00" y="1557575"/>
            <a:ext cx="8837541" cy="499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0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Informace OHA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29962" y="20202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Výzvy KYBEZ 3, 4 a 5 (29)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Výzvy eGOV 8, 9, 10 a 11 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Výzvy Neveřejné sítě 45, 46, 47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procesní a organizační zajištění (byznys architektura)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plnění povinností zákona č. 365/2000 Sb. (IKČR, provozní dokumentace, IK, …)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plnění povinností zákona č. 111/2009 Sb. (vyplněnost RPP, agendy, rejstřík ISVS, …) 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plnění povinností zákona č. 12/2020 Sb. včetně Digitálního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Č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eska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2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Informace OHA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29962" y="20202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Transformace řízení eGovernmentu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ČESKÉ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REPUBLIKY ze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dne 17. srpna 2022 č.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695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Materiál s RIA a připomínkami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hlinkClick r:id="rId2"/>
              </a:rPr>
              <a:t>https</a:t>
            </a:r>
            <a:r>
              <a:rPr lang="cs-CZ" b="1" dirty="0">
                <a:ln>
                  <a:solidFill>
                    <a:schemeClr val="bg1"/>
                  </a:solidFill>
                </a:ln>
                <a:hlinkClick r:id="rId2"/>
              </a:rPr>
              <a:t>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hlinkClick r:id="rId2"/>
              </a:rPr>
              <a:t>apps.odok.cz/veklep-detail?pid=ALBSCF9EW8DE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Sněmovní tisk 287 </a:t>
            </a:r>
            <a:r>
              <a:rPr lang="cs-CZ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hlinkClick r:id="rId3"/>
              </a:rPr>
              <a:t>www.psp.cz/sqw/historie.sqw?o=9&amp;t=287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1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47223"/>
            <a:ext cx="10914610" cy="1978112"/>
          </a:xfrm>
        </p:spPr>
        <p:txBody>
          <a:bodyPr/>
          <a:lstStyle/>
          <a:p>
            <a:pPr algn="ctr"/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Směrnice NIS2 a její dopady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47223"/>
            <a:ext cx="10914610" cy="1978112"/>
          </a:xfrm>
        </p:spPr>
        <p:txBody>
          <a:bodyPr/>
          <a:lstStyle/>
          <a:p>
            <a:pPr algn="ctr"/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Mobilní aplikace eRecept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81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47223"/>
            <a:ext cx="10914610" cy="1978112"/>
          </a:xfrm>
        </p:spPr>
        <p:txBody>
          <a:bodyPr/>
          <a:lstStyle/>
          <a:p>
            <a:pPr algn="ctr"/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Datový portál Královehradeckého kraje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60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47223"/>
            <a:ext cx="10914610" cy="1978112"/>
          </a:xfrm>
        </p:spPr>
        <p:txBody>
          <a:bodyPr/>
          <a:lstStyle/>
          <a:p>
            <a:pPr algn="ctr"/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BSI dle § 12a ZoPDS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30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ČÚZK otázky k § 12 ZoPDS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GŘC téma atestací </a:t>
            </a:r>
            <a:r>
              <a:rPr lang="cs-CZ" b="1" dirty="0" err="1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eSSL</a:t>
            </a:r>
            <a:r>
              <a:rPr lang="cs-CZ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 a stav eGov cloudu (státní část)</a:t>
            </a:r>
            <a:endParaRPr lang="cs-CZ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MFČR téma osvědčení (příjem prázdných žádostí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ČTÚ stav usnesení vlády č. 86/2020</a:t>
            </a:r>
            <a:endParaRPr lang="cs-CZ" b="1" dirty="0" smtClean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97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C8C219-A3B2-44DB-8853-3D462F60ED7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1498</TotalTime>
  <Words>503</Words>
  <Application>Microsoft Office PowerPoint</Application>
  <PresentationFormat>Širokoúhlá obrazovka</PresentationFormat>
  <Paragraphs>70</Paragraphs>
  <Slides>19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2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Informace OHA</vt:lpstr>
      <vt:lpstr>Informace OHA</vt:lpstr>
      <vt:lpstr>Informace OHA</vt:lpstr>
      <vt:lpstr>Informace OHA</vt:lpstr>
      <vt:lpstr>Směrnice NIS2 a její dopady</vt:lpstr>
      <vt:lpstr>Mobilní aplikace eRecept </vt:lpstr>
      <vt:lpstr>Datový portál Královehradeckého kraje </vt:lpstr>
      <vt:lpstr>BSI dle § 12a ZoPDS </vt:lpstr>
      <vt:lpstr>Otázky a nejasnosti členů pracovní skupiny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79</cp:revision>
  <dcterms:created xsi:type="dcterms:W3CDTF">2021-01-27T09:19:54Z</dcterms:created>
  <dcterms:modified xsi:type="dcterms:W3CDTF">2022-08-29T10:26:46Z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</Properties>
</file>