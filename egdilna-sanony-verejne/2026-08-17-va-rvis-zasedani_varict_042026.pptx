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slideLayouts/slideLayout7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  <p:sldMasterId id="2147483714" r:id="rId6"/>
    <p:sldMasterId id="2147483744" r:id="rId7"/>
  </p:sldMasterIdLst>
  <p:notesMasterIdLst>
    <p:notesMasterId r:id="rId47"/>
  </p:notesMasterIdLst>
  <p:sldIdLst>
    <p:sldId id="257" r:id="rId8"/>
    <p:sldId id="501" r:id="rId9"/>
    <p:sldId id="513" r:id="rId10"/>
    <p:sldId id="514" r:id="rId11"/>
    <p:sldId id="504" r:id="rId12"/>
    <p:sldId id="530" r:id="rId13"/>
    <p:sldId id="532" r:id="rId14"/>
    <p:sldId id="529" r:id="rId15"/>
    <p:sldId id="497" r:id="rId16"/>
    <p:sldId id="515" r:id="rId17"/>
    <p:sldId id="518" r:id="rId18"/>
    <p:sldId id="527" r:id="rId19"/>
    <p:sldId id="533" r:id="rId20"/>
    <p:sldId id="559" r:id="rId21"/>
    <p:sldId id="520" r:id="rId22"/>
    <p:sldId id="521" r:id="rId23"/>
    <p:sldId id="256" r:id="rId24"/>
    <p:sldId id="562" r:id="rId25"/>
    <p:sldId id="258" r:id="rId26"/>
    <p:sldId id="561" r:id="rId27"/>
    <p:sldId id="540" r:id="rId28"/>
    <p:sldId id="537" r:id="rId29"/>
    <p:sldId id="563" r:id="rId30"/>
    <p:sldId id="564" r:id="rId31"/>
    <p:sldId id="565" r:id="rId32"/>
    <p:sldId id="522" r:id="rId33"/>
    <p:sldId id="523" r:id="rId34"/>
    <p:sldId id="566" r:id="rId35"/>
    <p:sldId id="567" r:id="rId36"/>
    <p:sldId id="568" r:id="rId37"/>
    <p:sldId id="541" r:id="rId38"/>
    <p:sldId id="525" r:id="rId39"/>
    <p:sldId id="560" r:id="rId40"/>
    <p:sldId id="556" r:id="rId41"/>
    <p:sldId id="555" r:id="rId42"/>
    <p:sldId id="569" r:id="rId43"/>
    <p:sldId id="570" r:id="rId44"/>
    <p:sldId id="571" r:id="rId45"/>
    <p:sldId id="321" r:id="rId4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58E2EEB-5814-4F3A-85A3-39F42B7D5A80}">
          <p14:sldIdLst>
            <p14:sldId id="257"/>
          </p14:sldIdLst>
        </p14:section>
        <p14:section name="Tmavý vzhled" id="{5D17C389-D887-DB46-BB98-F62E6D5AFF22}">
          <p14:sldIdLst>
            <p14:sldId id="501"/>
            <p14:sldId id="513"/>
            <p14:sldId id="514"/>
            <p14:sldId id="504"/>
            <p14:sldId id="530"/>
            <p14:sldId id="532"/>
            <p14:sldId id="529"/>
            <p14:sldId id="497"/>
            <p14:sldId id="515"/>
            <p14:sldId id="518"/>
            <p14:sldId id="527"/>
            <p14:sldId id="533"/>
            <p14:sldId id="559"/>
            <p14:sldId id="520"/>
            <p14:sldId id="521"/>
            <p14:sldId id="256"/>
            <p14:sldId id="562"/>
            <p14:sldId id="258"/>
            <p14:sldId id="561"/>
            <p14:sldId id="540"/>
            <p14:sldId id="537"/>
            <p14:sldId id="563"/>
            <p14:sldId id="564"/>
            <p14:sldId id="565"/>
            <p14:sldId id="522"/>
            <p14:sldId id="523"/>
            <p14:sldId id="566"/>
            <p14:sldId id="567"/>
            <p14:sldId id="568"/>
            <p14:sldId id="541"/>
            <p14:sldId id="525"/>
            <p14:sldId id="560"/>
            <p14:sldId id="556"/>
            <p14:sldId id="555"/>
            <p14:sldId id="569"/>
            <p14:sldId id="570"/>
            <p14:sldId id="571"/>
            <p14:sldId id="321"/>
          </p14:sldIdLst>
        </p14:section>
        <p14:section name="Světlý vzhled" id="{847CB7C1-D25C-C94A-90F9-9FA2FE0242E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167" autoAdjust="0"/>
  </p:normalViewPr>
  <p:slideViewPr>
    <p:cSldViewPr snapToGrid="0">
      <p:cViewPr varScale="1">
        <p:scale>
          <a:sx n="121" d="100"/>
          <a:sy n="121" d="100"/>
        </p:scale>
        <p:origin x="102" y="9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31E532EA-FE86-427C-AE90-61F0A397B8E4}"/>
    <pc:docChg chg="modSld">
      <pc:chgData name="Šedivec Tomáš" userId="5859117d-4fed-45af-939e-a078bb4ea44f" providerId="ADAL" clId="{31E532EA-FE86-427C-AE90-61F0A397B8E4}" dt="2026-07-22T07:10:25.234" v="0" actId="6549"/>
      <pc:docMkLst>
        <pc:docMk/>
      </pc:docMkLst>
      <pc:sldChg chg="modSp mod">
        <pc:chgData name="Šedivec Tomáš" userId="5859117d-4fed-45af-939e-a078bb4ea44f" providerId="ADAL" clId="{31E532EA-FE86-427C-AE90-61F0A397B8E4}" dt="2026-07-22T07:10:25.234" v="0" actId="6549"/>
        <pc:sldMkLst>
          <pc:docMk/>
          <pc:sldMk cId="2539786107" sldId="522"/>
        </pc:sldMkLst>
        <pc:spChg chg="mod">
          <ac:chgData name="Šedivec Tomáš" userId="5859117d-4fed-45af-939e-a078bb4ea44f" providerId="ADAL" clId="{31E532EA-FE86-427C-AE90-61F0A397B8E4}" dt="2026-07-22T07:10:25.234" v="0" actId="6549"/>
          <ac:spMkLst>
            <pc:docMk/>
            <pc:sldMk cId="2539786107" sldId="522"/>
            <ac:spMk id="2" creationId="{3D3BE067-1C11-3101-334E-99C7D668E4E0}"/>
          </ac:spMkLst>
        </pc:spChg>
      </pc:sldChg>
    </pc:docChg>
  </pc:docChgLst>
  <pc:docChgLst>
    <pc:chgData name="Šedivec Tomáš" userId="5859117d-4fed-45af-939e-a078bb4ea44f" providerId="ADAL" clId="{2B5C9632-1B6D-438A-AE41-66A30DF8D18A}"/>
    <pc:docChg chg="undo redo custSel addSld delSld modSld sldOrd delMainMaster modSection">
      <pc:chgData name="Šedivec Tomáš" userId="5859117d-4fed-45af-939e-a078bb4ea44f" providerId="ADAL" clId="{2B5C9632-1B6D-438A-AE41-66A30DF8D18A}" dt="2026-08-17T10:46:33.559" v="5452" actId="9"/>
      <pc:docMkLst>
        <pc:docMk/>
      </pc:docMkLst>
      <pc:sldChg chg="add del setBg">
        <pc:chgData name="Šedivec Tomáš" userId="5859117d-4fed-45af-939e-a078bb4ea44f" providerId="ADAL" clId="{2B5C9632-1B6D-438A-AE41-66A30DF8D18A}" dt="2026-08-14T13:06:51.446" v="4717"/>
        <pc:sldMkLst>
          <pc:docMk/>
          <pc:sldMk cId="0" sldId="256"/>
        </pc:sldMkLst>
      </pc:sldChg>
      <pc:sldChg chg="modSp mod">
        <pc:chgData name="Šedivec Tomáš" userId="5859117d-4fed-45af-939e-a078bb4ea44f" providerId="ADAL" clId="{2B5C9632-1B6D-438A-AE41-66A30DF8D18A}" dt="2026-08-14T10:57:38.856" v="3311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2B5C9632-1B6D-438A-AE41-66A30DF8D18A}" dt="2026-08-14T10:57:38.856" v="3311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add del mod setBg">
        <pc:chgData name="Šedivec Tomáš" userId="5859117d-4fed-45af-939e-a078bb4ea44f" providerId="ADAL" clId="{2B5C9632-1B6D-438A-AE41-66A30DF8D18A}" dt="2026-08-17T06:52:09.881" v="5248" actId="20577"/>
        <pc:sldMkLst>
          <pc:docMk/>
          <pc:sldMk cId="0" sldId="258"/>
        </pc:sldMkLst>
        <pc:spChg chg="mod">
          <ac:chgData name="Šedivec Tomáš" userId="5859117d-4fed-45af-939e-a078bb4ea44f" providerId="ADAL" clId="{2B5C9632-1B6D-438A-AE41-66A30DF8D18A}" dt="2026-08-17T06:52:09.881" v="5248" actId="20577"/>
          <ac:spMkLst>
            <pc:docMk/>
            <pc:sldMk cId="0" sldId="258"/>
            <ac:spMk id="38" creationId="{00000000-0000-0000-0000-000000000000}"/>
          </ac:spMkLst>
        </pc:spChg>
      </pc:sldChg>
      <pc:sldChg chg="delSp modSp mod">
        <pc:chgData name="Šedivec Tomáš" userId="5859117d-4fed-45af-939e-a078bb4ea44f" providerId="ADAL" clId="{2B5C9632-1B6D-438A-AE41-66A30DF8D18A}" dt="2026-08-14T11:21:56.637" v="3619" actId="20577"/>
        <pc:sldMkLst>
          <pc:docMk/>
          <pc:sldMk cId="1632493658" sldId="497"/>
        </pc:sldMkLst>
        <pc:spChg chg="mod">
          <ac:chgData name="Šedivec Tomáš" userId="5859117d-4fed-45af-939e-a078bb4ea44f" providerId="ADAL" clId="{2B5C9632-1B6D-438A-AE41-66A30DF8D18A}" dt="2026-08-14T11:21:56.637" v="3619" actId="20577"/>
          <ac:spMkLst>
            <pc:docMk/>
            <pc:sldMk cId="1632493658" sldId="497"/>
            <ac:spMk id="3" creationId="{8F135D5A-1C30-03D7-BD46-D7AE2415B231}"/>
          </ac:spMkLst>
        </pc:spChg>
      </pc:sldChg>
      <pc:sldChg chg="modSp mod">
        <pc:chgData name="Šedivec Tomáš" userId="5859117d-4fed-45af-939e-a078bb4ea44f" providerId="ADAL" clId="{2B5C9632-1B6D-438A-AE41-66A30DF8D18A}" dt="2026-08-14T12:57:02.490" v="4704" actId="6549"/>
        <pc:sldMkLst>
          <pc:docMk/>
          <pc:sldMk cId="3127888753" sldId="501"/>
        </pc:sldMkLst>
        <pc:spChg chg="mod">
          <ac:chgData name="Šedivec Tomáš" userId="5859117d-4fed-45af-939e-a078bb4ea44f" providerId="ADAL" clId="{2B5C9632-1B6D-438A-AE41-66A30DF8D18A}" dt="2026-08-14T12:57:02.490" v="4704" actId="6549"/>
          <ac:spMkLst>
            <pc:docMk/>
            <pc:sldMk cId="3127888753" sldId="501"/>
            <ac:spMk id="3" creationId="{4DC5CCBA-57DB-F0C3-A919-DBAF6586F254}"/>
          </ac:spMkLst>
        </pc:spChg>
      </pc:sldChg>
      <pc:sldChg chg="delSp modSp add mod">
        <pc:chgData name="Šedivec Tomáš" userId="5859117d-4fed-45af-939e-a078bb4ea44f" providerId="ADAL" clId="{2B5C9632-1B6D-438A-AE41-66A30DF8D18A}" dt="2026-08-14T11:11:31.561" v="3378" actId="20577"/>
        <pc:sldMkLst>
          <pc:docMk/>
          <pc:sldMk cId="3439155105" sldId="504"/>
        </pc:sldMkLst>
        <pc:spChg chg="mod">
          <ac:chgData name="Šedivec Tomáš" userId="5859117d-4fed-45af-939e-a078bb4ea44f" providerId="ADAL" clId="{2B5C9632-1B6D-438A-AE41-66A30DF8D18A}" dt="2026-08-14T11:11:31.561" v="3378" actId="20577"/>
          <ac:spMkLst>
            <pc:docMk/>
            <pc:sldMk cId="3439155105" sldId="504"/>
            <ac:spMk id="3" creationId="{B1F02B63-8948-83FD-86DC-E7C018684FFB}"/>
          </ac:spMkLst>
        </pc:spChg>
      </pc:sldChg>
      <pc:sldChg chg="modSp mod">
        <pc:chgData name="Šedivec Tomáš" userId="5859117d-4fed-45af-939e-a078bb4ea44f" providerId="ADAL" clId="{2B5C9632-1B6D-438A-AE41-66A30DF8D18A}" dt="2026-08-14T11:23:52.353" v="3623" actId="20577"/>
        <pc:sldMkLst>
          <pc:docMk/>
          <pc:sldMk cId="704123272" sldId="515"/>
        </pc:sldMkLst>
        <pc:spChg chg="mod">
          <ac:chgData name="Šedivec Tomáš" userId="5859117d-4fed-45af-939e-a078bb4ea44f" providerId="ADAL" clId="{2B5C9632-1B6D-438A-AE41-66A30DF8D18A}" dt="2026-08-14T11:23:52.353" v="3623" actId="20577"/>
          <ac:spMkLst>
            <pc:docMk/>
            <pc:sldMk cId="704123272" sldId="515"/>
            <ac:spMk id="2" creationId="{C008544A-6A99-25FF-2C4E-CF5F42DC5C45}"/>
          </ac:spMkLst>
        </pc:spChg>
      </pc:sldChg>
      <pc:sldChg chg="modSp mod">
        <pc:chgData name="Šedivec Tomáš" userId="5859117d-4fed-45af-939e-a078bb4ea44f" providerId="ADAL" clId="{2B5C9632-1B6D-438A-AE41-66A30DF8D18A}" dt="2026-08-14T12:51:03.076" v="4341" actId="20577"/>
        <pc:sldMkLst>
          <pc:docMk/>
          <pc:sldMk cId="18116203" sldId="520"/>
        </pc:sldMkLst>
        <pc:spChg chg="mod">
          <ac:chgData name="Šedivec Tomáš" userId="5859117d-4fed-45af-939e-a078bb4ea44f" providerId="ADAL" clId="{2B5C9632-1B6D-438A-AE41-66A30DF8D18A}" dt="2026-08-14T12:51:03.076" v="4341" actId="20577"/>
          <ac:spMkLst>
            <pc:docMk/>
            <pc:sldMk cId="18116203" sldId="520"/>
            <ac:spMk id="2" creationId="{2BA6D9B7-5A58-E6F3-94CF-1F0C8703BF5E}"/>
          </ac:spMkLst>
        </pc:spChg>
      </pc:sldChg>
      <pc:sldChg chg="addSp delSp modSp mod">
        <pc:chgData name="Šedivec Tomáš" userId="5859117d-4fed-45af-939e-a078bb4ea44f" providerId="ADAL" clId="{2B5C9632-1B6D-438A-AE41-66A30DF8D18A}" dt="2026-08-14T13:06:24.006" v="4712" actId="22"/>
        <pc:sldMkLst>
          <pc:docMk/>
          <pc:sldMk cId="713799259" sldId="521"/>
        </pc:sldMkLst>
        <pc:spChg chg="mod">
          <ac:chgData name="Šedivec Tomáš" userId="5859117d-4fed-45af-939e-a078bb4ea44f" providerId="ADAL" clId="{2B5C9632-1B6D-438A-AE41-66A30DF8D18A}" dt="2026-08-14T12:04:56.164" v="4181"/>
          <ac:spMkLst>
            <pc:docMk/>
            <pc:sldMk cId="713799259" sldId="521"/>
            <ac:spMk id="2" creationId="{EE07790B-ECEF-B4FA-18D0-B393C16350AD}"/>
          </ac:spMkLst>
        </pc:spChg>
      </pc:sldChg>
      <pc:sldChg chg="modSp mod">
        <pc:chgData name="Šedivec Tomáš" userId="5859117d-4fed-45af-939e-a078bb4ea44f" providerId="ADAL" clId="{2B5C9632-1B6D-438A-AE41-66A30DF8D18A}" dt="2026-08-14T12:55:56.785" v="4618" actId="20577"/>
        <pc:sldMkLst>
          <pc:docMk/>
          <pc:sldMk cId="2539786107" sldId="522"/>
        </pc:sldMkLst>
        <pc:spChg chg="mod">
          <ac:chgData name="Šedivec Tomáš" userId="5859117d-4fed-45af-939e-a078bb4ea44f" providerId="ADAL" clId="{2B5C9632-1B6D-438A-AE41-66A30DF8D18A}" dt="2026-08-14T12:55:56.785" v="4618" actId="20577"/>
          <ac:spMkLst>
            <pc:docMk/>
            <pc:sldMk cId="2539786107" sldId="522"/>
            <ac:spMk id="2" creationId="{3D3BE067-1C11-3101-334E-99C7D668E4E0}"/>
          </ac:spMkLst>
        </pc:spChg>
      </pc:sldChg>
      <pc:sldChg chg="modSp mod">
        <pc:chgData name="Šedivec Tomáš" userId="5859117d-4fed-45af-939e-a078bb4ea44f" providerId="ADAL" clId="{2B5C9632-1B6D-438A-AE41-66A30DF8D18A}" dt="2026-08-14T12:05:53.976" v="4186"/>
        <pc:sldMkLst>
          <pc:docMk/>
          <pc:sldMk cId="1852087651" sldId="523"/>
        </pc:sldMkLst>
        <pc:spChg chg="mod">
          <ac:chgData name="Šedivec Tomáš" userId="5859117d-4fed-45af-939e-a078bb4ea44f" providerId="ADAL" clId="{2B5C9632-1B6D-438A-AE41-66A30DF8D18A}" dt="2026-08-14T12:05:53.976" v="4186"/>
          <ac:spMkLst>
            <pc:docMk/>
            <pc:sldMk cId="1852087651" sldId="523"/>
            <ac:spMk id="2" creationId="{692B41A0-41D0-8103-9D37-E7D79437DA61}"/>
          </ac:spMkLst>
        </pc:spChg>
      </pc:sldChg>
      <pc:sldChg chg="modSp mod">
        <pc:chgData name="Šedivec Tomáš" userId="5859117d-4fed-45af-939e-a078bb4ea44f" providerId="ADAL" clId="{2B5C9632-1B6D-438A-AE41-66A30DF8D18A}" dt="2026-08-14T11:56:46.932" v="3803" actId="20577"/>
        <pc:sldMkLst>
          <pc:docMk/>
          <pc:sldMk cId="213118249" sldId="525"/>
        </pc:sldMkLst>
        <pc:spChg chg="mod">
          <ac:chgData name="Šedivec Tomáš" userId="5859117d-4fed-45af-939e-a078bb4ea44f" providerId="ADAL" clId="{2B5C9632-1B6D-438A-AE41-66A30DF8D18A}" dt="2026-08-14T11:56:46.932" v="3803" actId="20577"/>
          <ac:spMkLst>
            <pc:docMk/>
            <pc:sldMk cId="213118249" sldId="525"/>
            <ac:spMk id="2" creationId="{93D20CAB-09DD-B37C-422D-260959A5C589}"/>
          </ac:spMkLst>
        </pc:spChg>
      </pc:sldChg>
      <pc:sldChg chg="modSp mod">
        <pc:chgData name="Šedivec Tomáš" userId="5859117d-4fed-45af-939e-a078bb4ea44f" providerId="ADAL" clId="{2B5C9632-1B6D-438A-AE41-66A30DF8D18A}" dt="2026-08-14T11:40:02.362" v="3715" actId="27636"/>
        <pc:sldMkLst>
          <pc:docMk/>
          <pc:sldMk cId="209326103" sldId="527"/>
        </pc:sldMkLst>
        <pc:spChg chg="mod">
          <ac:chgData name="Šedivec Tomáš" userId="5859117d-4fed-45af-939e-a078bb4ea44f" providerId="ADAL" clId="{2B5C9632-1B6D-438A-AE41-66A30DF8D18A}" dt="2026-08-14T11:40:02.362" v="3715" actId="27636"/>
          <ac:spMkLst>
            <pc:docMk/>
            <pc:sldMk cId="209326103" sldId="527"/>
            <ac:spMk id="3" creationId="{302976C6-C560-3882-BA9B-4641E22C658C}"/>
          </ac:spMkLst>
        </pc:spChg>
      </pc:sldChg>
      <pc:sldChg chg="addSp modSp new mod">
        <pc:chgData name="Šedivec Tomáš" userId="5859117d-4fed-45af-939e-a078bb4ea44f" providerId="ADAL" clId="{2B5C9632-1B6D-438A-AE41-66A30DF8D18A}" dt="2026-07-20T10:22:48.730" v="3166" actId="20577"/>
        <pc:sldMkLst>
          <pc:docMk/>
          <pc:sldMk cId="178001331" sldId="532"/>
        </pc:sldMkLst>
        <pc:spChg chg="mod">
          <ac:chgData name="Šedivec Tomáš" userId="5859117d-4fed-45af-939e-a078bb4ea44f" providerId="ADAL" clId="{2B5C9632-1B6D-438A-AE41-66A30DF8D18A}" dt="2026-07-20T10:22:48.730" v="3166" actId="20577"/>
          <ac:spMkLst>
            <pc:docMk/>
            <pc:sldMk cId="178001331" sldId="532"/>
            <ac:spMk id="3" creationId="{09213A82-C3E0-6BC5-7664-62DFEC57E474}"/>
          </ac:spMkLst>
        </pc:spChg>
      </pc:sldChg>
      <pc:sldChg chg="addSp delSp modSp add mod">
        <pc:chgData name="Šedivec Tomáš" userId="5859117d-4fed-45af-939e-a078bb4ea44f" providerId="ADAL" clId="{2B5C9632-1B6D-438A-AE41-66A30DF8D18A}" dt="2026-08-14T12:50:18.475" v="4281" actId="13242"/>
        <pc:sldMkLst>
          <pc:docMk/>
          <pc:sldMk cId="45195270" sldId="533"/>
        </pc:sldMkLst>
        <pc:spChg chg="mod">
          <ac:chgData name="Šedivec Tomáš" userId="5859117d-4fed-45af-939e-a078bb4ea44f" providerId="ADAL" clId="{2B5C9632-1B6D-438A-AE41-66A30DF8D18A}" dt="2026-08-14T11:45:47.558" v="3730" actId="20577"/>
          <ac:spMkLst>
            <pc:docMk/>
            <pc:sldMk cId="45195270" sldId="533"/>
            <ac:spMk id="2" creationId="{1CA72543-2BC7-85EF-BA6F-3DF1D0FE4D86}"/>
          </ac:spMkLst>
        </pc:spChg>
        <pc:graphicFrameChg chg="add mod modGraphic">
          <ac:chgData name="Šedivec Tomáš" userId="5859117d-4fed-45af-939e-a078bb4ea44f" providerId="ADAL" clId="{2B5C9632-1B6D-438A-AE41-66A30DF8D18A}" dt="2026-08-14T12:50:18.475" v="4281" actId="13242"/>
          <ac:graphicFrameMkLst>
            <pc:docMk/>
            <pc:sldMk cId="45195270" sldId="533"/>
            <ac:graphicFrameMk id="5" creationId="{56D2C627-486E-3611-F237-58941C314077}"/>
          </ac:graphicFrameMkLst>
        </pc:graphicFrameChg>
      </pc:sldChg>
      <pc:sldChg chg="modSp add">
        <pc:chgData name="Šedivec Tomáš" userId="5859117d-4fed-45af-939e-a078bb4ea44f" providerId="ADAL" clId="{2B5C9632-1B6D-438A-AE41-66A30DF8D18A}" dt="2026-08-14T12:05:24.665" v="4184"/>
        <pc:sldMkLst>
          <pc:docMk/>
          <pc:sldMk cId="16811058" sldId="537"/>
        </pc:sldMkLst>
        <pc:spChg chg="mod">
          <ac:chgData name="Šedivec Tomáš" userId="5859117d-4fed-45af-939e-a078bb4ea44f" providerId="ADAL" clId="{2B5C9632-1B6D-438A-AE41-66A30DF8D18A}" dt="2026-08-14T12:05:24.665" v="4184"/>
          <ac:spMkLst>
            <pc:docMk/>
            <pc:sldMk cId="16811058" sldId="537"/>
            <ac:spMk id="2" creationId="{EB4A7FCA-1BD5-839A-3A42-9D8A5926203A}"/>
          </ac:spMkLst>
        </pc:spChg>
      </pc:sldChg>
      <pc:sldChg chg="modSp add mod ord">
        <pc:chgData name="Šedivec Tomáš" userId="5859117d-4fed-45af-939e-a078bb4ea44f" providerId="ADAL" clId="{2B5C9632-1B6D-438A-AE41-66A30DF8D18A}" dt="2026-08-14T12:56:21.766" v="4655" actId="6549"/>
        <pc:sldMkLst>
          <pc:docMk/>
          <pc:sldMk cId="3140115109" sldId="540"/>
        </pc:sldMkLst>
        <pc:spChg chg="mod">
          <ac:chgData name="Šedivec Tomáš" userId="5859117d-4fed-45af-939e-a078bb4ea44f" providerId="ADAL" clId="{2B5C9632-1B6D-438A-AE41-66A30DF8D18A}" dt="2026-08-14T12:56:21.766" v="4655" actId="6549"/>
          <ac:spMkLst>
            <pc:docMk/>
            <pc:sldMk cId="3140115109" sldId="540"/>
            <ac:spMk id="2" creationId="{F64DEAD5-C043-53E1-54C1-5D14BCB2D7DE}"/>
          </ac:spMkLst>
        </pc:spChg>
      </pc:sldChg>
      <pc:sldChg chg="modSp add mod ord">
        <pc:chgData name="Šedivec Tomáš" userId="5859117d-4fed-45af-939e-a078bb4ea44f" providerId="ADAL" clId="{2B5C9632-1B6D-438A-AE41-66A30DF8D18A}" dt="2026-08-14T12:56:33.646" v="4659" actId="20577"/>
        <pc:sldMkLst>
          <pc:docMk/>
          <pc:sldMk cId="4140096665" sldId="541"/>
        </pc:sldMkLst>
        <pc:spChg chg="mod">
          <ac:chgData name="Šedivec Tomáš" userId="5859117d-4fed-45af-939e-a078bb4ea44f" providerId="ADAL" clId="{2B5C9632-1B6D-438A-AE41-66A30DF8D18A}" dt="2026-08-14T12:56:33.646" v="4659" actId="20577"/>
          <ac:spMkLst>
            <pc:docMk/>
            <pc:sldMk cId="4140096665" sldId="541"/>
            <ac:spMk id="2" creationId="{A971732C-8EFF-FADF-02DC-BA54C9B45BD6}"/>
          </ac:spMkLst>
        </pc:spChg>
      </pc:sldChg>
      <pc:sldChg chg="modSp add mod ord">
        <pc:chgData name="Šedivec Tomáš" userId="5859117d-4fed-45af-939e-a078bb4ea44f" providerId="ADAL" clId="{2B5C9632-1B6D-438A-AE41-66A30DF8D18A}" dt="2026-08-14T12:03:48.832" v="4180" actId="20577"/>
        <pc:sldMkLst>
          <pc:docMk/>
          <pc:sldMk cId="4244036951" sldId="556"/>
        </pc:sldMkLst>
        <pc:spChg chg="mod">
          <ac:chgData name="Šedivec Tomáš" userId="5859117d-4fed-45af-939e-a078bb4ea44f" providerId="ADAL" clId="{2B5C9632-1B6D-438A-AE41-66A30DF8D18A}" dt="2026-08-14T12:03:48.832" v="4180" actId="20577"/>
          <ac:spMkLst>
            <pc:docMk/>
            <pc:sldMk cId="4244036951" sldId="556"/>
            <ac:spMk id="2" creationId="{3EE629A4-72F4-E4B1-E5B6-18A7F49608F7}"/>
          </ac:spMkLst>
        </pc:spChg>
      </pc:sldChg>
      <pc:sldChg chg="addSp delSp modSp add mod">
        <pc:chgData name="Šedivec Tomáš" userId="5859117d-4fed-45af-939e-a078bb4ea44f" providerId="ADAL" clId="{2B5C9632-1B6D-438A-AE41-66A30DF8D18A}" dt="2026-08-14T12:49:23.447" v="4278" actId="403"/>
        <pc:sldMkLst>
          <pc:docMk/>
          <pc:sldMk cId="1444489723" sldId="559"/>
        </pc:sldMkLst>
        <pc:spChg chg="mod">
          <ac:chgData name="Šedivec Tomáš" userId="5859117d-4fed-45af-939e-a078bb4ea44f" providerId="ADAL" clId="{2B5C9632-1B6D-438A-AE41-66A30DF8D18A}" dt="2026-08-14T11:46:45.739" v="3735" actId="20577"/>
          <ac:spMkLst>
            <pc:docMk/>
            <pc:sldMk cId="1444489723" sldId="559"/>
            <ac:spMk id="2" creationId="{AB99ADC5-E4D0-DA0C-194A-608592D5FC9D}"/>
          </ac:spMkLst>
        </pc:spChg>
        <pc:graphicFrameChg chg="add mod modGraphic">
          <ac:chgData name="Šedivec Tomáš" userId="5859117d-4fed-45af-939e-a078bb4ea44f" providerId="ADAL" clId="{2B5C9632-1B6D-438A-AE41-66A30DF8D18A}" dt="2026-08-14T12:49:23.447" v="4278" actId="403"/>
          <ac:graphicFrameMkLst>
            <pc:docMk/>
            <pc:sldMk cId="1444489723" sldId="559"/>
            <ac:graphicFrameMk id="11" creationId="{05BB5289-860A-2615-93C1-C51B02005642}"/>
          </ac:graphicFrameMkLst>
        </pc:graphicFrameChg>
      </pc:sldChg>
      <pc:sldChg chg="modSp new mod">
        <pc:chgData name="Šedivec Tomáš" userId="5859117d-4fed-45af-939e-a078bb4ea44f" providerId="ADAL" clId="{2B5C9632-1B6D-438A-AE41-66A30DF8D18A}" dt="2026-08-14T12:02:44.021" v="4127" actId="27636"/>
        <pc:sldMkLst>
          <pc:docMk/>
          <pc:sldMk cId="3857462183" sldId="560"/>
        </pc:sldMkLst>
        <pc:spChg chg="mod">
          <ac:chgData name="Šedivec Tomáš" userId="5859117d-4fed-45af-939e-a078bb4ea44f" providerId="ADAL" clId="{2B5C9632-1B6D-438A-AE41-66A30DF8D18A}" dt="2026-08-14T12:02:44.021" v="4127" actId="27636"/>
          <ac:spMkLst>
            <pc:docMk/>
            <pc:sldMk cId="3857462183" sldId="560"/>
            <ac:spMk id="2" creationId="{46862BA5-A801-12ED-AC6A-4969C5B9BCD8}"/>
          </ac:spMkLst>
        </pc:spChg>
        <pc:spChg chg="mod">
          <ac:chgData name="Šedivec Tomáš" userId="5859117d-4fed-45af-939e-a078bb4ea44f" providerId="ADAL" clId="{2B5C9632-1B6D-438A-AE41-66A30DF8D18A}" dt="2026-08-14T11:58:29.328" v="3840" actId="14100"/>
          <ac:spMkLst>
            <pc:docMk/>
            <pc:sldMk cId="3857462183" sldId="560"/>
            <ac:spMk id="4" creationId="{CB2E0AF0-932D-2357-B2F8-F66DD366791F}"/>
          </ac:spMkLst>
        </pc:spChg>
      </pc:sldChg>
      <pc:sldChg chg="addSp delSp modSp new mod">
        <pc:chgData name="Šedivec Tomáš" userId="5859117d-4fed-45af-939e-a078bb4ea44f" providerId="ADAL" clId="{2B5C9632-1B6D-438A-AE41-66A30DF8D18A}" dt="2026-08-14T13:11:56.569" v="4939" actId="20577"/>
        <pc:sldMkLst>
          <pc:docMk/>
          <pc:sldMk cId="2170079451" sldId="561"/>
        </pc:sldMkLst>
        <pc:spChg chg="mod">
          <ac:chgData name="Šedivec Tomáš" userId="5859117d-4fed-45af-939e-a078bb4ea44f" providerId="ADAL" clId="{2B5C9632-1B6D-438A-AE41-66A30DF8D18A}" dt="2026-08-14T12:59:43.368" v="4707" actId="14100"/>
          <ac:spMkLst>
            <pc:docMk/>
            <pc:sldMk cId="2170079451" sldId="561"/>
            <ac:spMk id="2" creationId="{C8964427-6688-D350-7476-F0DBBA117488}"/>
          </ac:spMkLst>
        </pc:spChg>
        <pc:spChg chg="mod">
          <ac:chgData name="Šedivec Tomáš" userId="5859117d-4fed-45af-939e-a078bb4ea44f" providerId="ADAL" clId="{2B5C9632-1B6D-438A-AE41-66A30DF8D18A}" dt="2026-08-14T13:11:56.569" v="4939" actId="20577"/>
          <ac:spMkLst>
            <pc:docMk/>
            <pc:sldMk cId="2170079451" sldId="561"/>
            <ac:spMk id="3" creationId="{ED5E9E08-5079-D8FD-060C-5620D0EEC86D}"/>
          </ac:spMkLst>
        </pc:spChg>
      </pc:sldChg>
      <pc:sldChg chg="add del setBg">
        <pc:chgData name="Šedivec Tomáš" userId="5859117d-4fed-45af-939e-a078bb4ea44f" providerId="ADAL" clId="{2B5C9632-1B6D-438A-AE41-66A30DF8D18A}" dt="2026-08-14T13:06:51.446" v="4717"/>
        <pc:sldMkLst>
          <pc:docMk/>
          <pc:sldMk cId="0" sldId="562"/>
        </pc:sldMkLst>
      </pc:sldChg>
      <pc:sldChg chg="modSp add del mod setBg">
        <pc:chgData name="Šedivec Tomáš" userId="5859117d-4fed-45af-939e-a078bb4ea44f" providerId="ADAL" clId="{2B5C9632-1B6D-438A-AE41-66A30DF8D18A}" dt="2026-08-14T13:20:20.268" v="4947" actId="403"/>
        <pc:sldMkLst>
          <pc:docMk/>
          <pc:sldMk cId="0" sldId="563"/>
        </pc:sldMkLst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3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7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9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12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15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16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17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1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20.268" v="4947" actId="403"/>
          <ac:spMkLst>
            <pc:docMk/>
            <pc:sldMk cId="0" sldId="563"/>
            <ac:spMk id="21" creationId="{00000000-0000-0000-0000-000000000000}"/>
          </ac:spMkLst>
        </pc:spChg>
      </pc:sldChg>
      <pc:sldChg chg="modSp add del mod setBg">
        <pc:chgData name="Šedivec Tomáš" userId="5859117d-4fed-45af-939e-a078bb4ea44f" providerId="ADAL" clId="{2B5C9632-1B6D-438A-AE41-66A30DF8D18A}" dt="2026-08-14T13:19:52.469" v="4945" actId="403"/>
        <pc:sldMkLst>
          <pc:docMk/>
          <pc:sldMk cId="0" sldId="564"/>
        </pc:sldMkLst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9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16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20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23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24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2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29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31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35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19:52.469" v="4945" actId="403"/>
          <ac:spMkLst>
            <pc:docMk/>
            <pc:sldMk cId="0" sldId="564"/>
            <ac:spMk id="38" creationId="{00000000-0000-0000-0000-000000000000}"/>
          </ac:spMkLst>
        </pc:spChg>
      </pc:sldChg>
      <pc:sldChg chg="modSp add del mod setBg">
        <pc:chgData name="Šedivec Tomáš" userId="5859117d-4fed-45af-939e-a078bb4ea44f" providerId="ADAL" clId="{2B5C9632-1B6D-438A-AE41-66A30DF8D18A}" dt="2026-08-14T13:20:31.281" v="4949" actId="403"/>
        <pc:sldMkLst>
          <pc:docMk/>
          <pc:sldMk cId="0" sldId="565"/>
        </pc:sldMkLst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2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6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14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15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19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24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25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26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3:20:31.281" v="4949" actId="403"/>
          <ac:spMkLst>
            <pc:docMk/>
            <pc:sldMk cId="0" sldId="565"/>
            <ac:spMk id="27" creationId="{00000000-0000-0000-0000-000000000000}"/>
          </ac:spMkLst>
        </pc:spChg>
      </pc:sldChg>
      <pc:sldChg chg="modSp add del mod setBg">
        <pc:chgData name="Šedivec Tomáš" userId="5859117d-4fed-45af-939e-a078bb4ea44f" providerId="ADAL" clId="{2B5C9632-1B6D-438A-AE41-66A30DF8D18A}" dt="2026-08-14T14:06:41.429" v="5043" actId="14100"/>
        <pc:sldMkLst>
          <pc:docMk/>
          <pc:sldMk cId="0" sldId="566"/>
        </pc:sldMkLst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2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3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6:00.319" v="5023" actId="6549"/>
          <ac:spMkLst>
            <pc:docMk/>
            <pc:sldMk cId="0" sldId="566"/>
            <ac:spMk id="6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7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10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6:41.429" v="5043" actId="14100"/>
          <ac:spMkLst>
            <pc:docMk/>
            <pc:sldMk cId="0" sldId="566"/>
            <ac:spMk id="11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12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13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16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17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1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3:54.215" v="4959" actId="403"/>
          <ac:spMkLst>
            <pc:docMk/>
            <pc:sldMk cId="0" sldId="566"/>
            <ac:spMk id="19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5:51.570" v="5020" actId="20577"/>
          <ac:spMkLst>
            <pc:docMk/>
            <pc:sldMk cId="0" sldId="566"/>
            <ac:spMk id="20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6:27.352" v="5042" actId="20577"/>
          <ac:spMkLst>
            <pc:docMk/>
            <pc:sldMk cId="0" sldId="566"/>
            <ac:spMk id="21" creationId="{00000000-0000-0000-0000-000000000000}"/>
          </ac:spMkLst>
        </pc:spChg>
      </pc:sldChg>
      <pc:sldChg chg="modSp add del mod setBg">
        <pc:chgData name="Šedivec Tomáš" userId="5859117d-4fed-45af-939e-a078bb4ea44f" providerId="ADAL" clId="{2B5C9632-1B6D-438A-AE41-66A30DF8D18A}" dt="2026-08-14T14:04:37.152" v="4961" actId="403"/>
        <pc:sldMkLst>
          <pc:docMk/>
          <pc:sldMk cId="0" sldId="567"/>
        </pc:sldMkLst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10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14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16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1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21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25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27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2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37.152" v="4961" actId="403"/>
          <ac:spMkLst>
            <pc:docMk/>
            <pc:sldMk cId="0" sldId="567"/>
            <ac:spMk id="33" creationId="{00000000-0000-0000-0000-000000000000}"/>
          </ac:spMkLst>
        </pc:spChg>
      </pc:sldChg>
      <pc:sldChg chg="modSp add del mod setBg">
        <pc:chgData name="Šedivec Tomáš" userId="5859117d-4fed-45af-939e-a078bb4ea44f" providerId="ADAL" clId="{2B5C9632-1B6D-438A-AE41-66A30DF8D18A}" dt="2026-08-14T14:14:21.652" v="5165" actId="20577"/>
        <pc:sldMkLst>
          <pc:docMk/>
          <pc:sldMk cId="0" sldId="568"/>
        </pc:sldMkLst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2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3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13:51.173" v="5071" actId="20577"/>
          <ac:spMkLst>
            <pc:docMk/>
            <pc:sldMk cId="0" sldId="568"/>
            <ac:spMk id="7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14:21.652" v="5165" actId="20577"/>
          <ac:spMkLst>
            <pc:docMk/>
            <pc:sldMk cId="0" sldId="568"/>
            <ac:spMk id="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12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14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17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18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20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21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22" creationId="{00000000-0000-0000-0000-000000000000}"/>
          </ac:spMkLst>
        </pc:spChg>
        <pc:spChg chg="mod">
          <ac:chgData name="Šedivec Tomáš" userId="5859117d-4fed-45af-939e-a078bb4ea44f" providerId="ADAL" clId="{2B5C9632-1B6D-438A-AE41-66A30DF8D18A}" dt="2026-08-14T14:04:45.803" v="4963" actId="403"/>
          <ac:spMkLst>
            <pc:docMk/>
            <pc:sldMk cId="0" sldId="568"/>
            <ac:spMk id="27" creationId="{00000000-0000-0000-0000-000000000000}"/>
          </ac:spMkLst>
        </pc:spChg>
      </pc:sldChg>
      <pc:sldChg chg="modSp new mod">
        <pc:chgData name="Šedivec Tomáš" userId="5859117d-4fed-45af-939e-a078bb4ea44f" providerId="ADAL" clId="{2B5C9632-1B6D-438A-AE41-66A30DF8D18A}" dt="2026-08-17T10:45:10.796" v="5286" actId="21"/>
        <pc:sldMkLst>
          <pc:docMk/>
          <pc:sldMk cId="4010358894" sldId="569"/>
        </pc:sldMkLst>
        <pc:spChg chg="mod">
          <ac:chgData name="Šedivec Tomáš" userId="5859117d-4fed-45af-939e-a078bb4ea44f" providerId="ADAL" clId="{2B5C9632-1B6D-438A-AE41-66A30DF8D18A}" dt="2026-08-14T14:48:39.714" v="5236" actId="20577"/>
          <ac:spMkLst>
            <pc:docMk/>
            <pc:sldMk cId="4010358894" sldId="569"/>
            <ac:spMk id="2" creationId="{BE5FBFC4-B008-4784-DED7-E875C2BBF5A2}"/>
          </ac:spMkLst>
        </pc:spChg>
        <pc:spChg chg="mod">
          <ac:chgData name="Šedivec Tomáš" userId="5859117d-4fed-45af-939e-a078bb4ea44f" providerId="ADAL" clId="{2B5C9632-1B6D-438A-AE41-66A30DF8D18A}" dt="2026-08-17T10:45:10.796" v="5286" actId="21"/>
          <ac:spMkLst>
            <pc:docMk/>
            <pc:sldMk cId="4010358894" sldId="569"/>
            <ac:spMk id="3" creationId="{24FF1875-E4D8-455F-8C2F-BFE2DFAE81EA}"/>
          </ac:spMkLst>
        </pc:spChg>
      </pc:sldChg>
      <pc:sldChg chg="modSp new mod">
        <pc:chgData name="Šedivec Tomáš" userId="5859117d-4fed-45af-939e-a078bb4ea44f" providerId="ADAL" clId="{2B5C9632-1B6D-438A-AE41-66A30DF8D18A}" dt="2026-08-17T10:45:26.555" v="5314" actId="20577"/>
        <pc:sldMkLst>
          <pc:docMk/>
          <pc:sldMk cId="2751772604" sldId="570"/>
        </pc:sldMkLst>
        <pc:spChg chg="mod">
          <ac:chgData name="Šedivec Tomáš" userId="5859117d-4fed-45af-939e-a078bb4ea44f" providerId="ADAL" clId="{2B5C9632-1B6D-438A-AE41-66A30DF8D18A}" dt="2026-08-17T10:45:19.398" v="5303" actId="20577"/>
          <ac:spMkLst>
            <pc:docMk/>
            <pc:sldMk cId="2751772604" sldId="570"/>
            <ac:spMk id="2" creationId="{5660D776-7B52-A4DE-55F7-82C7ADD7FB8B}"/>
          </ac:spMkLst>
        </pc:spChg>
        <pc:spChg chg="mod">
          <ac:chgData name="Šedivec Tomáš" userId="5859117d-4fed-45af-939e-a078bb4ea44f" providerId="ADAL" clId="{2B5C9632-1B6D-438A-AE41-66A30DF8D18A}" dt="2026-08-17T10:45:26.555" v="5314" actId="20577"/>
          <ac:spMkLst>
            <pc:docMk/>
            <pc:sldMk cId="2751772604" sldId="570"/>
            <ac:spMk id="3" creationId="{07FD887B-685A-AD68-7687-A5747C968BAA}"/>
          </ac:spMkLst>
        </pc:spChg>
      </pc:sldChg>
      <pc:sldChg chg="modSp new mod">
        <pc:chgData name="Šedivec Tomáš" userId="5859117d-4fed-45af-939e-a078bb4ea44f" providerId="ADAL" clId="{2B5C9632-1B6D-438A-AE41-66A30DF8D18A}" dt="2026-08-17T10:46:33.559" v="5452" actId="9"/>
        <pc:sldMkLst>
          <pc:docMk/>
          <pc:sldMk cId="2480860148" sldId="571"/>
        </pc:sldMkLst>
        <pc:spChg chg="mod">
          <ac:chgData name="Šedivec Tomáš" userId="5859117d-4fed-45af-939e-a078bb4ea44f" providerId="ADAL" clId="{2B5C9632-1B6D-438A-AE41-66A30DF8D18A}" dt="2026-08-17T10:45:49.262" v="5350" actId="20577"/>
          <ac:spMkLst>
            <pc:docMk/>
            <pc:sldMk cId="2480860148" sldId="571"/>
            <ac:spMk id="2" creationId="{D6CDEAFA-D765-1965-1F8A-DE2AA440D06B}"/>
          </ac:spMkLst>
        </pc:spChg>
        <pc:spChg chg="mod">
          <ac:chgData name="Šedivec Tomáš" userId="5859117d-4fed-45af-939e-a078bb4ea44f" providerId="ADAL" clId="{2B5C9632-1B6D-438A-AE41-66A30DF8D18A}" dt="2026-08-17T10:46:33.559" v="5452" actId="9"/>
          <ac:spMkLst>
            <pc:docMk/>
            <pc:sldMk cId="2480860148" sldId="571"/>
            <ac:spMk id="3" creationId="{B01D53BE-F75A-4A18-CB43-712579AC1924}"/>
          </ac:spMkLst>
        </pc:spChg>
      </pc:sldChg>
      <pc:sldMasterChg chg="delSldLayout">
        <pc:chgData name="Šedivec Tomáš" userId="5859117d-4fed-45af-939e-a078bb4ea44f" providerId="ADAL" clId="{2B5C9632-1B6D-438A-AE41-66A30DF8D18A}" dt="2026-08-14T12:06:14.395" v="4188" actId="47"/>
        <pc:sldMasterMkLst>
          <pc:docMk/>
          <pc:sldMasterMk cId="3833117555" sldId="2147483684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17.08.2026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B3850BB1-EAAA-4BC7-CB6B-76E3CD2973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96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9F0403E7-BC0D-3F6B-6A17-DC5CF67E19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05499" cy="685800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516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731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D645B72E-C81F-B832-4779-066D17175F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68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400000" y="2340000"/>
            <a:ext cx="63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400000" y="4500000"/>
            <a:ext cx="63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318B0B4B-5AB0-492A-0086-3A164D5299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79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kladn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1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27983E4-0CC5-BF15-2D16-08612ADA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5200" y="6300000"/>
            <a:ext cx="2743200" cy="365125"/>
          </a:xfrm>
        </p:spPr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029E84FD-5C68-99E2-B460-3E0ED3D603D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185661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 s podnadpis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76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1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27983E4-0CC5-BF15-2D16-08612ADA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5200" y="6300000"/>
            <a:ext cx="2743200" cy="365125"/>
          </a:xfrm>
        </p:spPr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029E84FD-5C68-99E2-B460-3E0ED3D603D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  <p:sp>
        <p:nvSpPr>
          <p:cNvPr id="6" name="Zástupný text 8">
            <a:extLst>
              <a:ext uri="{FF2B5EF4-FFF2-40B4-BE49-F238E27FC236}">
                <a16:creationId xmlns:a16="http://schemas.microsoft.com/office/drawing/2014/main" id="{EAFD7DDD-C5B6-5990-5E30-D6370B82C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999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207970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001026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velk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22525"/>
            <a:ext cx="8964000" cy="3960000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B23D414-7544-6455-E8D2-C72A3EBC3FA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094754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orient="horz" pos="411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běžn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3"/>
            <a:ext cx="8964000" cy="3926021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87EABB6-9EA1-4F27-1C21-C571E0100C5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536374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velk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35605"/>
            <a:ext cx="8964000" cy="3946919"/>
          </a:xfrm>
        </p:spPr>
        <p:txBody>
          <a:bodyPr numCol="1" spcCol="360000">
            <a:normAutofit/>
          </a:bodyPr>
          <a:lstStyle>
            <a:lvl1pPr marL="504000" indent="-504000">
              <a:lnSpc>
                <a:spcPct val="100000"/>
              </a:lnSpc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B5547E9F-BA9C-9C4B-9DF5-F81989FE809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705608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mal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7003"/>
            <a:ext cx="8964000" cy="3915521"/>
          </a:xfrm>
        </p:spPr>
        <p:txBody>
          <a:bodyPr numCol="1" spcCol="360000">
            <a:normAutofit/>
          </a:bodyPr>
          <a:lstStyle>
            <a:lvl1pPr marL="360000" indent="-360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667C9E67-68A9-C008-6034-D232C1AF110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284449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ředělový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1015999"/>
            <a:ext cx="9900000" cy="2413001"/>
          </a:xfrm>
        </p:spPr>
        <p:txBody>
          <a:bodyPr anchor="b"/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84000" y="3676651"/>
            <a:ext cx="9900000" cy="2413000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818906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1599"/>
            <a:ext cx="9900000" cy="2160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017609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s obrázk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5">
            <a:extLst>
              <a:ext uri="{FF2B5EF4-FFF2-40B4-BE49-F238E27FC236}">
                <a16:creationId xmlns:a16="http://schemas.microsoft.com/office/drawing/2014/main" id="{0EED0200-723A-192F-A0AB-3C11FC533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1" y="0"/>
            <a:ext cx="5905499" cy="6858000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3174"/>
            <a:ext cx="5412000" cy="338435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22285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ěžný s obrázk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4"/>
            <a:ext cx="4476000" cy="3797036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obrázku 5">
            <a:extLst>
              <a:ext uri="{FF2B5EF4-FFF2-40B4-BE49-F238E27FC236}">
                <a16:creationId xmlns:a16="http://schemas.microsoft.com/office/drawing/2014/main" id="{BB38CCEF-CF1A-B72B-D67E-9A39E14D3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8501" y="2213429"/>
            <a:ext cx="4285499" cy="3618660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7" name="Zástupný symbol pro číslo snímku 5">
            <a:extLst>
              <a:ext uri="{FF2B5EF4-FFF2-40B4-BE49-F238E27FC236}">
                <a16:creationId xmlns:a16="http://schemas.microsoft.com/office/drawing/2014/main" id="{9217DFE5-4AB5-CB80-1E80-AF1A38727F6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7359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dva sloup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4BF51896-151D-3843-DB7C-41BB6E22FE4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60477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999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506D5A9D-5B24-E761-D1A3-27947B1C890A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2960223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sloup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93601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7671851E-E145-B540-BFE6-BCB164F7650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9333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5DD8208-8E62-3BCD-5295-A5DE908611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8009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C2D358F0-6A79-42DF-456E-F8DBAF212BBF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260437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3 sloupce podbarven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0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2C9E7C88-D105-85BB-7817-7828128845B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56517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F3B495C6-E9D9-BB16-034D-BB35D51847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20259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6362B212-FD62-9F50-CE3D-DFF199FD57C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02647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loupce podbarvené se šipkam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6B0AA4C-B328-7C47-A4DA-F8ED2EFC47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5314" y="3880589"/>
            <a:ext cx="363853" cy="301120"/>
          </a:xfrm>
          <a:prstGeom prst="rect">
            <a:avLst/>
          </a:prstGeom>
        </p:spPr>
      </p:pic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963E211A-EC28-5A07-3501-03AC420E839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056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A544A6B-12C5-DC1B-EDF5-D0332255C4D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448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7D22E6FE-C4C5-B012-E7A4-C90616289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6114" y="3880589"/>
            <a:ext cx="363853" cy="301120"/>
          </a:xfrm>
          <a:prstGeom prst="rect">
            <a:avLst/>
          </a:prstGeom>
        </p:spPr>
      </p:pic>
      <p:sp>
        <p:nvSpPr>
          <p:cNvPr id="13" name="Zástupný text 8">
            <a:extLst>
              <a:ext uri="{FF2B5EF4-FFF2-40B4-BE49-F238E27FC236}">
                <a16:creationId xmlns:a16="http://schemas.microsoft.com/office/drawing/2014/main" id="{E61F4B55-11B4-1167-283D-55E922C634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82C2015C-6855-8BFE-A304-EDB16134EE6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8627695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8" name="Zástupný symbol pro číslo snímku 5">
            <a:extLst>
              <a:ext uri="{FF2B5EF4-FFF2-40B4-BE49-F238E27FC236}">
                <a16:creationId xmlns:a16="http://schemas.microsoft.com/office/drawing/2014/main" id="{E6FDC1DE-B4B0-083B-CF86-1E57EC819B1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53778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indent="0"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60B77F-477A-D5FB-8405-23971B2738BD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8016644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dnadpis, 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8" name="Zástupný symbol pro číslo snímku 5">
            <a:extLst>
              <a:ext uri="{FF2B5EF4-FFF2-40B4-BE49-F238E27FC236}">
                <a16:creationId xmlns:a16="http://schemas.microsoft.com/office/drawing/2014/main" id="{0E9E0BDC-B470-B4BC-892A-7CD72300D49D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153865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 a popis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3" name="Zástupný symbol pro číslo snímku 5">
            <a:extLst>
              <a:ext uri="{FF2B5EF4-FFF2-40B4-BE49-F238E27FC236}">
                <a16:creationId xmlns:a16="http://schemas.microsoft.com/office/drawing/2014/main" id="{7556DA22-95D2-B84C-8D36-C93C88F1A70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8620142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gr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bg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1846262"/>
            <a:ext cx="6157278" cy="3383763"/>
          </a:xfrm>
        </p:spPr>
        <p:txBody>
          <a:bodyPr/>
          <a:lstStyle/>
          <a:p>
            <a:r>
              <a:rPr lang="cs-CZ"/>
              <a:t>Kliknutím na ikonu přidáte graf.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56068FBD-80A0-A131-94EA-3F77B4064DB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3210530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gr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bg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2175418"/>
            <a:ext cx="6157278" cy="3383763"/>
          </a:xfrm>
        </p:spPr>
        <p:txBody>
          <a:bodyPr/>
          <a:lstStyle/>
          <a:p>
            <a:r>
              <a:rPr lang="cs-CZ"/>
              <a:t>Kliknutím na ikonu přidáte graf.</a:t>
            </a:r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4979A1C8-AB56-208C-E695-4985A095C3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FB432D-C3B5-D43F-DAB7-52E395EF4C4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446112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tabulk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88833E3E-D9C4-1B56-E700-3FE02CF54D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9" name="Zástupný symbol pro tabulku 8">
            <a:extLst>
              <a:ext uri="{FF2B5EF4-FFF2-40B4-BE49-F238E27FC236}">
                <a16:creationId xmlns:a16="http://schemas.microsoft.com/office/drawing/2014/main" id="{38C15361-4216-1F02-862E-96F0428B738D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5400942" y="2213361"/>
            <a:ext cx="6097458" cy="2836476"/>
          </a:xfrm>
        </p:spPr>
        <p:txBody>
          <a:bodyPr/>
          <a:lstStyle/>
          <a:p>
            <a:r>
              <a:rPr lang="cs-CZ"/>
              <a:t>Kliknutím na ikonu přidáte tabulku.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B66658BE-27EF-DD53-8F17-938260B54B8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620000" y="2167003"/>
            <a:ext cx="3516021" cy="3915521"/>
          </a:xfrm>
        </p:spPr>
        <p:txBody>
          <a:bodyPr numCol="1" spcCol="360000">
            <a:normAutofit/>
          </a:bodyPr>
          <a:lstStyle>
            <a:lvl1pPr marL="288000" indent="-288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11" name="Zástupný symbol pro číslo snímku 5">
            <a:extLst>
              <a:ext uri="{FF2B5EF4-FFF2-40B4-BE49-F238E27FC236}">
                <a16:creationId xmlns:a16="http://schemas.microsoft.com/office/drawing/2014/main" id="{E903755D-63C9-7F62-34B8-C0C2AFB43970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09919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 dirty="0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4D3900D-FEF7-DC42-A070-58AF49658B8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6957306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2782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věr a shrnut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0" indent="-504000">
              <a:lnSpc>
                <a:spcPct val="120000"/>
              </a:lnSpc>
              <a:spcAft>
                <a:spcPts val="1000"/>
              </a:spcAft>
              <a:buNone/>
              <a:defRPr sz="2000">
                <a:solidFill>
                  <a:schemeClr val="accent5"/>
                </a:solidFill>
              </a:defRPr>
            </a:lvl1pPr>
            <a:lvl2pPr marL="0"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marL="0"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marL="0"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marL="0"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834852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Závěr a poděkován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BC479E45-7FF7-6670-D02A-829001D834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74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E3422724-A174-89D9-AC8F-3F2D774E6F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2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9F0403E7-BC0D-3F6B-6A17-DC5CF67E19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05499" cy="6858000"/>
          </a:xfrm>
        </p:spPr>
        <p:txBody>
          <a:bodyPr/>
          <a:lstStyle/>
          <a:p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516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731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7C218586-5876-97AA-94A4-EC05A288B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68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400000" y="2340000"/>
            <a:ext cx="63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400000" y="4500000"/>
            <a:ext cx="63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9B34F57A-1957-F5C6-AB4D-23968CCB05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34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0000"/>
            <a:ext cx="8964000" cy="3960000"/>
          </a:xfrm>
        </p:spPr>
        <p:txBody>
          <a:bodyPr/>
          <a:lstStyle>
            <a:lvl1pPr>
              <a:spcBef>
                <a:spcPts val="1000"/>
              </a:spcBef>
              <a:spcAft>
                <a:spcPts val="1000"/>
              </a:spcAft>
              <a:defRPr/>
            </a:lvl1pPr>
            <a:lvl2pPr>
              <a:spcAft>
                <a:spcPts val="600"/>
              </a:spcAft>
              <a:defRPr sz="1800"/>
            </a:lvl2pPr>
            <a:lvl3pPr marL="684000" indent="-180000">
              <a:spcAft>
                <a:spcPts val="600"/>
              </a:spcAft>
              <a:defRPr>
                <a:solidFill>
                  <a:schemeClr val="accent1"/>
                </a:solidFill>
              </a:defRPr>
            </a:lvl3pPr>
            <a:lvl4pPr marL="684000" indent="-180000">
              <a:spcAft>
                <a:spcPts val="600"/>
              </a:spcAft>
              <a:defRPr/>
            </a:lvl4pPr>
            <a:lvl5pPr marL="684000" indent="-180000">
              <a:spcAft>
                <a:spcPts val="600"/>
              </a:spcAft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2833127-FA44-2449-652E-7C7C47C7D87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CC50D58-9C13-7041-41AC-823B5DE4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0649886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 s podnadpis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0000"/>
            <a:ext cx="8964000" cy="3960000"/>
          </a:xfrm>
        </p:spPr>
        <p:txBody>
          <a:bodyPr/>
          <a:lstStyle>
            <a:lvl1pPr>
              <a:spcBef>
                <a:spcPts val="1000"/>
              </a:spcBef>
              <a:spcAft>
                <a:spcPts val="1000"/>
              </a:spcAft>
              <a:defRPr/>
            </a:lvl1pPr>
            <a:lvl2pPr>
              <a:spcAft>
                <a:spcPts val="600"/>
              </a:spcAft>
              <a:defRPr sz="1800"/>
            </a:lvl2pPr>
            <a:lvl3pPr marL="684000" indent="-180000">
              <a:spcAft>
                <a:spcPts val="600"/>
              </a:spcAft>
              <a:defRPr>
                <a:solidFill>
                  <a:schemeClr val="accent1"/>
                </a:solidFill>
              </a:defRPr>
            </a:lvl3pPr>
            <a:lvl4pPr marL="684000" indent="-180000">
              <a:spcAft>
                <a:spcPts val="600"/>
              </a:spcAft>
              <a:defRPr/>
            </a:lvl4pPr>
            <a:lvl5pPr marL="684000" indent="-180000">
              <a:spcAft>
                <a:spcPts val="600"/>
              </a:spcAft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2833127-FA44-2449-652E-7C7C47C7D87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CC50D58-9C13-7041-41AC-823B5DE4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76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2" name="Zástupný text 8">
            <a:extLst>
              <a:ext uri="{FF2B5EF4-FFF2-40B4-BE49-F238E27FC236}">
                <a16:creationId xmlns:a16="http://schemas.microsoft.com/office/drawing/2014/main" id="{DD33B0B3-F00C-A126-16C0-3C78885C56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47039181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125581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velk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22525"/>
            <a:ext cx="8964000" cy="3960000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B23D414-7544-6455-E8D2-C72A3EBC3FA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17973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orient="horz" pos="411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běž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3"/>
            <a:ext cx="8964000" cy="3926021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BBC0884-F87E-1907-FF5F-2AB324A5C47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047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velk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35605"/>
            <a:ext cx="8964000" cy="3946919"/>
          </a:xfrm>
        </p:spPr>
        <p:txBody>
          <a:bodyPr numCol="1" spcCol="360000">
            <a:normAutofit/>
          </a:bodyPr>
          <a:lstStyle>
            <a:lvl1pPr marL="504000" indent="-504000">
              <a:lnSpc>
                <a:spcPct val="100000"/>
              </a:lnSpc>
              <a:spcAft>
                <a:spcPts val="10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84905BBB-F9FE-9FBF-15BB-B1658C5A09FF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00041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ma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7003"/>
            <a:ext cx="8964000" cy="3915521"/>
          </a:xfrm>
        </p:spPr>
        <p:txBody>
          <a:bodyPr numCol="1" spcCol="360000">
            <a:normAutofit/>
          </a:bodyPr>
          <a:lstStyle>
            <a:lvl1pPr marL="360000" indent="-360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93163992-C525-2C66-6CAF-F1C6D7A2FF4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232184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ředělový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1015999"/>
            <a:ext cx="9900000" cy="2413001"/>
          </a:xfrm>
        </p:spPr>
        <p:txBody>
          <a:bodyPr anchor="b"/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84000" y="3676651"/>
            <a:ext cx="9900000" cy="2413000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451828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1599"/>
            <a:ext cx="9900000" cy="2160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6933957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s obrázk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5">
            <a:extLst>
              <a:ext uri="{FF2B5EF4-FFF2-40B4-BE49-F238E27FC236}">
                <a16:creationId xmlns:a16="http://schemas.microsoft.com/office/drawing/2014/main" id="{0EED0200-723A-192F-A0AB-3C11FC533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1" y="0"/>
            <a:ext cx="5905499" cy="685800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3174"/>
            <a:ext cx="5412000" cy="338435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790567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ěžný s obráz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4"/>
            <a:ext cx="4476000" cy="3797036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obrázku 5">
            <a:extLst>
              <a:ext uri="{FF2B5EF4-FFF2-40B4-BE49-F238E27FC236}">
                <a16:creationId xmlns:a16="http://schemas.microsoft.com/office/drawing/2014/main" id="{BB38CCEF-CF1A-B72B-D67E-9A39E14D3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8501" y="2213429"/>
            <a:ext cx="4285499" cy="361866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5">
            <a:extLst>
              <a:ext uri="{FF2B5EF4-FFF2-40B4-BE49-F238E27FC236}">
                <a16:creationId xmlns:a16="http://schemas.microsoft.com/office/drawing/2014/main" id="{2C7EEF15-9663-FDF8-3786-E9D1170BC09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03121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1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C2843CF9-B3FD-9E68-3D7A-392FEBCB4FE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66427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1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1A2E329E-B047-5BCC-C0F2-88F14A418F05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9778598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93601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7671851E-E145-B540-BFE6-BCB164F7650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9333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5DD8208-8E62-3BCD-5295-A5DE908611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8009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7B9A68AD-FB4B-8978-5212-ECDC03A6FB0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07699989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3 sloupce podbarve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0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2C9E7C88-D105-85BB-7817-7828128845B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56517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F3B495C6-E9D9-BB16-034D-BB35D51847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20259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C452-BE80-BC5C-7921-09A8FE89B91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7209801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loupce podbarvené se šip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963E211A-EC28-5A07-3501-03AC420E839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05601" y="2246803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A544A6B-12C5-DC1B-EDF5-D0332255C4D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448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2A3086D1-EC65-B74C-A8BB-C58567182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5314" y="3880589"/>
            <a:ext cx="360717" cy="301120"/>
          </a:xfrm>
          <a:prstGeom prst="rect">
            <a:avLst/>
          </a:prstGeom>
        </p:spPr>
      </p:pic>
      <p:pic>
        <p:nvPicPr>
          <p:cNvPr id="20" name="Obrázek 19">
            <a:extLst>
              <a:ext uri="{FF2B5EF4-FFF2-40B4-BE49-F238E27FC236}">
                <a16:creationId xmlns:a16="http://schemas.microsoft.com/office/drawing/2014/main" id="{CAAABE1A-E3F7-8D77-4BC1-22DA8776E5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6114" y="3880589"/>
            <a:ext cx="360717" cy="301120"/>
          </a:xfrm>
          <a:prstGeom prst="rect">
            <a:avLst/>
          </a:prstGeom>
        </p:spPr>
      </p:pic>
      <p:sp>
        <p:nvSpPr>
          <p:cNvPr id="21" name="Zástupný text 8">
            <a:extLst>
              <a:ext uri="{FF2B5EF4-FFF2-40B4-BE49-F238E27FC236}">
                <a16:creationId xmlns:a16="http://schemas.microsoft.com/office/drawing/2014/main" id="{EE858B53-D403-C768-50C6-B820DCD4E5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22" name="Zástupný symbol pro číslo snímku 5">
            <a:extLst>
              <a:ext uri="{FF2B5EF4-FFF2-40B4-BE49-F238E27FC236}">
                <a16:creationId xmlns:a16="http://schemas.microsoft.com/office/drawing/2014/main" id="{7BDEE34E-2AD1-D45A-CDC5-B7356B87F96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1799339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96F11FE-78A2-69C8-0643-BE729D4F1FD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014112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34D6FE-BA08-8A8E-D5AE-55D3E756260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82820199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dnadpis, 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9" name="Zástupný symbol pro číslo snímku 5">
            <a:extLst>
              <a:ext uri="{FF2B5EF4-FFF2-40B4-BE49-F238E27FC236}">
                <a16:creationId xmlns:a16="http://schemas.microsoft.com/office/drawing/2014/main" id="{6BCC6951-FCF3-7B03-5562-7840A02525D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1438807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 a po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3" name="Zástupný symbol pro číslo snímku 5">
            <a:extLst>
              <a:ext uri="{FF2B5EF4-FFF2-40B4-BE49-F238E27FC236}">
                <a16:creationId xmlns:a16="http://schemas.microsoft.com/office/drawing/2014/main" id="{893E901C-6AA0-0F75-C9B1-BE19FABFC39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4166878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tx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1846262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C3AB57E5-30E5-1721-7ABB-F3BD27E78527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36462144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tx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2165625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4F692555-6195-4F09-FB48-4EF6E638FA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80B733-56AF-86CD-D756-629084A16536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5265850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88833E3E-D9C4-1B56-E700-3FE02CF54D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9" name="Zástupný symbol pro tabulku 8">
            <a:extLst>
              <a:ext uri="{FF2B5EF4-FFF2-40B4-BE49-F238E27FC236}">
                <a16:creationId xmlns:a16="http://schemas.microsoft.com/office/drawing/2014/main" id="{38C15361-4216-1F02-862E-96F0428B738D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5400942" y="2213361"/>
            <a:ext cx="6097458" cy="2836476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1AA2B79E-EBDF-2530-1330-B70DF2E98A5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620000" y="2167003"/>
            <a:ext cx="3516021" cy="3915521"/>
          </a:xfrm>
        </p:spPr>
        <p:txBody>
          <a:bodyPr numCol="1" spcCol="360000">
            <a:normAutofit/>
          </a:bodyPr>
          <a:lstStyle>
            <a:lvl1pPr marL="288000" indent="-288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0CAAE527-231E-9248-0A0C-52E8BA0AF60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88600781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57312837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5638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věr a shrnut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0" indent="-504000">
              <a:lnSpc>
                <a:spcPct val="120000"/>
              </a:lnSpc>
              <a:spcAft>
                <a:spcPts val="1000"/>
              </a:spcAft>
              <a:buNone/>
              <a:defRPr sz="20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marL="0"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marL="0"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marL="0"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89832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Závěr a poděkov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A8F823BE-0289-3AD8-2460-7235697BE4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73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3671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17.08.2026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99000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55200" y="630000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F5A12E-3DFE-4C3E-9036-7893F29C52C1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CE70BBC-B115-131D-2941-69C0C2A943A9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1094914" y="1651"/>
            <a:ext cx="453600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1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500" kern="1200">
          <a:solidFill>
            <a:schemeClr val="accent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677971" y="2160000"/>
            <a:ext cx="8906029" cy="407806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55200" y="630000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F5A12E-3DFE-4C3E-9036-7893F29C52C1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0A29A96-A469-4350-B155-21439378B4C4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1094914" y="1651"/>
            <a:ext cx="453600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7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5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>
          <p15:clr>
            <a:srgbClr val="F26B43"/>
          </p15:clr>
        </p15:guide>
        <p15:guide id="2" pos="41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51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nicesko.gov.cz/ke-stazeni" TargetMode="External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implementace_zopds?do=diff&amp;rev2%5B0%5D=1731505440&amp;rev2%5B1%5D=1786027115&amp;difftype=sidebyside" TargetMode="External"/><Relationship Id="rId2" Type="http://schemas.openxmlformats.org/officeDocument/2006/relationships/hyperlink" Target="https://archi.gov.cz/nap:portaly_verejne_spravy_a_soukromopravnich_uzivatelu_udaju?do=diff&amp;rev2%5B0%5D=1747746994&amp;rev2%5B1%5D=1785219453&amp;difftype=sidebyside" TargetMode="External"/><Relationship Id="rId1" Type="http://schemas.openxmlformats.org/officeDocument/2006/relationships/slideLayout" Target="../slideLayouts/slideLayout49.xml"/><Relationship Id="rId4" Type="http://schemas.openxmlformats.org/officeDocument/2006/relationships/hyperlink" Target="https://archi.gov.cz/znalostni_baze#navody_pro_praci_s_ais_rpp_pusobnostni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evidencai.online/" TargetMode="External"/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sekce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352262"/>
            <a:ext cx="9649072" cy="280076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Výboru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č. 4/2026 dne 17. 8. 2026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79E1-FFC6-F7C1-7E11-2EA1FEE0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7A24ED-FC76-4EA3-B392-6ADF17DD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C5CCBA-57DB-F0C3-A919-DBAF6586F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899" y="1597689"/>
            <a:ext cx="9358101" cy="448483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1800" b="1" noProof="0" dirty="0"/>
              <a:t>Technický úvod, pravidla videokonference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1800" b="1" noProof="0" dirty="0"/>
              <a:t>Hlavní program 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b="1" dirty="0"/>
              <a:t>Výstup z jednání grémia a </a:t>
            </a:r>
            <a:r>
              <a:rPr lang="cs-CZ" b="1" dirty="0" err="1"/>
              <a:t>plenáru</a:t>
            </a:r>
            <a:r>
              <a:rPr lang="cs-CZ" b="1" dirty="0"/>
              <a:t> RVIS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b="1" dirty="0"/>
              <a:t>Změny v Národní architektuře eGovernmentu –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b="1" dirty="0"/>
              <a:t>Informace z pracovních skupin výboru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b="1" dirty="0"/>
              <a:t>Informace o plnění principu "pouze jednou" 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b="1" dirty="0"/>
              <a:t>Změna UV86 ve vazbě na projekty AI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b="1" dirty="0"/>
              <a:t>Příprava metodického pokynu k obsahu a náležitostem provozní dokumentace ISVS –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b="1" dirty="0"/>
              <a:t>Nová verze </a:t>
            </a:r>
            <a:r>
              <a:rPr lang="cs-CZ" b="1" dirty="0" err="1"/>
              <a:t>patternu</a:t>
            </a:r>
            <a:r>
              <a:rPr lang="cs-CZ" b="1" dirty="0"/>
              <a:t> generického AIS - Digitální a informační agentura</a:t>
            </a:r>
          </a:p>
          <a:p>
            <a:pPr marL="745200" lvl="1" indent="-457200">
              <a:buFont typeface="Arial" panose="020B0604020202020204" pitchFamily="34" charset="0"/>
              <a:buChar char="•"/>
            </a:pPr>
            <a:r>
              <a:rPr lang="cs-CZ" b="1" dirty="0"/>
              <a:t>Publikační AIS pro zpřístupnění údajů - Digitální a informační agentura</a:t>
            </a:r>
          </a:p>
          <a:p>
            <a:pPr marL="745200" lvl="1" indent="-457200">
              <a:buFont typeface="Arial" panose="020B0604020202020204" pitchFamily="34" charset="0"/>
              <a:buChar char="•"/>
            </a:pPr>
            <a:r>
              <a:rPr lang="cs-CZ" b="1" dirty="0"/>
              <a:t>Poznámky a nejasnosti členů výboru</a:t>
            </a:r>
            <a:endParaRPr lang="cs-CZ" b="1" noProof="0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1800" b="1" noProof="0" dirty="0"/>
              <a:t>Závěr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A617E99-ECD4-9E55-3ACB-157DD633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8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590364-6213-8E92-FCFD-970EDD56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Technický úvod, pravidla videokonference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31CA22E-DC82-1C60-D6B9-64A57BC87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349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FBEF78-4BA8-C6B4-7C8F-7469D682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Výstup z jednání grémia a </a:t>
            </a:r>
            <a:r>
              <a:rPr lang="cs-CZ" dirty="0" err="1"/>
              <a:t>plenáru</a:t>
            </a:r>
            <a:r>
              <a:rPr lang="cs-CZ" dirty="0"/>
              <a:t> RVIS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107A1D4-07C3-F62D-602B-6A3C68176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742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A18B-B619-7903-831A-C1ED1E46C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4DEAB0-A2B2-6044-F7DB-2DBB3C68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Výstup z jednání grémia a </a:t>
            </a:r>
            <a:r>
              <a:rPr lang="cs-CZ" sz="3200" dirty="0" err="1"/>
              <a:t>plenáru</a:t>
            </a:r>
            <a:r>
              <a:rPr lang="cs-CZ" sz="3200" dirty="0"/>
              <a:t> RVIS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F02B63-8948-83FD-86DC-E7C018684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Grémium ani plenární zasedání nebylo od posledního zasedání Výboru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Plenární zasedání 29.6.:</a:t>
            </a:r>
          </a:p>
          <a:p>
            <a:pPr marL="486900" lvl="1" indent="-342900">
              <a:buFont typeface="Arial" panose="020B0604020202020204" pitchFamily="34" charset="0"/>
              <a:buChar char="•"/>
            </a:pPr>
            <a:r>
              <a:rPr lang="cs-CZ" sz="2200" dirty="0"/>
              <a:t>Změna struktury RVIS viz pracovní skupiny</a:t>
            </a:r>
          </a:p>
          <a:p>
            <a:pPr marL="486900" lvl="1" indent="-342900">
              <a:buFont typeface="Arial" panose="020B0604020202020204" pitchFamily="34" charset="0"/>
              <a:buChar char="•"/>
            </a:pPr>
            <a:r>
              <a:rPr lang="cs-CZ" sz="2200" dirty="0"/>
              <a:t>Zprávy o plnění činnosti výborů</a:t>
            </a:r>
          </a:p>
          <a:p>
            <a:pPr marL="486900" lvl="1" indent="-342900">
              <a:buFont typeface="Arial" panose="020B0604020202020204" pitchFamily="34" charset="0"/>
              <a:buChar char="•"/>
            </a:pPr>
            <a:r>
              <a:rPr lang="cs-CZ" sz="2200" dirty="0"/>
              <a:t>Zpráva o plnění </a:t>
            </a:r>
            <a:r>
              <a:rPr lang="cs-CZ" sz="2200" dirty="0" err="1"/>
              <a:t>dig</a:t>
            </a:r>
            <a:r>
              <a:rPr lang="cs-CZ" sz="2200" dirty="0"/>
              <a:t>. Dekády (zlepšení KPI vůči EU)</a:t>
            </a:r>
          </a:p>
          <a:p>
            <a:pPr marL="486900" lvl="1" indent="-342900">
              <a:buFont typeface="Arial" panose="020B0604020202020204" pitchFamily="34" charset="0"/>
              <a:buChar char="•"/>
            </a:pPr>
            <a:r>
              <a:rPr lang="cs-CZ" sz="2200" dirty="0"/>
              <a:t>Iniciativa AI na úřad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>
                <a:hlinkClick r:id="rId2"/>
              </a:rPr>
              <a:t>https://digitalnicesko.gov.cz/ke-stazeni</a:t>
            </a:r>
            <a:r>
              <a:rPr lang="cs-CZ" sz="2400" dirty="0"/>
              <a:t> </a:t>
            </a:r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cs-CZ" sz="2400" dirty="0"/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cs-CZ" sz="2400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98C7AAE-2C64-1B8D-C3E9-ADFE1BCC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15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6D852-F508-AF28-4B8B-806B965D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BCE16C-C212-2143-B14F-B4AAE76C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Informace z pracovních skupin výboru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5C4B9CC-BF13-414A-DB2D-19C1DFD7C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1034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B70B0-F68F-FF2A-0289-1253D2C0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Informace z pracovních skupin výboru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213A82-C3E0-6BC5-7664-62DFEC57E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195" y="1347537"/>
            <a:ext cx="11105147" cy="4772463"/>
          </a:xfrm>
        </p:spPr>
        <p:txBody>
          <a:bodyPr numCol="1"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pro cloud </a:t>
            </a:r>
            <a:r>
              <a:rPr lang="cs-CZ" b="1" dirty="0" err="1"/>
              <a:t>computing</a:t>
            </a:r>
            <a:r>
              <a:rPr lang="cs-CZ" b="1" dirty="0"/>
              <a:t> (Helena Ulrychová)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Pracovní skupina má 3 týmy (Odstranění překážek a akcelerace využití </a:t>
            </a:r>
            <a:r>
              <a:rPr lang="cs-CZ" dirty="0" err="1"/>
              <a:t>KeGC</a:t>
            </a:r>
            <a:r>
              <a:rPr lang="cs-CZ" dirty="0"/>
              <a:t>, Metodické vedení OVS a poskytovatelů v oblasti </a:t>
            </a:r>
            <a:r>
              <a:rPr lang="cs-CZ" dirty="0" err="1"/>
              <a:t>eGC</a:t>
            </a:r>
            <a:r>
              <a:rPr lang="cs-CZ" dirty="0"/>
              <a:t>, Harmonizace evropských a národních politik v oblasti CC)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Poslední 14. jednání proběhlo 11. 6. 2026, probíralo se mj. připojení </a:t>
            </a:r>
            <a:r>
              <a:rPr lang="cs-CZ" dirty="0" err="1"/>
              <a:t>SaaS</a:t>
            </a:r>
            <a:r>
              <a:rPr lang="cs-CZ" dirty="0"/>
              <a:t> do CMS, nařízení CADA nebo kapacitní plánování státního cloudu.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Další jednání je naplánováno na 24. 9. 2026.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digitálních zmocněnců (Marek Pur)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Schůzka na přelomu prázdnin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pro IK ČR a navazující dokumenty (Václav Trejdl)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Nastavit rozumný model dalšího fungování, definovat konkrétní plán činností a sestavit tým, který se bude na aktualizaci IKČR podílet. Již máme navrženou základní sestavu členů, čeká se na potvrzení pokračování stávajících členů.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pro měření kvality a efektivity  (Petra Sedláčková)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Bez informace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pro </a:t>
            </a:r>
            <a:r>
              <a:rPr lang="cs-CZ" b="1" dirty="0" err="1"/>
              <a:t>Spatial</a:t>
            </a:r>
            <a:r>
              <a:rPr lang="cs-CZ" b="1" dirty="0"/>
              <a:t> Data </a:t>
            </a:r>
            <a:r>
              <a:rPr lang="cs-CZ" b="1" dirty="0" err="1"/>
              <a:t>Infrastructure</a:t>
            </a:r>
            <a:r>
              <a:rPr lang="cs-CZ" b="1" dirty="0"/>
              <a:t> (Jana Hojsáková)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cíl je zajistit systematickou koordinaci rozvoje Národní infrastruktury pro prostorové informace v České republice a připravit nový strategický rámec v této oblasti</a:t>
            </a:r>
            <a:endParaRPr lang="cs-CZ" sz="2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Součástí činnosti je také projednávání koncepčních materiálů, vyhodnocování připomínek, příprava podkladů pro RVIS a koordinace mezi jednotlivými resorty</a:t>
            </a:r>
          </a:p>
        </p:txBody>
      </p:sp>
    </p:spTree>
    <p:extLst>
      <p:ext uri="{BB962C8B-B14F-4D97-AF65-F5344CB8AC3E}">
        <p14:creationId xmlns:p14="http://schemas.microsoft.com/office/powerpoint/2010/main" val="178001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A60E9-3702-EA25-FECC-0E96B106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39E0F9-5F52-5BEE-FD0E-A8D07090B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Změny v Národní architektuře eGovernmentu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210B7E8-88A0-9188-CC8D-08F8D429D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91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68EE-81CA-C834-77B7-A1258700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7A6C11-42CE-F8C2-B8AA-3281D596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Změny v Národní architektuře eGovernmentu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135D5A-1C30-03D7-BD46-D7AE2415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cs-CZ" sz="2400" dirty="0"/>
              <a:t>Viz také https://archi.gov.cz/vyhledavani:changelog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Portály VS </a:t>
            </a:r>
            <a:r>
              <a:rPr lang="cs-CZ" sz="2400" dirty="0">
                <a:hlinkClick r:id="rId2"/>
              </a:rPr>
              <a:t>https://archi.gov.cz/nap:portaly_verejne_spravy_a_soukromopravnich_uzivatelu_udaju?do=diff&amp;rev2%5B0%5D=1747746994&amp;rev2%5B1%5D=1785219453&amp;difftype=sidebyside</a:t>
            </a:r>
            <a:r>
              <a:rPr lang="cs-CZ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Implementace povinností ZoPDS </a:t>
            </a:r>
            <a:r>
              <a:rPr lang="cs-CZ" sz="2400" dirty="0">
                <a:hlinkClick r:id="rId3"/>
              </a:rPr>
              <a:t>https://archi.gov.cz/znalostni_baze:implementace_zopds?do=diff&amp;rev2%5B0%5D=1731505440&amp;rev2%5B1%5D=1786027115&amp;difftype=sidebyside</a:t>
            </a:r>
            <a:r>
              <a:rPr lang="cs-CZ" sz="2400" dirty="0"/>
              <a:t>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Změny hlášení problémů v AIS RPP </a:t>
            </a:r>
            <a:r>
              <a:rPr lang="cs-CZ" sz="2400" dirty="0">
                <a:hlinkClick r:id="rId4"/>
              </a:rPr>
              <a:t>https://archi.gov.cz/znalostni_baze#navody_pro_praci_s_ais_rpp_pusobnostni</a:t>
            </a:r>
            <a:r>
              <a:rPr lang="cs-CZ" sz="2400" dirty="0"/>
              <a:t> 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7678EB6-7DC6-7929-4881-2A52372C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493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08544A-6A99-25FF-2C4E-CF5F42DC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2610156"/>
          </a:xfrm>
        </p:spPr>
        <p:txBody>
          <a:bodyPr>
            <a:normAutofit fontScale="90000"/>
          </a:bodyPr>
          <a:lstStyle/>
          <a:p>
            <a:r>
              <a:rPr lang="cs-CZ" dirty="0"/>
              <a:t>Usnesení č. 1/4/2026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schvaluje změny v Národní architektuře eGovernmentu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412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4E72D4-A871-3907-CD1C-163B701F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Informace o plnění principu „pouze jednou“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9884B21-7502-65F3-EEC8-6F831931B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6938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E04F4-EB80-472C-64B0-BF57B8C8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41058E-60D5-4CD0-08DA-142DB750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Pouze jednou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2976C6-C560-3882-BA9B-4641E22C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163" y="1437775"/>
            <a:ext cx="9759837" cy="4644750"/>
          </a:xfrm>
        </p:spPr>
        <p:txBody>
          <a:bodyPr>
            <a:normAutofit lnSpcReduction="10000"/>
          </a:bodyPr>
          <a:lstStyle/>
          <a:p>
            <a:r>
              <a:rPr lang="cs-CZ" b="1" dirty="0"/>
              <a:t>Nadále existuje jen 47 AIS, které publikují své údaje na ISSS</a:t>
            </a:r>
          </a:p>
          <a:p>
            <a:r>
              <a:rPr lang="cs-CZ" dirty="0"/>
              <a:t>87 kontextů, 293 datových obsahů</a:t>
            </a:r>
          </a:p>
          <a:p>
            <a:endParaRPr lang="cs-CZ" sz="1300" dirty="0"/>
          </a:p>
          <a:p>
            <a:r>
              <a:rPr lang="cs-CZ" b="1" dirty="0"/>
              <a:t>DIA a MO vyjádřilo svou poptávku na údaje na referenčním rozhraní</a:t>
            </a:r>
            <a:endParaRPr lang="cs-CZ" dirty="0"/>
          </a:p>
          <a:p>
            <a:pPr marL="0" indent="0">
              <a:buNone/>
            </a:pPr>
            <a:r>
              <a:rPr lang="cs-CZ" b="1" dirty="0"/>
              <a:t>Nezapomínejte, že data nesdílíte jen pro potřeby výkonu agend jiných úřadů, ale i pro klienta jako subjektu údajů!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FBB20D4-CF1F-474E-642F-F0031E73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5A12E-3DFE-4C3E-9036-7893F29C52C1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srgbClr val="5458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2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8AFAF-052A-8F6E-1C29-CD4548FB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A72543-2BC7-85EF-BA6F-3DF1D0FE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149544"/>
            <a:ext cx="9900000" cy="1070756"/>
          </a:xfrm>
        </p:spPr>
        <p:txBody>
          <a:bodyPr/>
          <a:lstStyle/>
          <a:p>
            <a:r>
              <a:rPr lang="cs-CZ" dirty="0"/>
              <a:t>Poptávka na data k realizaci ZOS</a:t>
            </a:r>
          </a:p>
        </p:txBody>
      </p:sp>
      <p:graphicFrame>
        <p:nvGraphicFramePr>
          <p:cNvPr id="5" name="Zástupný obsah 4">
            <a:extLst>
              <a:ext uri="{FF2B5EF4-FFF2-40B4-BE49-F238E27FC236}">
                <a16:creationId xmlns:a16="http://schemas.microsoft.com/office/drawing/2014/main" id="{56D2C627-486E-3611-F237-58941C3140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220857"/>
              </p:ext>
            </p:extLst>
          </p:nvPr>
        </p:nvGraphicFramePr>
        <p:xfrm>
          <a:off x="823912" y="1220300"/>
          <a:ext cx="10674488" cy="5014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5927">
                  <a:extLst>
                    <a:ext uri="{9D8B030D-6E8A-4147-A177-3AD203B41FA5}">
                      <a16:colId xmlns:a16="http://schemas.microsoft.com/office/drawing/2014/main" val="3664656216"/>
                    </a:ext>
                  </a:extLst>
                </a:gridCol>
                <a:gridCol w="2710259">
                  <a:extLst>
                    <a:ext uri="{9D8B030D-6E8A-4147-A177-3AD203B41FA5}">
                      <a16:colId xmlns:a16="http://schemas.microsoft.com/office/drawing/2014/main" val="3998940584"/>
                    </a:ext>
                  </a:extLst>
                </a:gridCol>
                <a:gridCol w="2392297">
                  <a:extLst>
                    <a:ext uri="{9D8B030D-6E8A-4147-A177-3AD203B41FA5}">
                      <a16:colId xmlns:a16="http://schemas.microsoft.com/office/drawing/2014/main" val="1544103100"/>
                    </a:ext>
                  </a:extLst>
                </a:gridCol>
                <a:gridCol w="1589818">
                  <a:extLst>
                    <a:ext uri="{9D8B030D-6E8A-4147-A177-3AD203B41FA5}">
                      <a16:colId xmlns:a16="http://schemas.microsoft.com/office/drawing/2014/main" val="36539574"/>
                    </a:ext>
                  </a:extLst>
                </a:gridCol>
                <a:gridCol w="1271854">
                  <a:extLst>
                    <a:ext uri="{9D8B030D-6E8A-4147-A177-3AD203B41FA5}">
                      <a16:colId xmlns:a16="http://schemas.microsoft.com/office/drawing/2014/main" val="3024182848"/>
                    </a:ext>
                  </a:extLst>
                </a:gridCol>
                <a:gridCol w="2074333">
                  <a:extLst>
                    <a:ext uri="{9D8B030D-6E8A-4147-A177-3AD203B41FA5}">
                      <a16:colId xmlns:a16="http://schemas.microsoft.com/office/drawing/2014/main" val="4261837693"/>
                    </a:ext>
                  </a:extLst>
                </a:gridCol>
              </a:tblGrid>
              <a:tr h="2994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Kód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Název agendy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Správce (OVM)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Hlavní právní předpis</a:t>
                      </a:r>
                      <a:endParaRPr lang="cs-CZ" sz="1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Eviduje vlastní údaje v RPP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Klíčový AIS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 anchor="ctr"/>
                </a:tc>
                <a:extLst>
                  <a:ext uri="{0D108BD9-81ED-4DB2-BD59-A6C34878D82A}">
                    <a16:rowId xmlns:a16="http://schemas.microsoft.com/office/drawing/2014/main" val="2885554106"/>
                  </a:ext>
                </a:extLst>
              </a:tr>
              <a:tr h="27531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A1086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Zdravotní služby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Ministerstvo zdravotnictví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372/2011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Ano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Kmenový registr pacientů / NRPZS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3048175370"/>
                  </a:ext>
                </a:extLst>
              </a:tr>
              <a:tr h="2994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A1401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Provozování dráhy a drážní dopravy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Ministerstvo dopravy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266/1994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Ano (0 sdílených údajů)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IS průkazů ZDV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2455966620"/>
                  </a:ext>
                </a:extLst>
              </a:tr>
              <a:tr h="27531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A332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Úkoly Hasičského záchranného sboru ČR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Ministerstvo vnitra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320/2015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Ne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ISKŘ (10396)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3519045902"/>
                  </a:ext>
                </a:extLst>
              </a:tr>
              <a:tr h="1530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A337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O integrovaném záchranném systému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Ministerstvo vnitra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239/2000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Ne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—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1191864457"/>
                  </a:ext>
                </a:extLst>
              </a:tr>
              <a:tr h="27531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A338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Zákon č. 240/2000 Sb. o krizovém řízení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Ministerstvo vnitra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240/2000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Ne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ISKŘ / KRIZKOM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3825193239"/>
                  </a:ext>
                </a:extLst>
              </a:tr>
              <a:tr h="1530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A418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Policie České republiky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Ministerstvo vnitra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273/2008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Ne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—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915782146"/>
                  </a:ext>
                </a:extLst>
              </a:tr>
              <a:tr h="1530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A820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Působnost SSHR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Správa státních hmotných rezerv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97/1993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Ne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—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1331256816"/>
                  </a:ext>
                </a:extLst>
              </a:tr>
              <a:tr h="27531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A821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Hospodářská opatření pro krizové stavy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Správa státních hmotných rezerv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241/2000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Ne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KRIZKOM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3212712945"/>
                  </a:ext>
                </a:extLst>
              </a:tr>
              <a:tr h="1530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A684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Agenda energetického zákona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Ministerstvo průmyslu a obchodu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458/2000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Ne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—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1041735001"/>
                  </a:ext>
                </a:extLst>
              </a:tr>
              <a:tr h="1530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A1721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Kybernetická bezpečnost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NÚKIB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264/2025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Ne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—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1714816849"/>
                  </a:ext>
                </a:extLst>
              </a:tr>
              <a:tr h="27531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A1028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Mírové využívání jaderné energie (dozor)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Státní úřad pro jadernou bezpečnost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263/2016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Ne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—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3130434961"/>
                  </a:ext>
                </a:extLst>
              </a:tr>
              <a:tr h="1530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A1087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Zdravotnická záchranná služba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Ministerstvo zdravotnictví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374/2011 Sb.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Ne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—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2865159067"/>
                  </a:ext>
                </a:extLst>
              </a:tr>
              <a:tr h="1530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A575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Státní správa ve věcech civ. letectví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Ministerstvo dopravy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49/1997 Sb.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Ne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—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70" marR="7670" marT="7670" marB="0"/>
                </a:tc>
                <a:extLst>
                  <a:ext uri="{0D108BD9-81ED-4DB2-BD59-A6C34878D82A}">
                    <a16:rowId xmlns:a16="http://schemas.microsoft.com/office/drawing/2014/main" val="1757415750"/>
                  </a:ext>
                </a:extLst>
              </a:tr>
            </a:tbl>
          </a:graphicData>
        </a:graphic>
      </p:graphicFrame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AFC2E36-392D-5199-04B1-DCF54A2CF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5A12E-3DFE-4C3E-9036-7893F29C52C1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srgbClr val="5458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95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67853-DA76-08F0-DB32-1DBFCB47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99ADC5-E4D0-DA0C-194A-608592D5F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149544"/>
            <a:ext cx="9900000" cy="1070756"/>
          </a:xfrm>
        </p:spPr>
        <p:txBody>
          <a:bodyPr/>
          <a:lstStyle/>
          <a:p>
            <a:r>
              <a:rPr lang="cs-CZ" dirty="0"/>
              <a:t>Poptávka na data k realizaci OOTS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A92F6AB-1E21-0389-DF7C-86BEC255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5A12E-3DFE-4C3E-9036-7893F29C52C1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srgbClr val="5458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1" name="Zástupný obsah 10">
            <a:extLst>
              <a:ext uri="{FF2B5EF4-FFF2-40B4-BE49-F238E27FC236}">
                <a16:creationId xmlns:a16="http://schemas.microsoft.com/office/drawing/2014/main" id="{05BB5289-860A-2615-93C1-C51B02005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007203"/>
              </p:ext>
            </p:extLst>
          </p:nvPr>
        </p:nvGraphicFramePr>
        <p:xfrm>
          <a:off x="684000" y="1311638"/>
          <a:ext cx="10824000" cy="4778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4123">
                  <a:extLst>
                    <a:ext uri="{9D8B030D-6E8A-4147-A177-3AD203B41FA5}">
                      <a16:colId xmlns:a16="http://schemas.microsoft.com/office/drawing/2014/main" val="365264207"/>
                    </a:ext>
                  </a:extLst>
                </a:gridCol>
                <a:gridCol w="1788607">
                  <a:extLst>
                    <a:ext uri="{9D8B030D-6E8A-4147-A177-3AD203B41FA5}">
                      <a16:colId xmlns:a16="http://schemas.microsoft.com/office/drawing/2014/main" val="1831316990"/>
                    </a:ext>
                  </a:extLst>
                </a:gridCol>
                <a:gridCol w="8031270">
                  <a:extLst>
                    <a:ext uri="{9D8B030D-6E8A-4147-A177-3AD203B41FA5}">
                      <a16:colId xmlns:a16="http://schemas.microsoft.com/office/drawing/2014/main" val="2447014897"/>
                    </a:ext>
                  </a:extLst>
                </a:gridCol>
              </a:tblGrid>
              <a:tr h="588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/>
                        <a:t>Gesce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dirty="0"/>
                        <a:t>Informační systém / agenda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marR="119189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dirty="0"/>
                        <a:t>Požadovaný výstup – dokument</a:t>
                      </a:r>
                    </a:p>
                  </a:txBody>
                  <a:tcPr marL="12459" marR="12459" marT="0" marB="0" anchor="ctr"/>
                </a:tc>
                <a:extLst>
                  <a:ext uri="{0D108BD9-81ED-4DB2-BD59-A6C34878D82A}">
                    <a16:rowId xmlns:a16="http://schemas.microsoft.com/office/drawing/2014/main" val="3315591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Ministerstvo zdravotnictví </a:t>
                      </a: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(zdravotní pojišťovny) 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Národní zdravotnický informační systém,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Centrální registr pojištěnců</a:t>
                      </a: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 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potvrzení o stavu závazků plátce pojistného (bezdlužnost) týkajících se pojistného, penále, pokuty a přirážky k pojistnému dle § 26e zákona </a:t>
                      </a:r>
                      <a:br>
                        <a:rPr lang="cs-CZ" sz="1000" dirty="0"/>
                      </a:br>
                      <a:r>
                        <a:rPr lang="cs-CZ" sz="1000" dirty="0"/>
                        <a:t>č. 592/1992 Sb., o pojistném na veřejné zdravotní pojištění,</a:t>
                      </a:r>
                    </a:p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informace o pojištěnci – přehled dob pojištění (tzv. registrační údaje),</a:t>
                      </a:r>
                    </a:p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povolení splátek pojistného (splátkový kalendář) dle § 15a zákona č. 592/1992 Sb., o pojistném na veřejné zdravotní pojištění</a:t>
                      </a:r>
                    </a:p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EHIC a formulář A1 </a:t>
                      </a:r>
                    </a:p>
                    <a:p>
                      <a:pPr marL="457200" marR="20256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 dirty="0"/>
                        <a:t> </a:t>
                      </a:r>
                    </a:p>
                  </a:txBody>
                  <a:tcPr marL="12459" marR="12459" marT="0" marB="0" anchor="ctr"/>
                </a:tc>
                <a:extLst>
                  <a:ext uri="{0D108BD9-81ED-4DB2-BD59-A6C34878D82A}">
                    <a16:rowId xmlns:a16="http://schemas.microsoft.com/office/drawing/2014/main" val="160155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Ministerstvo spravedlnosti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Insolvenční rejstřík (ISIR),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Rejstřík trestů,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Informační systém pro evidenci skutečných majitelů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marL="342900" marR="29273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výpis/opis z evidence rejstříku trestů fyzických osob,</a:t>
                      </a:r>
                    </a:p>
                    <a:p>
                      <a:pPr marL="342900" marR="29273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výpis z evidence skutečných majitelů</a:t>
                      </a:r>
                    </a:p>
                    <a:p>
                      <a:pPr marL="342900" marR="29273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výpis z insolvenčního rejstříku,</a:t>
                      </a:r>
                    </a:p>
                    <a:p>
                      <a:pPr marL="457200" marR="29273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 dirty="0"/>
                        <a:t> </a:t>
                      </a:r>
                    </a:p>
                  </a:txBody>
                  <a:tcPr marL="12459" marR="12459" marT="0" marB="0" anchor="ctr"/>
                </a:tc>
                <a:extLst>
                  <a:ext uri="{0D108BD9-81ED-4DB2-BD59-A6C34878D82A}">
                    <a16:rowId xmlns:a16="http://schemas.microsoft.com/office/drawing/2014/main" val="2222935533"/>
                  </a:ext>
                </a:extLst>
              </a:tr>
              <a:tr h="2039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Ministerstvo práce a sociálních věcí</a:t>
                      </a: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 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Jednotný informační systém MPSV (JIS MPSV),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ePortál</a:t>
                      </a: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 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potvrzení o stavu splatných nedoplatků (bezdlužnost) na pojistném a penále na sociální zabezpečení a příspěvku na státní politiku zaměstnanosti,</a:t>
                      </a:r>
                    </a:p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u samoplátců: vyúčtování pojistného na sociální zabezpečení za poslední 3 roky před podáním žádosti,</a:t>
                      </a:r>
                    </a:p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povolení splátek dlužného pojistného a penále na sociální zabezpečení (splátkový kalendář) dle § 20a zákona č. 589/1992 Sb., o pojistném na sociální zabezpečení a příspěvku na státní politiku zaměstnanosti,</a:t>
                      </a:r>
                    </a:p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POZP</a:t>
                      </a:r>
                    </a:p>
                  </a:txBody>
                  <a:tcPr marL="12459" marR="12459" marT="0" marB="0" anchor="ctr"/>
                </a:tc>
                <a:extLst>
                  <a:ext uri="{0D108BD9-81ED-4DB2-BD59-A6C34878D82A}">
                    <a16:rowId xmlns:a16="http://schemas.microsoft.com/office/drawing/2014/main" val="3052198160"/>
                  </a:ext>
                </a:extLst>
              </a:tr>
              <a:tr h="3008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Ministerstvo financí / Finanční správa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Automatizovaný daňový informační systém (ADIS)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/>
                        <a:t>potvrzení o neexistenci daňových nedoplatků vůči orgánům Finanční správy ČR za poslední 3 roky před podáním žádosti,</a:t>
                      </a:r>
                    </a:p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/>
                        <a:t>doklad (rozhodnutí, platební výměr) prokazující případné porušení povinností, resp. existenci dluhů u Finanční správy ČR za poslední </a:t>
                      </a:r>
                      <a:br>
                        <a:rPr lang="cs-CZ" sz="1000"/>
                      </a:br>
                      <a:r>
                        <a:rPr lang="cs-CZ" sz="1000"/>
                        <a:t>3 roky před podáním žádosti,</a:t>
                      </a:r>
                    </a:p>
                    <a:p>
                      <a:pPr marL="342900" marR="202565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/>
                        <a:t>daňová tvrzení fyzických osob, platební výměry, opisy vybraných údajů ze spisu správce daně za poslední 3 roky před podáním žádosti,</a:t>
                      </a:r>
                    </a:p>
                    <a:p>
                      <a:pPr marL="457200" marR="20256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 </a:t>
                      </a:r>
                    </a:p>
                  </a:txBody>
                  <a:tcPr marL="12459" marR="12459" marT="0" marB="0" anchor="ctr"/>
                </a:tc>
                <a:extLst>
                  <a:ext uri="{0D108BD9-81ED-4DB2-BD59-A6C34878D82A}">
                    <a16:rowId xmlns:a16="http://schemas.microsoft.com/office/drawing/2014/main" val="2065175995"/>
                  </a:ext>
                </a:extLst>
              </a:tr>
              <a:tr h="2390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Ministerstvo financí / </a:t>
                      </a: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Celní správa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cPortál 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marL="342900" marR="11303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potvrzení o bezdlužnosti vůči orgánům Celní správy ČR nebo o stavu osobního daňového účtu za poslední 3 roky před podáním žádosti,</a:t>
                      </a:r>
                    </a:p>
                    <a:p>
                      <a:pPr marL="342900" marR="11303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doklad (rozhodnutí, platební výměr) prokazující případné porušení povinností, resp. existenci dluhů evidovaných u Celní správy ČR za poslední 3 roky před podáním žádosti</a:t>
                      </a:r>
                    </a:p>
                    <a:p>
                      <a:pPr marL="342900" marR="11303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potvrzení/doklad o úhradě případné pokuty</a:t>
                      </a:r>
                    </a:p>
                  </a:txBody>
                  <a:tcPr marL="12459" marR="12459" marT="0" marB="0" anchor="ctr"/>
                </a:tc>
                <a:extLst>
                  <a:ext uri="{0D108BD9-81ED-4DB2-BD59-A6C34878D82A}">
                    <a16:rowId xmlns:a16="http://schemas.microsoft.com/office/drawing/2014/main" val="3464825508"/>
                  </a:ext>
                </a:extLst>
              </a:tr>
              <a:tr h="1105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MŠMT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eSIMS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marL="342900" marR="11303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potvrzení o studiu</a:t>
                      </a:r>
                    </a:p>
                    <a:p>
                      <a:pPr marL="342900" marR="11303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 potvrzení o nejvyšším dosaženém vzdělání a dodatky k diplomu</a:t>
                      </a:r>
                    </a:p>
                  </a:txBody>
                  <a:tcPr marL="12459" marR="12459" marT="0" marB="0" anchor="ctr"/>
                </a:tc>
                <a:extLst>
                  <a:ext uri="{0D108BD9-81ED-4DB2-BD59-A6C34878D82A}">
                    <a16:rowId xmlns:a16="http://schemas.microsoft.com/office/drawing/2014/main" val="990405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MPO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 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/>
                        <a:t>Prokázání živnostenského oprávnění</a:t>
                      </a:r>
                    </a:p>
                  </a:txBody>
                  <a:tcPr marL="12459" marR="12459" marT="0" marB="0" anchor="ctr"/>
                </a:tc>
                <a:extLst>
                  <a:ext uri="{0D108BD9-81ED-4DB2-BD59-A6C34878D82A}">
                    <a16:rowId xmlns:a16="http://schemas.microsoft.com/office/drawing/2014/main" val="231960029"/>
                  </a:ext>
                </a:extLst>
              </a:tr>
              <a:tr h="2390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MO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000"/>
                        <a:t> </a:t>
                      </a:r>
                    </a:p>
                  </a:txBody>
                  <a:tcPr marL="12459" marR="12459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000" dirty="0"/>
                        <a:t>Doklad o výkonu civilní nebo vojenské služby</a:t>
                      </a:r>
                    </a:p>
                  </a:txBody>
                  <a:tcPr marL="12459" marR="12459" marT="0" marB="0" anchor="ctr"/>
                </a:tc>
                <a:extLst>
                  <a:ext uri="{0D108BD9-81ED-4DB2-BD59-A6C34878D82A}">
                    <a16:rowId xmlns:a16="http://schemas.microsoft.com/office/drawing/2014/main" val="2057846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489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A6D9B7-5A58-E6F3-94CF-1F0C8703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2/4/2026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schvaluje poptávku na údaje dostupné na referenčním rozhraní pro agendy ZOS a OOTS.</a:t>
            </a: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116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07790B-ECEF-B4FA-18D0-B393C163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UV86 ve vazbě na projekty AI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F72444B-598B-F2EC-81F1-193CF5FE4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3799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430000" y="5120640"/>
            <a:ext cx="2743200" cy="27432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C9A2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NÁVRH ZMĚNY USNESENÍ VLÁDY č. 86/2020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Dohled nad zaváděním umělé inteligence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ve veřejné správě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8778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Novela rozšiřuje informační povinnost vůči Digitální a informační agentuře (DIA) na všechny záměry využití AI a velkých jazykových modelů (LLM) — bez ohledu na to, zda jde o určený informační systém, a bez ohledu na finanční limit.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3319272" cy="2331720"/>
          </a:xfrm>
          <a:prstGeom prst="roundRect">
            <a:avLst>
              <a:gd name="adj" fmla="val 3529"/>
            </a:avLst>
          </a:prstGeom>
          <a:solidFill>
            <a:srgbClr val="141B4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6112" y="405079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611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6112" y="4690872"/>
            <a:ext cx="2807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Bez limitu 20 mil. Kč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" y="5166360"/>
            <a:ext cx="2807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Povinnost se týká i menších záměrů AI, na které se dosud limit nevztahoval.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15384" y="3794760"/>
            <a:ext cx="3319272" cy="2331720"/>
          </a:xfrm>
          <a:prstGeom prst="roundRect">
            <a:avLst>
              <a:gd name="adj" fmla="val 3529"/>
            </a:avLst>
          </a:prstGeom>
          <a:solidFill>
            <a:srgbClr val="141B4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71416" y="405079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71416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71416" y="4690872"/>
            <a:ext cx="2807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Jediný kanál: ISDŘ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71416" y="5166360"/>
            <a:ext cx="2807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Veškerá podání výhradně přes Informační systém dlouhodobého řízení ISVS.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90688" y="3794760"/>
            <a:ext cx="3319272" cy="2331720"/>
          </a:xfrm>
          <a:prstGeom prst="roundRect">
            <a:avLst>
              <a:gd name="adj" fmla="val 3529"/>
            </a:avLst>
          </a:prstGeom>
          <a:solidFill>
            <a:srgbClr val="141B4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46720" y="405079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46720" y="4690872"/>
            <a:ext cx="2807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Bez souhlasu DIA nelze realizovat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46720" y="5166360"/>
            <a:ext cx="2807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Výjimku umožňuje jen kladné stanovisko Rady vlády pro informační společnost.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C9A2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 SE MĚNÍ VE VÝROKOVÉ ČÁSTI UV 86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Čtyři novelizační body usnesení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" y="19842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Nové písmeno c) v bodě II/1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4764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1F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Zavádí povinnost informovat o veškerých záměrech AI/LLM — samostatně i jako součásti systému, bez ohledu na určený informační systém.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64808" y="19842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64808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0" y="19476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Podmínka splnění povinnosti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64808" y="2606040"/>
            <a:ext cx="4764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1F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 kvalifikovaných záměrů teprve souhlasné stanovisko DIA (i s výhradou); jinak postačí podání přílohy AI přes ISDŘ.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1248" y="440740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1248" y="4407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08760" y="43708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Prolomení výluky ze zákona č. 365/2000 Sb.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" y="5029200"/>
            <a:ext cx="4764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1F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Informační povinnost pro AI záměry platí, i když se na daný systém zákon o ISVS jinak nevztahuje.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64808" y="440740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64808" y="4407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0" y="43708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Novela Základních zásad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64808" y="5029200"/>
            <a:ext cx="4764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B1F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Příloha usnesení (Základní zásady) se mění způsobem uvedeným v příloze — viz další snímek.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C9A2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ZÁKLADNÍ ZÁSADY — NOVÁ ČÁST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Kvalifikované záměry AI a posouzení podle čl. 4a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Kdy jde o kvalifikovaný záměr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Stačí splnit alespoň jednu podmínku: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277063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274320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Vysoce rizikový systém AI, nebo oblast dle přílohy III nařízení (EU) 2024/1689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61188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17320" y="358444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Výstupy slouží jako podklad úředního postupu či rozhodnutí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445312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4425696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Zpracování osobních, klientských nebo neveřejných dat mimo infrastrukturu organizace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5294376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7320" y="5266944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Předpokládaná hodnota plnění přesahuje 20 mil. Kč bez DPH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16002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Jak probíhá posouzení DIA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21488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55664" y="2532888"/>
            <a:ext cx="0" cy="53035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30568" y="210312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Žádost přes ISDŘ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30568" y="2395728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Před uzavřením smlouvy / dokončením zadávací dokumentace, s přílohou AI.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63640" y="3063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63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55664" y="3447288"/>
            <a:ext cx="0" cy="53035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30568" y="301752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Lhůta 30, výjimečně 60 dnů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30568" y="3310128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Posouzení souladu s AI Aktem, dohledu, dat, architektury a hospodárnosti.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63640" y="3977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636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55664" y="4361688"/>
            <a:ext cx="0" cy="53035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30568" y="393192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Tři možné výsledky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30568" y="4224528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Stanovisko: souhlasné / souhlasné s výhradou / nesouhlasné.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63640" y="4892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63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30568" y="484632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Nesouhlasné stanovisko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30568" y="5138928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Záměr nelze realizovat — možná úprava a nové posouzení, nebo </a:t>
            </a: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stanovisko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</a:t>
            </a:r>
            <a:r>
              <a:rPr kumimoji="0" lang="cs-CZ" sz="115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VIS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964427-6688-D350-7476-F0DBBA11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605967"/>
          </a:xfrm>
        </p:spPr>
        <p:txBody>
          <a:bodyPr/>
          <a:lstStyle/>
          <a:p>
            <a:r>
              <a:rPr lang="cs-CZ" dirty="0"/>
              <a:t>Změna UV86 ve vazbě na projekty AI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5E9E08-5079-D8FD-060C-5620D0EEC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436914"/>
            <a:ext cx="8964000" cy="4683086"/>
          </a:xfrm>
        </p:spPr>
        <p:txBody>
          <a:bodyPr numCol="1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3600" dirty="0"/>
              <a:t>Realizace přímo v ISDŘ: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200" dirty="0"/>
              <a:t> Klasický formulář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200" dirty="0"/>
              <a:t> Pomocí průvodce s využitím asistenta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200" dirty="0"/>
              <a:t> Mimo ISDŘ pomocí asistentů přes AI bránu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3600" dirty="0"/>
              <a:t>Ukázka dostupná zde </a:t>
            </a:r>
            <a:r>
              <a:rPr lang="cs-CZ" sz="3600" dirty="0">
                <a:hlinkClick r:id="rId2"/>
              </a:rPr>
              <a:t>https://evidencai.online/</a:t>
            </a:r>
            <a:r>
              <a:rPr lang="cs-CZ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0079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0AF3D-5D74-BC91-72C3-C80FA219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4DEAD5-C043-53E1-54C1-5D14BCB2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cs-CZ" dirty="0"/>
              <a:t>Usnesení č. 3/4/2026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schvaluje změny UV86 a schvalovací proces AI projektů</a:t>
            </a:r>
          </a:p>
        </p:txBody>
      </p:sp>
    </p:spTree>
    <p:extLst>
      <p:ext uri="{BB962C8B-B14F-4D97-AF65-F5344CB8AC3E}">
        <p14:creationId xmlns:p14="http://schemas.microsoft.com/office/powerpoint/2010/main" val="3140115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31362-D8C3-F58C-BC02-7B852A67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4A7FCA-1BD5-839A-3A42-9D8A5926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Příprava metodického pokynu k obsahu a náležitostem provozní dokumentace ISVS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75B0469-562B-8755-C810-61886710F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11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53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280160"/>
            <a:ext cx="3840480" cy="3840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521440" y="502920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E3B2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METODIKA TVORBY PROVOZNÍ DOKUMENTACE — v 2.2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Provozní dokumentace ISVS podle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vyhlášky č. 360/2023 Sb.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F6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Metodika DIA stanovuje doporučený postup zpracování provozní dokumentace informačních systémů veřejné správy. Vyhláška platí pro všechny ISVS jednotně — metodika proto neurčuje výjimky, ale doporučuje míru podrobnosti přiměřenou významu, kritičnosti a možnostem úřadu.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3319272" cy="2331720"/>
          </a:xfrm>
          <a:prstGeom prst="roundRect">
            <a:avLst>
              <a:gd name="adj" fmla="val 3529"/>
            </a:avLst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6112" y="4050792"/>
            <a:ext cx="457200" cy="45720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611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6112" y="4690872"/>
            <a:ext cx="2807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Žádné výjimky, jen míra podrobnosti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" y="5212080"/>
            <a:ext cx="28072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F6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Vyhláška platí pro všechny ISVS stejně; liší se jen rozsah a detail dokumentace.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15384" y="3794760"/>
            <a:ext cx="3319272" cy="2331720"/>
          </a:xfrm>
          <a:prstGeom prst="roundRect">
            <a:avLst>
              <a:gd name="adj" fmla="val 3529"/>
            </a:avLst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71416" y="4050792"/>
            <a:ext cx="457200" cy="45720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71416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71416" y="4690872"/>
            <a:ext cx="2807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typy ISVS podle účelu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71416" y="5212080"/>
            <a:ext cx="28072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F6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Klientské služby, sdílené služby OVM, plnění funkcí státu, podpůrné a interní systémy.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90688" y="3794760"/>
            <a:ext cx="3319272" cy="2331720"/>
          </a:xfrm>
          <a:prstGeom prst="roundRect">
            <a:avLst>
              <a:gd name="adj" fmla="val 3529"/>
            </a:avLst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46720" y="4050792"/>
            <a:ext cx="457200" cy="45720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46720" y="4690872"/>
            <a:ext cx="2807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Flexibilita rozsahu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46720" y="5212080"/>
            <a:ext cx="28072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F6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Lze přebírat dokumenty dodavatele nebo vést společnou dokumentaci pro více systémů.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200" normalizeH="0" baseline="0" noProof="0" dirty="0">
                <a:ln>
                  <a:noFill/>
                </a:ln>
                <a:solidFill>
                  <a:srgbClr val="00A8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PROVOZNÍ DOKUMENTACE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Osm povinných náležitostí dle § 12 vyhlášky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8096" y="191566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" y="19156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35024" y="172821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Charakteristika IS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35024" y="203911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Základní identifikace, správa a odpovědnost, strategické záměry.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91656" y="191566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91656" y="19156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58584" y="172821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IS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58584" y="203911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Vrstvy dle TOGAF/NAR, hlavní vazby a integrační body.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798064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" y="311353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096" y="3113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35024" y="29260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Podrobný popis IS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35024" y="323697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Komponenty, rozhraní, evidované údaje, evidence závad.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0" y="2798064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91656" y="311353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91656" y="3113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58584" y="29260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Bezpečnostní dokumentace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58584" y="323697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Přístupy, incidenty, logování, zálohy, kontinuita provozu.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995928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8096" y="43113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8096" y="43113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35024" y="412394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Provozní řád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35024" y="44348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Dostupnost, SLA/SLO, podpora, odstávky, podmínky připojení.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72200" y="3995928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91656" y="43113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91656" y="43113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58584" y="412394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Postupy a procesy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58584" y="44348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Incident, problem a change management, eskalace.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193792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68096" y="55092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8096" y="55092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335024" y="532180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Protokoly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35024" y="563270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Záznamy o zálohách, SLA, bezpečnosti, incidentech a nasazení.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72200" y="5193792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391656" y="55092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91656" y="55092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958584" y="532180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Smluvní a licenční dokumentace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958584" y="563270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Smlouvy s dodavateli, SLA/SLO, evidence licencí.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00A8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PŘIMĚŘENOST ROZSAHU A PŘÍLOHY METODIKY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Jak určit přiměřený rozsah dokumentace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434840"/>
          </a:xfrm>
          <a:prstGeom prst="roundRect">
            <a:avLst>
              <a:gd name="adj" fmla="val 1649"/>
            </a:avLst>
          </a:prstGeom>
          <a:solidFill>
            <a:srgbClr val="01535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85623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Čtyři pravidla pro rozsah dokumentace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441448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240487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Přiměřenost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269748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F6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Míra podrobnosti dle rozsahu, způsobu zajištění, integrací a organizačních podmínek OVM.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17320" y="330098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Převzetí dokumentů dodavatele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17320" y="359359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F6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jednodušších případech lze využít existující smlouvy, SLA, návody a postupy dodavatele.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4233672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17320" y="4197096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Neperspektivní systém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7320" y="44897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F6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Je-li ISVS určen k náhradě do 2 let (dle informační koncepce), stačí nezbytné minimum aktualizací.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68680" y="5129784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17320" y="509320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Společná dokumentace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7320" y="5385816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F6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Lze zpracovat jednu dokumentaci pro více ISVS se shodnými postupy životního cyklu.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86600" y="16002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53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Praktické přílohy metodiky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086600" y="2167128"/>
            <a:ext cx="4526280" cy="1874520"/>
          </a:xfrm>
          <a:prstGeom prst="roundRect">
            <a:avLst>
              <a:gd name="adj" fmla="val 3902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60920" y="23682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A8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Příloha č. 1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0920" y="276148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Vzorový Provozní řád — šablona s rolemi a odpovědnostmi, provozní dobou, SLA/SLO, úrovněmi podpory (L1–L4), pravidly odstávek a připojení.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86600" y="4242816"/>
            <a:ext cx="4526280" cy="1874520"/>
          </a:xfrm>
          <a:prstGeom prst="roundRect">
            <a:avLst>
              <a:gd name="adj" fmla="val 3902"/>
            </a:avLst>
          </a:prstGeom>
          <a:solidFill>
            <a:srgbClr val="E7F6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60920" y="44439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A8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Příloha č. 2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60920" y="4837176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Návod k rozpoznání ISVS — praktický test a příklady, podle kterých úřad pozná, zda daný systém je informačním systémem veřejné správy.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3BE067-1C11-3101-334E-99C7D668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cs-CZ" dirty="0"/>
              <a:t>Usnesení č. 4/4/2026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schvaluje návrh obsahu a náležitosti provozní dokumentace ISVS</a:t>
            </a:r>
          </a:p>
        </p:txBody>
      </p:sp>
    </p:spTree>
    <p:extLst>
      <p:ext uri="{BB962C8B-B14F-4D97-AF65-F5344CB8AC3E}">
        <p14:creationId xmlns:p14="http://schemas.microsoft.com/office/powerpoint/2010/main" val="2539786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2B41A0-41D0-8103-9D37-E7D79437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Nová verze </a:t>
            </a:r>
            <a:r>
              <a:rPr lang="cs-CZ" dirty="0" err="1"/>
              <a:t>patternu</a:t>
            </a:r>
            <a:r>
              <a:rPr lang="cs-CZ" dirty="0"/>
              <a:t> generického AIS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CF762FF-E2BF-7231-FEBD-DFFDBE159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2087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280160"/>
            <a:ext cx="3840480" cy="384048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521440" y="5029200"/>
            <a:ext cx="2743200" cy="274320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D983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ARCHITEKTONICKÝ VZOR GENERICKÉHO AIS — v1.0 → v4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Z právního referenčního textu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na praktickou příručku pro OVM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Verze 4 zachovává právní a architektonická východiska verze 1.0, ale zásadně mění způsob použití dokumentu: přidává postup práce, jasné role a praktické scénáře, zeštíhluje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technické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detaily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3319272" cy="2331720"/>
          </a:xfrm>
          <a:prstGeom prst="roundRect">
            <a:avLst>
              <a:gd name="adj" fmla="val 3529"/>
            </a:avLst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6112" y="4050792"/>
            <a:ext cx="457200" cy="457200"/>
          </a:xfrm>
          <a:prstGeom prst="ellipse">
            <a:avLst/>
          </a:prstGeom>
          <a:solidFill>
            <a:srgbClr val="D983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611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6112" y="4690872"/>
            <a:ext cx="2807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→ 13 kapitol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" y="5029200"/>
            <a:ext cx="2807208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Přibyly 4 zcela nové kapitoly: role a odpovědnosti, postup OVM, motivační pohled a modelové situace.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15384" y="3794760"/>
            <a:ext cx="3319272" cy="2331720"/>
          </a:xfrm>
          <a:prstGeom prst="roundRect">
            <a:avLst>
              <a:gd name="adj" fmla="val 3529"/>
            </a:avLst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71416" y="4050792"/>
            <a:ext cx="457200" cy="457200"/>
          </a:xfrm>
          <a:prstGeom prst="ellipse">
            <a:avLst/>
          </a:prstGeom>
          <a:solidFill>
            <a:srgbClr val="D983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71416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71416" y="4690872"/>
            <a:ext cx="2807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66 → 80 položek checklistu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71416" y="5212080"/>
            <a:ext cx="28072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Checklist nově členěný podle architektonických vrstev, s tipy pro zpracovatele u každé z nich.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90688" y="3794760"/>
            <a:ext cx="3319272" cy="2331720"/>
          </a:xfrm>
          <a:prstGeom prst="roundRect">
            <a:avLst>
              <a:gd name="adj" fmla="val 3529"/>
            </a:avLst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46720" y="4050792"/>
            <a:ext cx="457200" cy="457200"/>
          </a:xfrm>
          <a:prstGeom prst="ellipse">
            <a:avLst/>
          </a:prstGeom>
          <a:solidFill>
            <a:srgbClr val="D983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46720" y="4690872"/>
            <a:ext cx="2807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Praktické využití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46720" y="5212080"/>
            <a:ext cx="28072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>
              <a:lnSpc>
                <a:spcPct val="120000"/>
              </a:lnSpc>
            </a:pPr>
            <a:r>
              <a:rPr lang="cs-CZ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4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ostup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práce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jasné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role a </a:t>
            </a:r>
            <a:r>
              <a:rPr lang="en-US" sz="14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praktické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scénáře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zeštíhl</a:t>
            </a:r>
            <a:r>
              <a:rPr lang="cs-CZ" sz="14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ení</a:t>
            </a:r>
            <a:r>
              <a:rPr lang="cs-CZ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technické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D983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STRUKTURÁLNÍ ZMĚNY VE VERZI 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Šest nových nebo přepracovaných kapitol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467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819656"/>
            <a:ext cx="41788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Role a odpovědnosti (nová)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6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Samostatná kapitola s tabulkou: věcný správce, technický správce, provozovatel AIS a jejich úkoly.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28232" y="1856232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2823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86600" y="1819656"/>
            <a:ext cx="41788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Logika použití vzoru (nová)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28232" y="244144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6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Mapuje kontrolní otázky OVM na architektonické vrstvy a vysvětluje, jak s dokumentem pracovat.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" y="3438144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4672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3401568"/>
            <a:ext cx="41788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Postup OVM při vzniku/změně AIS (nová)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4672" y="4023360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6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 kroků od zdůvodnění záměru přes data a integrace až po provoz a životní cyklus.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0" y="3182112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28232" y="3438144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28232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86600" y="3401568"/>
            <a:ext cx="41788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Motivační pohled (nová)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28232" y="4023360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6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Vyžaduje zdůvodnit, proč AIS vzniká, jaký je současný a jaký má být cílový stav.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764024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4672" y="5020056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4672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63040" y="4983480"/>
            <a:ext cx="41788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Datová a aplikační architektura rozdělena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4672" y="5605272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6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Původně jedna společná kapitola nyní tvoří dvě samostatné, každá s vlastním checklistem a tipy.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72200" y="4764024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28232" y="5020056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28232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086600" y="4983480"/>
            <a:ext cx="41788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Modelové situace (nová)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28232" y="5605272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6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praktických scénářů s řešením — NIA, CAAIS, DesignGOV, doména gov.cz, ISZR/ISSS, REZA.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D983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OBSAHOVÉ POSUNY MEZI VERZEMI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 ubylo a co naopak přibylo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232C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 ve verzi 4 ubylo nebo se zjednodušilo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4846320" cy="950976"/>
          </a:xfrm>
          <a:prstGeom prst="roundRect">
            <a:avLst>
              <a:gd name="adj" fmla="val 5769"/>
            </a:avLst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26517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D983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Jednotná struktura kapitol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43891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Každá kapitola obsahuje tabulku „co ujasnit“, tabulku rozhodnutí a tipy pro zpracovatele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639312"/>
            <a:ext cx="4846320" cy="950976"/>
          </a:xfrm>
          <a:prstGeom prst="roundRect">
            <a:avLst>
              <a:gd name="adj" fmla="val 5769"/>
            </a:avLst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373075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983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Detailní tabulky identifikátorů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4023360"/>
            <a:ext cx="43891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Popisy AIFO, BSI, SI, KI a IČO zkráceny z rozsáhlých tabulek na stručnou zmínku v datové architektuře.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4718304"/>
            <a:ext cx="4846320" cy="950976"/>
          </a:xfrm>
          <a:prstGeom prst="roundRect">
            <a:avLst>
              <a:gd name="adj" fmla="val 5769"/>
            </a:avLst>
          </a:prstGeom>
          <a:solidFill>
            <a:srgbClr val="3645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560" y="480974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983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Sloupec „MVP“ v checklistu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51560" y="5102352"/>
            <a:ext cx="43891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Nahrazen praktickým sloupcem „Splněno“ pro průběžné sledování stavu plnění místo politické priority.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 ve verzi 4 přibylo nebo se rozšířilo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2130552"/>
            <a:ext cx="5349240" cy="850392"/>
          </a:xfrm>
          <a:prstGeom prst="roundRect">
            <a:avLst>
              <a:gd name="adj" fmla="val 7527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0" y="222199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Postup a metodika použití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92240" y="249631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Nové kapitoly Role a odpovědnosti, Logika použití vzoru, Postup OVM (11 kroků) a Motivační pohled.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63640" y="3090672"/>
            <a:ext cx="5349240" cy="850392"/>
          </a:xfrm>
          <a:prstGeom prst="roundRect">
            <a:avLst>
              <a:gd name="adj" fmla="val 7527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0" y="31821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Modelové situace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345643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konkrétních scénářů s řešením — např. NIA, CAAIS, DesignGOV, doména gov.cz, REZA.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63640" y="4050792"/>
            <a:ext cx="5349240" cy="850392"/>
          </a:xfrm>
          <a:prstGeom prst="roundRect">
            <a:avLst>
              <a:gd name="adj" fmla="val 7527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240" y="41422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Technologická a komunikační architektura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9224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 několika odstavců rozrostlá na tabulky rozhodnutí a „Tipy pro zpracovatele“.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63640" y="5010912"/>
            <a:ext cx="5349240" cy="850392"/>
          </a:xfrm>
          <a:prstGeom prst="roundRect">
            <a:avLst>
              <a:gd name="adj" fmla="val 7527"/>
            </a:avLst>
          </a:prstGeom>
          <a:solidFill>
            <a:srgbClr val="ECEEE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92240" y="51023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32C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92240" y="53766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Rozšířen z 66 na 80 položek, nově členěný podle jednotlivých architektonických vrstev.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B39EC-811B-80F2-E6BB-6A35CC9F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71732C-8EFF-FADF-02DC-BA54C9B4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cs-CZ" dirty="0"/>
              <a:t>Usnesení č. 5/4/2026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schvaluje novou verzi architektonického </a:t>
            </a:r>
            <a:r>
              <a:rPr lang="cs-CZ" dirty="0" err="1"/>
              <a:t>patternu</a:t>
            </a:r>
            <a:r>
              <a:rPr lang="cs-CZ" dirty="0"/>
              <a:t> generického AIS</a:t>
            </a:r>
          </a:p>
        </p:txBody>
      </p:sp>
    </p:spTree>
    <p:extLst>
      <p:ext uri="{BB962C8B-B14F-4D97-AF65-F5344CB8AC3E}">
        <p14:creationId xmlns:p14="http://schemas.microsoft.com/office/powerpoint/2010/main" val="4140096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D20CAB-09DD-B37C-422D-260959A5C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Publikační AIS pro zpřístupnění údajů (PAZÚ)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BA002-5378-E501-700B-AB4F9B8E7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3118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6862BA5-A801-12ED-AC6A-4969C5B9B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5802" y="1457011"/>
            <a:ext cx="9378198" cy="466298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cs-CZ" sz="1600" dirty="0"/>
              <a:t>Sdílení údajů prostřednictvím ISSS je nezbytným předpokladem fungování digitálních služeb veřejné správy. Bez dostupných údajů nelze </a:t>
            </a:r>
            <a:r>
              <a:rPr lang="cs-CZ" sz="1600" dirty="0" err="1"/>
              <a:t>předvyplňovat</a:t>
            </a:r>
            <a:r>
              <a:rPr lang="cs-CZ" sz="1600" dirty="0"/>
              <a:t> formuláře ani naplnit princip „pouze jednou“.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cs-CZ" sz="1600" dirty="0"/>
              <a:t>V současnosti publikuje údaje prostřednictvím ISSS pouze 47 z přibližně 1 000 AIS. Řada dalších údajů navíc není vedena v AIS, ale pouze v tabulkách, lokálních databázích nebo jednoduchých evidencích.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cs-CZ" sz="1600" dirty="0"/>
              <a:t>Potřebujeme od vás pouze určit, kterou cestu pro zajištění publikace údajů preferujete: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600" b="1" dirty="0"/>
              <a:t>A — Sdílené </a:t>
            </a:r>
            <a:r>
              <a:rPr lang="cs-CZ" sz="1600" b="1" dirty="0" err="1"/>
              <a:t>Easy</a:t>
            </a:r>
            <a:r>
              <a:rPr lang="cs-CZ" sz="1600" b="1" dirty="0"/>
              <a:t> řešení</a:t>
            </a:r>
            <a:endParaRPr lang="cs-CZ" sz="1600" dirty="0"/>
          </a:p>
          <a:p>
            <a:pPr lvl="1">
              <a:lnSpc>
                <a:spcPct val="170000"/>
              </a:lnSpc>
              <a:spcAft>
                <a:spcPts val="0"/>
              </a:spcAft>
            </a:pPr>
            <a:r>
              <a:rPr lang="cs-CZ" sz="1400" dirty="0"/>
              <a:t>Pro jednodušší datové struktury byste využili společné publikační řešení umožňující částečně manuální správu údajů, jejich import ze strukturovaných souborů a následnou publikaci prostřednictvím ISSS, bez nutnosti pořizovat plnohodnotný AIS.</a:t>
            </a:r>
          </a:p>
          <a:p>
            <a:pPr lvl="1">
              <a:lnSpc>
                <a:spcPct val="170000"/>
              </a:lnSpc>
              <a:spcAft>
                <a:spcPts val="0"/>
              </a:spcAft>
            </a:pPr>
            <a:r>
              <a:rPr lang="cs-CZ" sz="1400" dirty="0"/>
              <a:t>Máte předběžný zájem o využití a případné pilotní ověření varianty A?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600" b="1" dirty="0"/>
              <a:t>B — Vlastní systémové řešení</a:t>
            </a:r>
            <a:endParaRPr lang="cs-CZ" sz="1600" dirty="0"/>
          </a:p>
          <a:p>
            <a:pPr lvl="1">
              <a:lnSpc>
                <a:spcPct val="170000"/>
              </a:lnSpc>
              <a:spcAft>
                <a:spcPts val="0"/>
              </a:spcAft>
            </a:pPr>
            <a:r>
              <a:rPr lang="cs-CZ" sz="1400" dirty="0"/>
              <a:t>Předpokládáte, že nejpozději do 31. 12. 2027 zajistíte plné systémové publikování údajů prostřednictvím vlastních AIS nebo jiného vlastního řešení.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B4C3875-87AD-BD09-7172-0575D89CC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33</a:t>
            </a:fld>
            <a:endParaRPr lang="cs-CZ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CB2E0AF0-932D-2357-B2F8-F66DD3667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35628"/>
          </a:xfrm>
        </p:spPr>
        <p:txBody>
          <a:bodyPr/>
          <a:lstStyle/>
          <a:p>
            <a:r>
              <a:rPr lang="cs-CZ" dirty="0"/>
              <a:t>PAZÚ – dotaz na poptávku</a:t>
            </a:r>
          </a:p>
        </p:txBody>
      </p:sp>
    </p:spTree>
    <p:extLst>
      <p:ext uri="{BB962C8B-B14F-4D97-AF65-F5344CB8AC3E}">
        <p14:creationId xmlns:p14="http://schemas.microsoft.com/office/powerpoint/2010/main" val="3857462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DEF0-1162-A239-6955-C429E7AE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E629A4-72F4-E4B1-E5B6-18A7F496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6/4/2026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k systému PAZÚ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44036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668F-6220-F3F0-7EDD-01867369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C0155E-4E07-A0C5-EA18-1937A8A0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Otázky a nejasnosti členů Výboru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B69B735-96F3-751E-61A9-09D7070F3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23174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5FBFC4-B008-4784-DED7-E875C2BB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Nařízení vlády č. 594/2006 Sb.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FF1875-E4D8-455F-8C2F-BFE2DFAE8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ICZ: </a:t>
            </a:r>
            <a:r>
              <a:rPr lang="cs-CZ" b="1" dirty="0"/>
              <a:t>inovace nařízení vlády č. 594/2006 Sb</a:t>
            </a:r>
            <a:r>
              <a:rPr lang="cs-CZ" dirty="0"/>
              <a:t>., které lze objektivně považovat za zastaralé a nevyhovující současným potřebám ISVS a které jsem navrhoval zařadit k projednání ve Vašem Výboru (viz níže). Potřeba inovace tohoto nařízení nabývá na důležitosti zejména kvůli budování nových ISVS a IS Policie ČR (e-Matrika, ICAS, ELVIS, IRIS aj.).</a:t>
            </a:r>
          </a:p>
          <a:p>
            <a:pPr marL="0" indent="0"/>
            <a:r>
              <a:rPr lang="cs-CZ" b="1" dirty="0"/>
              <a:t>	I.     </a:t>
            </a:r>
            <a:r>
              <a:rPr lang="cs-CZ" dirty="0"/>
              <a:t>Přepis znaků latinky: z tabulky vypustit všechny znaky, které 	připouští ROB</a:t>
            </a:r>
          </a:p>
          <a:p>
            <a:pPr marL="0" indent="0"/>
            <a:r>
              <a:rPr lang="cs-CZ" b="1" dirty="0"/>
              <a:t>	II.    </a:t>
            </a:r>
            <a:r>
              <a:rPr lang="cs-CZ" dirty="0"/>
              <a:t>Přípustné znaky pro informační systémy veřejné správy: tento bod 	a celou tabulku vyřadit, neboť je poplatná jednobytovým znakům</a:t>
            </a:r>
          </a:p>
          <a:p>
            <a:endParaRPr lang="cs-CZ" dirty="0"/>
          </a:p>
          <a:p>
            <a:pPr>
              <a:buFont typeface="Arial" panose="020B0604020202020204" pitchFamily="34" charset="0"/>
              <a:buChar char="•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10358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60D776-7B52-A4DE-55F7-82C7ADD7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Dotazník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FD887B-685A-AD68-7687-A5747C968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Martin Rod</a:t>
            </a:r>
          </a:p>
        </p:txBody>
      </p:sp>
    </p:spTree>
    <p:extLst>
      <p:ext uri="{BB962C8B-B14F-4D97-AF65-F5344CB8AC3E}">
        <p14:creationId xmlns:p14="http://schemas.microsoft.com/office/powerpoint/2010/main" val="27517726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CDEAFA-D765-1965-1F8A-DE2AA440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Ověření aktuálnosti veřejné listiny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1D53BE-F75A-4A18-CB43-712579AC1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3200" dirty="0"/>
              <a:t>Status listy veřejných listin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3200" dirty="0"/>
              <a:t>Ověření aktuálnost, ne platnosti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3200" dirty="0"/>
              <a:t>Využití infrastruktury EUDIW</a:t>
            </a:r>
          </a:p>
        </p:txBody>
      </p:sp>
    </p:spTree>
    <p:extLst>
      <p:ext uri="{BB962C8B-B14F-4D97-AF65-F5344CB8AC3E}">
        <p14:creationId xmlns:p14="http://schemas.microsoft.com/office/powerpoint/2010/main" val="24808601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127878-7249-41F4-8CBC-B5C81373A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Děkujeme</a:t>
            </a:r>
            <a:br>
              <a:rPr lang="cs-CZ" dirty="0"/>
            </a:br>
            <a:r>
              <a:rPr lang="cs-CZ" dirty="0"/>
              <a:t>za pozornost</a:t>
            </a:r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78819B76-FCCF-20DD-93BA-079BCCC645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GB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38702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JVS PPT Dark">
  <a:themeElements>
    <a:clrScheme name="JVS barvy">
      <a:dk1>
        <a:srgbClr val="545860"/>
      </a:dk1>
      <a:lt1>
        <a:srgbClr val="FFFFFF"/>
      </a:lt1>
      <a:dk2>
        <a:srgbClr val="0C1838"/>
      </a:dk2>
      <a:lt2>
        <a:srgbClr val="A7A9B3"/>
      </a:lt2>
      <a:accent1>
        <a:srgbClr val="00459B"/>
      </a:accent1>
      <a:accent2>
        <a:srgbClr val="D70C0F"/>
      </a:accent2>
      <a:accent3>
        <a:srgbClr val="F7C1B9"/>
      </a:accent3>
      <a:accent4>
        <a:srgbClr val="690527"/>
      </a:accent4>
      <a:accent5>
        <a:srgbClr val="9DC8E9"/>
      </a:accent5>
      <a:accent6>
        <a:srgbClr val="878A95"/>
      </a:accent6>
      <a:hlink>
        <a:srgbClr val="008C99"/>
      </a:hlink>
      <a:folHlink>
        <a:srgbClr val="452E73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3C1C3088-A14B-E946-90AB-2F4ACEE3640D}" vid="{BB8A01DC-28EA-A349-A194-470B7ECF3B05}"/>
    </a:ext>
  </a:extLst>
</a:theme>
</file>

<file path=ppt/theme/theme3.xml><?xml version="1.0" encoding="utf-8"?>
<a:theme xmlns:a="http://schemas.openxmlformats.org/drawingml/2006/main" name="JVS PPS Light">
  <a:themeElements>
    <a:clrScheme name="JVS UOSS 1">
      <a:dk1>
        <a:srgbClr val="545860"/>
      </a:dk1>
      <a:lt1>
        <a:srgbClr val="FFFFFF"/>
      </a:lt1>
      <a:dk2>
        <a:srgbClr val="0C1838"/>
      </a:dk2>
      <a:lt2>
        <a:srgbClr val="A7A9B3"/>
      </a:lt2>
      <a:accent1>
        <a:srgbClr val="00459B"/>
      </a:accent1>
      <a:accent2>
        <a:srgbClr val="D70C0F"/>
      </a:accent2>
      <a:accent3>
        <a:srgbClr val="F7C1B9"/>
      </a:accent3>
      <a:accent4>
        <a:srgbClr val="690527"/>
      </a:accent4>
      <a:accent5>
        <a:srgbClr val="9DC8E9"/>
      </a:accent5>
      <a:accent6>
        <a:srgbClr val="878A95"/>
      </a:accent6>
      <a:hlink>
        <a:srgbClr val="008C99"/>
      </a:hlink>
      <a:folHlink>
        <a:srgbClr val="452E73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3C1C3088-A14B-E946-90AB-2F4ACEE3640D}" vid="{6F156E4B-0F53-0D45-8E2F-436FA4A80D6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091D632-AC78-4BD7-9AC9-7BC7F134BBF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11054</TotalTime>
  <Words>2915</Words>
  <Application>Microsoft Office PowerPoint</Application>
  <PresentationFormat>Širokoúhlá obrazovka</PresentationFormat>
  <Paragraphs>409</Paragraphs>
  <Slides>39</Slides>
  <Notes>9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4</vt:i4>
      </vt:variant>
      <vt:variant>
        <vt:lpstr>Nadpisy snímků</vt:lpstr>
      </vt:variant>
      <vt:variant>
        <vt:i4>39</vt:i4>
      </vt:variant>
    </vt:vector>
  </HeadingPairs>
  <TitlesOfParts>
    <vt:vector size="48" baseType="lpstr">
      <vt:lpstr>Aptos</vt:lpstr>
      <vt:lpstr>Arial</vt:lpstr>
      <vt:lpstr>Calibri</vt:lpstr>
      <vt:lpstr>Cambria</vt:lpstr>
      <vt:lpstr>Wingdings</vt:lpstr>
      <vt:lpstr>Motiv Office</vt:lpstr>
      <vt:lpstr>JVS PPT Dark</vt:lpstr>
      <vt:lpstr>JVS PPS Light</vt:lpstr>
      <vt:lpstr>Office Theme</vt:lpstr>
      <vt:lpstr>Prezentace aplikace PowerPoint</vt:lpstr>
      <vt:lpstr>Agenda</vt:lpstr>
      <vt:lpstr>Technický úvod, pravidla videokonference </vt:lpstr>
      <vt:lpstr>Výstup z jednání grémia a plenáru RVIS</vt:lpstr>
      <vt:lpstr>Výstup z jednání grémia a plenáru RVIS</vt:lpstr>
      <vt:lpstr>Informace z pracovních skupin výboru</vt:lpstr>
      <vt:lpstr>Informace z pracovních skupin výboru</vt:lpstr>
      <vt:lpstr>Změny v Národní architektuře eGovernmentu</vt:lpstr>
      <vt:lpstr>Změny v Národní architektuře eGovernmentu</vt:lpstr>
      <vt:lpstr>Usnesení č. 1/4/2026   Výbor schvaluje změny v Národní architektuře eGovernmentu  </vt:lpstr>
      <vt:lpstr>Informace o plnění principu „pouze jednou“</vt:lpstr>
      <vt:lpstr>Pouze jednou</vt:lpstr>
      <vt:lpstr>Poptávka na data k realizaci ZOS</vt:lpstr>
      <vt:lpstr>Poptávka na data k realizaci OOTS</vt:lpstr>
      <vt:lpstr>Usnesení č. 2/4/2026   Výbor schvaluje poptávku na údaje dostupné na referenčním rozhraní pro agendy ZOS a OOTS. </vt:lpstr>
      <vt:lpstr>Změna UV86 ve vazbě na projekty AI</vt:lpstr>
      <vt:lpstr>Prezentace aplikace PowerPoint</vt:lpstr>
      <vt:lpstr>Prezentace aplikace PowerPoint</vt:lpstr>
      <vt:lpstr>Prezentace aplikace PowerPoint</vt:lpstr>
      <vt:lpstr>Změna UV86 ve vazbě na projekty AI</vt:lpstr>
      <vt:lpstr>Usnesení č. 3/4/2026   Výbor schvaluje změny UV86 a schvalovací proces AI projektů</vt:lpstr>
      <vt:lpstr>Příprava metodického pokynu k obsahu a náležitostem provozní dokumentace ISVS</vt:lpstr>
      <vt:lpstr>Prezentace aplikace PowerPoint</vt:lpstr>
      <vt:lpstr>Prezentace aplikace PowerPoint</vt:lpstr>
      <vt:lpstr>Prezentace aplikace PowerPoint</vt:lpstr>
      <vt:lpstr>Usnesení č. 4/4/2026   Výbor schvaluje návrh obsahu a náležitosti provozní dokumentace ISVS</vt:lpstr>
      <vt:lpstr>Nová verze patternu generického AIS</vt:lpstr>
      <vt:lpstr>Prezentace aplikace PowerPoint</vt:lpstr>
      <vt:lpstr>Prezentace aplikace PowerPoint</vt:lpstr>
      <vt:lpstr>Prezentace aplikace PowerPoint</vt:lpstr>
      <vt:lpstr>Usnesení č. 5/4/2026   Výbor schvaluje novou verzi architektonického patternu generického AIS</vt:lpstr>
      <vt:lpstr>Publikační AIS pro zpřístupnění údajů (PAZÚ)</vt:lpstr>
      <vt:lpstr>PAZÚ – dotaz na poptávku</vt:lpstr>
      <vt:lpstr>Usnesení č. 6/4/2026   Výbor bere na vědomí informace k systému PAZÚ  </vt:lpstr>
      <vt:lpstr>Otázky a nejasnosti členů Výboru</vt:lpstr>
      <vt:lpstr>Nařízení vlády č. 594/2006 Sb.</vt:lpstr>
      <vt:lpstr>Dotazník</vt:lpstr>
      <vt:lpstr>Ověření aktuálnosti veřejné listiny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120</cp:revision>
  <dcterms:created xsi:type="dcterms:W3CDTF">2021-01-27T09:19:54Z</dcterms:created>
  <dcterms:modified xsi:type="dcterms:W3CDTF">2026-08-17T10:46:35Z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