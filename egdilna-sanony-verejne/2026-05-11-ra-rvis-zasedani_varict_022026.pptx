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  <p:sldMasterId id="2147483714" r:id="rId6"/>
  </p:sldMasterIdLst>
  <p:notesMasterIdLst>
    <p:notesMasterId r:id="rId27"/>
  </p:notesMasterIdLst>
  <p:sldIdLst>
    <p:sldId id="257" r:id="rId7"/>
    <p:sldId id="501" r:id="rId8"/>
    <p:sldId id="513" r:id="rId9"/>
    <p:sldId id="514" r:id="rId10"/>
    <p:sldId id="497" r:id="rId11"/>
    <p:sldId id="515" r:id="rId12"/>
    <p:sldId id="516" r:id="rId13"/>
    <p:sldId id="504" r:id="rId14"/>
    <p:sldId id="505" r:id="rId15"/>
    <p:sldId id="517" r:id="rId16"/>
    <p:sldId id="518" r:id="rId17"/>
    <p:sldId id="527" r:id="rId18"/>
    <p:sldId id="520" r:id="rId19"/>
    <p:sldId id="521" r:id="rId20"/>
    <p:sldId id="522" r:id="rId21"/>
    <p:sldId id="523" r:id="rId22"/>
    <p:sldId id="528" r:id="rId23"/>
    <p:sldId id="524" r:id="rId24"/>
    <p:sldId id="525" r:id="rId25"/>
    <p:sldId id="321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58E2EEB-5814-4F3A-85A3-39F42B7D5A80}">
          <p14:sldIdLst>
            <p14:sldId id="257"/>
          </p14:sldIdLst>
        </p14:section>
        <p14:section name="Tmavý vzhled" id="{5D17C389-D887-DB46-BB98-F62E6D5AFF22}">
          <p14:sldIdLst>
            <p14:sldId id="501"/>
            <p14:sldId id="513"/>
            <p14:sldId id="514"/>
            <p14:sldId id="497"/>
            <p14:sldId id="515"/>
            <p14:sldId id="516"/>
            <p14:sldId id="504"/>
            <p14:sldId id="505"/>
            <p14:sldId id="517"/>
            <p14:sldId id="518"/>
            <p14:sldId id="527"/>
            <p14:sldId id="520"/>
            <p14:sldId id="521"/>
            <p14:sldId id="522"/>
            <p14:sldId id="523"/>
            <p14:sldId id="528"/>
            <p14:sldId id="524"/>
            <p14:sldId id="525"/>
            <p14:sldId id="321"/>
          </p14:sldIdLst>
        </p14:section>
        <p14:section name="Světlý vzhled" id="{847CB7C1-D25C-C94A-90F9-9FA2FE0242E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2583E1-8667-4DDB-9027-8B35D36CAD21}" v="22" dt="2026-05-13T06:19:18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88" d="100"/>
          <a:sy n="88" d="100"/>
        </p:scale>
        <p:origin x="8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31E532EA-FE86-427C-AE90-61F0A397B8E4}"/>
    <pc:docChg chg="undo custSel addSld delSld modSld sldOrd delMainMaster modSection">
      <pc:chgData name="Šedivec Tomáš" userId="5859117d-4fed-45af-939e-a078bb4ea44f" providerId="ADAL" clId="{31E532EA-FE86-427C-AE90-61F0A397B8E4}" dt="2026-05-13T06:23:33.702" v="1368" actId="403"/>
      <pc:docMkLst>
        <pc:docMk/>
      </pc:docMkLst>
      <pc:sldChg chg="add del setBg">
        <pc:chgData name="Šedivec Tomáš" userId="5859117d-4fed-45af-939e-a078bb4ea44f" providerId="ADAL" clId="{31E532EA-FE86-427C-AE90-61F0A397B8E4}" dt="2026-05-13T06:19:26.651" v="1183" actId="47"/>
        <pc:sldMkLst>
          <pc:docMk/>
          <pc:sldMk cId="2237099964" sldId="256"/>
        </pc:sldMkLst>
      </pc:sldChg>
      <pc:sldChg chg="modSp mod">
        <pc:chgData name="Šedivec Tomáš" userId="5859117d-4fed-45af-939e-a078bb4ea44f" providerId="ADAL" clId="{31E532EA-FE86-427C-AE90-61F0A397B8E4}" dt="2026-05-07T11:35:39.286" v="1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31E532EA-FE86-427C-AE90-61F0A397B8E4}" dt="2026-05-07T11:35:39.286" v="1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del">
        <pc:chgData name="Šedivec Tomáš" userId="5859117d-4fed-45af-939e-a078bb4ea44f" providerId="ADAL" clId="{31E532EA-FE86-427C-AE90-61F0A397B8E4}" dt="2026-05-13T06:19:09.705" v="1174" actId="47"/>
        <pc:sldMkLst>
          <pc:docMk/>
          <pc:sldMk cId="567418214" sldId="260"/>
        </pc:sldMkLst>
      </pc:sldChg>
      <pc:sldChg chg="del">
        <pc:chgData name="Šedivec Tomáš" userId="5859117d-4fed-45af-939e-a078bb4ea44f" providerId="ADAL" clId="{31E532EA-FE86-427C-AE90-61F0A397B8E4}" dt="2026-05-13T06:19:09.705" v="1174" actId="47"/>
        <pc:sldMkLst>
          <pc:docMk/>
          <pc:sldMk cId="3235774545" sldId="270"/>
        </pc:sldMkLst>
      </pc:sldChg>
      <pc:sldChg chg="modSp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3048756207" sldId="285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2726387024" sldId="321"/>
        </pc:sldMkLst>
      </pc:sldChg>
      <pc:sldChg chg="del">
        <pc:chgData name="Šedivec Tomáš" userId="5859117d-4fed-45af-939e-a078bb4ea44f" providerId="ADAL" clId="{31E532EA-FE86-427C-AE90-61F0A397B8E4}" dt="2026-05-13T06:19:09.705" v="1174" actId="47"/>
        <pc:sldMkLst>
          <pc:docMk/>
          <pc:sldMk cId="1507383353" sldId="493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1632493658" sldId="497"/>
        </pc:sldMkLst>
      </pc:sldChg>
      <pc:sldChg chg="addSp delSp modSp del mod">
        <pc:chgData name="Šedivec Tomáš" userId="5859117d-4fed-45af-939e-a078bb4ea44f" providerId="ADAL" clId="{31E532EA-FE86-427C-AE90-61F0A397B8E4}" dt="2026-05-13T06:19:09.705" v="1174" actId="47"/>
        <pc:sldMkLst>
          <pc:docMk/>
          <pc:sldMk cId="1665137175" sldId="500"/>
        </pc:sldMkLst>
      </pc:sldChg>
      <pc:sldChg chg="modSp add del mod">
        <pc:chgData name="Šedivec Tomáš" userId="5859117d-4fed-45af-939e-a078bb4ea44f" providerId="ADAL" clId="{31E532EA-FE86-427C-AE90-61F0A397B8E4}" dt="2026-05-13T06:19:18.655" v="1182"/>
        <pc:sldMkLst>
          <pc:docMk/>
          <pc:sldMk cId="3127888753" sldId="501"/>
        </pc:sldMkLst>
        <pc:spChg chg="mod">
          <ac:chgData name="Šedivec Tomáš" userId="5859117d-4fed-45af-939e-a078bb4ea44f" providerId="ADAL" clId="{31E532EA-FE86-427C-AE90-61F0A397B8E4}" dt="2026-05-13T06:19:18.571" v="1181"/>
          <ac:spMkLst>
            <pc:docMk/>
            <pc:sldMk cId="3127888753" sldId="501"/>
            <ac:spMk id="3" creationId="{4DC5CCBA-57DB-F0C3-A919-DBAF6586F254}"/>
          </ac:spMkLst>
        </pc:spChg>
      </pc:sldChg>
      <pc:sldChg chg="modSp add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2073227562" sldId="502"/>
        </pc:sldMkLst>
      </pc:sldChg>
      <pc:sldChg chg="add del">
        <pc:chgData name="Šedivec Tomáš" userId="5859117d-4fed-45af-939e-a078bb4ea44f" providerId="ADAL" clId="{31E532EA-FE86-427C-AE90-61F0A397B8E4}" dt="2026-05-13T06:19:09.705" v="1174" actId="47"/>
        <pc:sldMkLst>
          <pc:docMk/>
          <pc:sldMk cId="1209700167" sldId="503"/>
        </pc:sldMkLst>
      </pc:sldChg>
      <pc:sldChg chg="modSp add del mod ord">
        <pc:chgData name="Šedivec Tomáš" userId="5859117d-4fed-45af-939e-a078bb4ea44f" providerId="ADAL" clId="{31E532EA-FE86-427C-AE90-61F0A397B8E4}" dt="2026-05-13T06:19:18.655" v="1182"/>
        <pc:sldMkLst>
          <pc:docMk/>
          <pc:sldMk cId="2275337128" sldId="504"/>
        </pc:sldMkLst>
        <pc:spChg chg="mod">
          <ac:chgData name="Šedivec Tomáš" userId="5859117d-4fed-45af-939e-a078bb4ea44f" providerId="ADAL" clId="{31E532EA-FE86-427C-AE90-61F0A397B8E4}" dt="2026-05-07T11:40:28.016" v="40" actId="20577"/>
          <ac:spMkLst>
            <pc:docMk/>
            <pc:sldMk cId="2275337128" sldId="504"/>
            <ac:spMk id="2" creationId="{BFCD6748-F949-E7A3-0CCE-66D9DAAC0DD0}"/>
          </ac:spMkLst>
        </pc:spChg>
        <pc:spChg chg="mod">
          <ac:chgData name="Šedivec Tomáš" userId="5859117d-4fed-45af-939e-a078bb4ea44f" providerId="ADAL" clId="{31E532EA-FE86-427C-AE90-61F0A397B8E4}" dt="2026-05-13T06:19:18.571" v="1181"/>
          <ac:spMkLst>
            <pc:docMk/>
            <pc:sldMk cId="2275337128" sldId="504"/>
            <ac:spMk id="3" creationId="{75C13D51-E80D-CA58-1A7E-1B2112C0924D}"/>
          </ac:spMkLst>
        </pc:spChg>
      </pc:sldChg>
      <pc:sldChg chg="addSp modSp add del mod">
        <pc:chgData name="Šedivec Tomáš" userId="5859117d-4fed-45af-939e-a078bb4ea44f" providerId="ADAL" clId="{31E532EA-FE86-427C-AE90-61F0A397B8E4}" dt="2026-05-13T06:19:18.655" v="1182"/>
        <pc:sldMkLst>
          <pc:docMk/>
          <pc:sldMk cId="2376592662" sldId="505"/>
        </pc:sldMkLst>
        <pc:spChg chg="add mod">
          <ac:chgData name="Šedivec Tomáš" userId="5859117d-4fed-45af-939e-a078bb4ea44f" providerId="ADAL" clId="{31E532EA-FE86-427C-AE90-61F0A397B8E4}" dt="2026-05-07T16:55:18.732" v="411"/>
          <ac:spMkLst>
            <pc:docMk/>
            <pc:sldMk cId="2376592662" sldId="505"/>
            <ac:spMk id="11" creationId="{B7BFC7AC-F4F7-FB97-4844-E5D3DFBE2026}"/>
          </ac:spMkLst>
        </pc:spChg>
        <pc:graphicFrameChg chg="add mod modGraphic">
          <ac:chgData name="Šedivec Tomáš" userId="5859117d-4fed-45af-939e-a078bb4ea44f" providerId="ADAL" clId="{31E532EA-FE86-427C-AE90-61F0A397B8E4}" dt="2026-05-07T16:55:37.352" v="414" actId="14100"/>
          <ac:graphicFrameMkLst>
            <pc:docMk/>
            <pc:sldMk cId="2376592662" sldId="505"/>
            <ac:graphicFrameMk id="9" creationId="{119EEE57-D03F-8621-A657-C0F3136403E4}"/>
          </ac:graphicFrameMkLst>
        </pc:graphicFrameChg>
        <pc:graphicFrameChg chg="add mod modGraphic">
          <ac:chgData name="Šedivec Tomáš" userId="5859117d-4fed-45af-939e-a078bb4ea44f" providerId="ADAL" clId="{31E532EA-FE86-427C-AE90-61F0A397B8E4}" dt="2026-05-07T16:56:53.387" v="425" actId="255"/>
          <ac:graphicFrameMkLst>
            <pc:docMk/>
            <pc:sldMk cId="2376592662" sldId="505"/>
            <ac:graphicFrameMk id="10" creationId="{3706941D-57A3-8373-1B69-89760349B57F}"/>
          </ac:graphicFrameMkLst>
        </pc:graphicFrameChg>
      </pc:sldChg>
      <pc:sldChg chg="addSp delSp modSp add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1351610786" sldId="506"/>
        </pc:sldMkLst>
      </pc:sldChg>
      <pc:sldChg chg="modSp add del mod">
        <pc:chgData name="Šedivec Tomáš" userId="5859117d-4fed-45af-939e-a078bb4ea44f" providerId="ADAL" clId="{31E532EA-FE86-427C-AE90-61F0A397B8E4}" dt="2026-05-13T06:19:09.705" v="1174" actId="47"/>
        <pc:sldMkLst>
          <pc:docMk/>
          <pc:sldMk cId="153256270" sldId="507"/>
        </pc:sldMkLst>
      </pc:sldChg>
      <pc:sldChg chg="addSp delSp modSp add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1088900941" sldId="508"/>
        </pc:sldMkLst>
      </pc:sldChg>
      <pc:sldChg chg="modSp add del mod">
        <pc:chgData name="Šedivec Tomáš" userId="5859117d-4fed-45af-939e-a078bb4ea44f" providerId="ADAL" clId="{31E532EA-FE86-427C-AE90-61F0A397B8E4}" dt="2026-05-13T06:19:09.705" v="1174" actId="47"/>
        <pc:sldMkLst>
          <pc:docMk/>
          <pc:sldMk cId="3080128930" sldId="509"/>
        </pc:sldMkLst>
      </pc:sldChg>
      <pc:sldChg chg="addSp delSp modSp add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3879102808" sldId="510"/>
        </pc:sldMkLst>
      </pc:sldChg>
      <pc:sldChg chg="addSp delSp modSp add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4076526817" sldId="511"/>
        </pc:sldMkLst>
      </pc:sldChg>
      <pc:sldChg chg="modSp add del mod ord">
        <pc:chgData name="Šedivec Tomáš" userId="5859117d-4fed-45af-939e-a078bb4ea44f" providerId="ADAL" clId="{31E532EA-FE86-427C-AE90-61F0A397B8E4}" dt="2026-05-13T06:19:09.705" v="1174" actId="47"/>
        <pc:sldMkLst>
          <pc:docMk/>
          <pc:sldMk cId="1773715360" sldId="512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1643492741" sldId="513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2667420873" sldId="514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704123272" sldId="515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4254095443" sldId="516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1710633386" sldId="517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2726938424" sldId="518"/>
        </pc:sldMkLst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18116203" sldId="520"/>
        </pc:sldMkLst>
      </pc:sldChg>
      <pc:sldChg chg="modSp add del mod">
        <pc:chgData name="Šedivec Tomáš" userId="5859117d-4fed-45af-939e-a078bb4ea44f" providerId="ADAL" clId="{31E532EA-FE86-427C-AE90-61F0A397B8E4}" dt="2026-05-13T06:19:18.655" v="1182"/>
        <pc:sldMkLst>
          <pc:docMk/>
          <pc:sldMk cId="713799259" sldId="521"/>
        </pc:sldMkLst>
        <pc:spChg chg="mod">
          <ac:chgData name="Šedivec Tomáš" userId="5859117d-4fed-45af-939e-a078bb4ea44f" providerId="ADAL" clId="{31E532EA-FE86-427C-AE90-61F0A397B8E4}" dt="2026-05-13T06:19:18.571" v="1181"/>
          <ac:spMkLst>
            <pc:docMk/>
            <pc:sldMk cId="713799259" sldId="521"/>
            <ac:spMk id="2" creationId="{EE07790B-ECEF-B4FA-18D0-B393C16350AD}"/>
          </ac:spMkLst>
        </pc:spChg>
      </pc:sldChg>
      <pc:sldChg chg="modSp add del mod">
        <pc:chgData name="Šedivec Tomáš" userId="5859117d-4fed-45af-939e-a078bb4ea44f" providerId="ADAL" clId="{31E532EA-FE86-427C-AE90-61F0A397B8E4}" dt="2026-05-13T06:21:45.249" v="1185" actId="20577"/>
        <pc:sldMkLst>
          <pc:docMk/>
          <pc:sldMk cId="2539786107" sldId="522"/>
        </pc:sldMkLst>
        <pc:spChg chg="mod">
          <ac:chgData name="Šedivec Tomáš" userId="5859117d-4fed-45af-939e-a078bb4ea44f" providerId="ADAL" clId="{31E532EA-FE86-427C-AE90-61F0A397B8E4}" dt="2026-05-13T06:21:45.249" v="1185" actId="20577"/>
          <ac:spMkLst>
            <pc:docMk/>
            <pc:sldMk cId="2539786107" sldId="522"/>
            <ac:spMk id="2" creationId="{3D3BE067-1C11-3101-334E-99C7D668E4E0}"/>
          </ac:spMkLst>
        </pc:spChg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1852087651" sldId="523"/>
        </pc:sldMkLst>
      </pc:sldChg>
      <pc:sldChg chg="modSp add del mod">
        <pc:chgData name="Šedivec Tomáš" userId="5859117d-4fed-45af-939e-a078bb4ea44f" providerId="ADAL" clId="{31E532EA-FE86-427C-AE90-61F0A397B8E4}" dt="2026-05-13T06:22:01.062" v="1187" actId="20577"/>
        <pc:sldMkLst>
          <pc:docMk/>
          <pc:sldMk cId="2913423814" sldId="524"/>
        </pc:sldMkLst>
        <pc:spChg chg="mod">
          <ac:chgData name="Šedivec Tomáš" userId="5859117d-4fed-45af-939e-a078bb4ea44f" providerId="ADAL" clId="{31E532EA-FE86-427C-AE90-61F0A397B8E4}" dt="2026-05-13T06:22:01.062" v="1187" actId="20577"/>
          <ac:spMkLst>
            <pc:docMk/>
            <pc:sldMk cId="2913423814" sldId="524"/>
            <ac:spMk id="2" creationId="{728F44EF-A44B-B59E-241A-DF00195E7A32}"/>
          </ac:spMkLst>
        </pc:spChg>
      </pc:sldChg>
      <pc:sldChg chg="add del">
        <pc:chgData name="Šedivec Tomáš" userId="5859117d-4fed-45af-939e-a078bb4ea44f" providerId="ADAL" clId="{31E532EA-FE86-427C-AE90-61F0A397B8E4}" dt="2026-05-13T06:19:18.655" v="1182"/>
        <pc:sldMkLst>
          <pc:docMk/>
          <pc:sldMk cId="213118249" sldId="525"/>
        </pc:sldMkLst>
      </pc:sldChg>
      <pc:sldChg chg="modSp add del mod">
        <pc:chgData name="Šedivec Tomáš" userId="5859117d-4fed-45af-939e-a078bb4ea44f" providerId="ADAL" clId="{31E532EA-FE86-427C-AE90-61F0A397B8E4}" dt="2026-05-13T06:19:18.655" v="1182"/>
        <pc:sldMkLst>
          <pc:docMk/>
          <pc:sldMk cId="209326103" sldId="527"/>
        </pc:sldMkLst>
        <pc:spChg chg="mod">
          <ac:chgData name="Šedivec Tomáš" userId="5859117d-4fed-45af-939e-a078bb4ea44f" providerId="ADAL" clId="{31E532EA-FE86-427C-AE90-61F0A397B8E4}" dt="2026-05-13T06:19:18.571" v="1181"/>
          <ac:spMkLst>
            <pc:docMk/>
            <pc:sldMk cId="209326103" sldId="527"/>
            <ac:spMk id="3" creationId="{302976C6-C560-3882-BA9B-4641E22C658C}"/>
          </ac:spMkLst>
        </pc:spChg>
      </pc:sldChg>
      <pc:sldChg chg="modSp new mod">
        <pc:chgData name="Šedivec Tomáš" userId="5859117d-4fed-45af-939e-a078bb4ea44f" providerId="ADAL" clId="{31E532EA-FE86-427C-AE90-61F0A397B8E4}" dt="2026-05-13T06:23:33.702" v="1368" actId="403"/>
        <pc:sldMkLst>
          <pc:docMk/>
          <pc:sldMk cId="948048392" sldId="528"/>
        </pc:sldMkLst>
        <pc:spChg chg="mod">
          <ac:chgData name="Šedivec Tomáš" userId="5859117d-4fed-45af-939e-a078bb4ea44f" providerId="ADAL" clId="{31E532EA-FE86-427C-AE90-61F0A397B8E4}" dt="2026-05-13T06:22:28.827" v="1189"/>
          <ac:spMkLst>
            <pc:docMk/>
            <pc:sldMk cId="948048392" sldId="528"/>
            <ac:spMk id="2" creationId="{4238C482-7762-598D-07D8-EB0997C2EB06}"/>
          </ac:spMkLst>
        </pc:spChg>
        <pc:spChg chg="mod">
          <ac:chgData name="Šedivec Tomáš" userId="5859117d-4fed-45af-939e-a078bb4ea44f" providerId="ADAL" clId="{31E532EA-FE86-427C-AE90-61F0A397B8E4}" dt="2026-05-13T06:23:33.702" v="1368" actId="403"/>
          <ac:spMkLst>
            <pc:docMk/>
            <pc:sldMk cId="948048392" sldId="528"/>
            <ac:spMk id="3" creationId="{3EFAA341-261B-5D3C-5C8C-6801620B164A}"/>
          </ac:spMkLst>
        </pc:spChg>
      </pc:sldChg>
      <pc:sldMasterChg chg="del delSldLayout">
        <pc:chgData name="Šedivec Tomáš" userId="5859117d-4fed-45af-939e-a078bb4ea44f" providerId="ADAL" clId="{31E532EA-FE86-427C-AE90-61F0A397B8E4}" dt="2026-05-13T06:19:09.705" v="1174" actId="47"/>
        <pc:sldMasterMkLst>
          <pc:docMk/>
          <pc:sldMasterMk cId="3105484739" sldId="2147483684"/>
        </pc:sldMasterMkLst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727602799" sldId="2147483685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226801342" sldId="2147483686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2248492873" sldId="2147483687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2519704316" sldId="2147483688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746228683" sldId="2147483689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3087859715" sldId="2147483690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3681162859" sldId="2147483691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1950734067" sldId="2147483692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262604876" sldId="2147483693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4096019571" sldId="2147483694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1568060236" sldId="2147483695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4110283513" sldId="2147483696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3781804025" sldId="2147483697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4010716258" sldId="2147483698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1709809297" sldId="2147483699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965366825" sldId="2147483700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8832568" sldId="2147483701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1759778778" sldId="2147483702"/>
          </pc:sldLayoutMkLst>
        </pc:sldLayoutChg>
        <pc:sldLayoutChg chg="del">
          <pc:chgData name="Šedivec Tomáš" userId="5859117d-4fed-45af-939e-a078bb4ea44f" providerId="ADAL" clId="{31E532EA-FE86-427C-AE90-61F0A397B8E4}" dt="2026-05-13T06:19:09.705" v="1174" actId="47"/>
          <pc:sldLayoutMkLst>
            <pc:docMk/>
            <pc:sldMasterMk cId="3105484739" sldId="2147483684"/>
            <pc:sldLayoutMk cId="1621017019" sldId="2147483703"/>
          </pc:sldLayoutMkLst>
        </pc:sldLayoutChg>
      </pc:sldMasterChg>
    </pc:docChg>
  </pc:docChgLst>
  <pc:docChgLst>
    <pc:chgData name="Šedivec Tomáš" userId="5859117d-4fed-45af-939e-a078bb4ea44f" providerId="ADAL" clId="{2B5C9632-1B6D-438A-AE41-66A30DF8D18A}"/>
    <pc:docChg chg="undo custSel delSld modSld">
      <pc:chgData name="Šedivec Tomáš" userId="5859117d-4fed-45af-939e-a078bb4ea44f" providerId="ADAL" clId="{2B5C9632-1B6D-438A-AE41-66A30DF8D18A}" dt="2026-05-04T13:54:54.509" v="126" actId="6549"/>
      <pc:docMkLst>
        <pc:docMk/>
      </pc:docMkLst>
      <pc:sldChg chg="modSp mod">
        <pc:chgData name="Šedivec Tomáš" userId="5859117d-4fed-45af-939e-a078bb4ea44f" providerId="ADAL" clId="{2B5C9632-1B6D-438A-AE41-66A30DF8D18A}" dt="2026-05-04T13:49:09.892" v="7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B5C9632-1B6D-438A-AE41-66A30DF8D18A}" dt="2026-05-04T13:49:09.892" v="7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2B5C9632-1B6D-438A-AE41-66A30DF8D18A}" dt="2026-05-04T13:53:55.031" v="120" actId="20577"/>
        <pc:sldMkLst>
          <pc:docMk/>
          <pc:sldMk cId="1632493658" sldId="497"/>
        </pc:sldMkLst>
        <pc:spChg chg="mod">
          <ac:chgData name="Šedivec Tomáš" userId="5859117d-4fed-45af-939e-a078bb4ea44f" providerId="ADAL" clId="{2B5C9632-1B6D-438A-AE41-66A30DF8D18A}" dt="2026-05-04T13:53:55.031" v="120" actId="20577"/>
          <ac:spMkLst>
            <pc:docMk/>
            <pc:sldMk cId="1632493658" sldId="497"/>
            <ac:spMk id="3" creationId="{8F135D5A-1C30-03D7-BD46-D7AE2415B231}"/>
          </ac:spMkLst>
        </pc:spChg>
      </pc:sldChg>
      <pc:sldChg chg="modSp mod">
        <pc:chgData name="Šedivec Tomáš" userId="5859117d-4fed-45af-939e-a078bb4ea44f" providerId="ADAL" clId="{2B5C9632-1B6D-438A-AE41-66A30DF8D18A}" dt="2026-05-04T13:50:12.877" v="65" actId="6549"/>
        <pc:sldMkLst>
          <pc:docMk/>
          <pc:sldMk cId="3127888753" sldId="501"/>
        </pc:sldMkLst>
        <pc:spChg chg="mod">
          <ac:chgData name="Šedivec Tomáš" userId="5859117d-4fed-45af-939e-a078bb4ea44f" providerId="ADAL" clId="{2B5C9632-1B6D-438A-AE41-66A30DF8D18A}" dt="2026-05-04T13:50:12.877" v="65" actId="6549"/>
          <ac:spMkLst>
            <pc:docMk/>
            <pc:sldMk cId="3127888753" sldId="501"/>
            <ac:spMk id="3" creationId="{4DC5CCBA-57DB-F0C3-A919-DBAF6586F2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B3850BB1-EAAA-4BC7-CB6B-76E3CD297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6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D645B72E-C81F-B832-4779-066D17175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6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318B0B4B-5AB0-492A-0086-3A164D5299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7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klad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8566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  <p:sp>
        <p:nvSpPr>
          <p:cNvPr id="6" name="Zástupný text 8">
            <a:extLst>
              <a:ext uri="{FF2B5EF4-FFF2-40B4-BE49-F238E27FC236}">
                <a16:creationId xmlns:a16="http://schemas.microsoft.com/office/drawing/2014/main" id="{EAFD7DDD-C5B6-5990-5E30-D6370B82C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207970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001026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094754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87EABB6-9EA1-4F27-1C21-C571E0100C5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36374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B5547E9F-BA9C-9C4B-9DF5-F81989FE809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05608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667C9E67-68A9-C008-6034-D232C1AF11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28444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818906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1760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22285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9217DFE5-4AB5-CB80-1E80-AF1A38727F6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7359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BF51896-151D-3843-DB7C-41BB6E22FE4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6047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06D5A9D-5B24-E761-D1A3-27947B1C890A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2960223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C2D358F0-6A79-42DF-456E-F8DBAF212BB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260437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6362B212-FD62-9F50-CE3D-DFF199FD57C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02647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6B0AA4C-B328-7C47-A4DA-F8ED2EFC47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3853" cy="301120"/>
          </a:xfrm>
          <a:prstGeom prst="rect">
            <a:avLst/>
          </a:prstGeom>
        </p:spPr>
      </p:pic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7D22E6FE-C4C5-B012-E7A4-C90616289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3853" cy="301120"/>
          </a:xfrm>
          <a:prstGeom prst="rect">
            <a:avLst/>
          </a:prstGeom>
        </p:spPr>
      </p:pic>
      <p:sp>
        <p:nvSpPr>
          <p:cNvPr id="13" name="Zástupný text 8">
            <a:extLst>
              <a:ext uri="{FF2B5EF4-FFF2-40B4-BE49-F238E27FC236}">
                <a16:creationId xmlns:a16="http://schemas.microsoft.com/office/drawing/2014/main" id="{E61F4B55-11B4-1167-283D-55E922C634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82C2015C-6855-8BFE-A304-EDB16134EE6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8627695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E6FDC1DE-B4B0-083B-CF86-1E57EC819B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3778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indent="0"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60B77F-477A-D5FB-8405-23971B2738B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801664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0E9E0BDC-B470-B4BC-892A-7CD72300D49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53865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7556DA22-95D2-B84C-8D36-C93C88F1A7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862014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6068FBD-80A0-A131-94EA-3F77B4064DB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210530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75418"/>
            <a:ext cx="6157278" cy="3383763"/>
          </a:xfr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979A1C8-AB56-208C-E695-4985A095C3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FB432D-C3B5-D43F-DAB7-52E395EF4C4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446112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r>
              <a:rPr lang="cs-CZ"/>
              <a:t>Kliknutím na ikonu přidáte tabulku.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B66658BE-27EF-DD53-8F17-938260B54B8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11" name="Zástupný symbol pro číslo snímku 5">
            <a:extLst>
              <a:ext uri="{FF2B5EF4-FFF2-40B4-BE49-F238E27FC236}">
                <a16:creationId xmlns:a16="http://schemas.microsoft.com/office/drawing/2014/main" id="{E903755D-63C9-7F62-34B8-C0C2AFB43970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09919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4D3900D-FEF7-DC42-A070-58AF49658B8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6957306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2782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accent5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834852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BC479E45-7FF7-6670-D02A-829001D834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7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E3422724-A174-89D9-AC8F-3F2D774E6F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2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7C218586-5876-97AA-94A4-EC05A288B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68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9B34F57A-1957-F5C6-AB4D-23968CCB05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34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0649886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2" name="Zástupný text 8">
            <a:extLst>
              <a:ext uri="{FF2B5EF4-FFF2-40B4-BE49-F238E27FC236}">
                <a16:creationId xmlns:a16="http://schemas.microsoft.com/office/drawing/2014/main" id="{DD33B0B3-F00C-A126-16C0-3C78885C56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4703918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2558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7973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BBC0884-F87E-1907-FF5F-2AB324A5C47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047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4905BBB-F9FE-9FBF-15BB-B1658C5A09F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0004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93163992-C525-2C66-6CAF-F1C6D7A2FF4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232184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451828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6933957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790567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2C7EEF15-9663-FDF8-3786-E9D1170BC09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03121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C2843CF9-B3FD-9E68-3D7A-392FEBCB4FE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6642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1A2E329E-B047-5BCC-C0F2-88F14A418F05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9778598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B9A68AD-FB4B-8978-5212-ECDC03A6FB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07699989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C452-BE80-BC5C-7921-09A8FE89B9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209801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46803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2A3086D1-EC65-B74C-A8BB-C58567182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0717" cy="301120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CAAABE1A-E3F7-8D77-4BC1-22DA8776E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0717" cy="301120"/>
          </a:xfrm>
          <a:prstGeom prst="rect">
            <a:avLst/>
          </a:prstGeom>
        </p:spPr>
      </p:pic>
      <p:sp>
        <p:nvSpPr>
          <p:cNvPr id="21" name="Zástupný text 8">
            <a:extLst>
              <a:ext uri="{FF2B5EF4-FFF2-40B4-BE49-F238E27FC236}">
                <a16:creationId xmlns:a16="http://schemas.microsoft.com/office/drawing/2014/main" id="{EE858B53-D403-C768-50C6-B820DCD4E5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22" name="Zástupný symbol pro číslo snímku 5">
            <a:extLst>
              <a:ext uri="{FF2B5EF4-FFF2-40B4-BE49-F238E27FC236}">
                <a16:creationId xmlns:a16="http://schemas.microsoft.com/office/drawing/2014/main" id="{7BDEE34E-2AD1-D45A-CDC5-B7356B87F96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799339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96F11FE-78A2-69C8-0643-BE729D4F1FD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014112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34D6FE-BA08-8A8E-D5AE-55D3E75626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82820199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9" name="Zástupný symbol pro číslo snímku 5">
            <a:extLst>
              <a:ext uri="{FF2B5EF4-FFF2-40B4-BE49-F238E27FC236}">
                <a16:creationId xmlns:a16="http://schemas.microsoft.com/office/drawing/2014/main" id="{6BCC6951-FCF3-7B03-5562-7840A02525D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1438807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893E901C-6AA0-0F75-C9B1-BE19FABFC39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416687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C3AB57E5-30E5-1721-7ABB-F3BD27E78527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646214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65625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F692555-6195-4F09-FB48-4EF6E638F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80B733-56AF-86CD-D756-629084A16536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526585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1AA2B79E-EBDF-2530-1330-B70DF2E98A5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0CAAE527-231E-9248-0A0C-52E8BA0AF60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8860078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5731283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5638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898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A8F823BE-0289-3AD8-2460-7235697BE4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13.05.2026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99000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CE70BBC-B115-131D-2941-69C0C2A943A9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1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677971" y="2160000"/>
            <a:ext cx="8906029" cy="40780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0A29A96-A469-4350-B155-21439378B4C4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>
          <p15:clr>
            <a:srgbClr val="F26B43"/>
          </p15:clr>
        </p15:guide>
        <p15:guide id="2" pos="4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akreditace_atestace?do=diff&amp;rev2%5B0%5D=1772182901&amp;rev2%5B1%5D=1776946126&amp;difftype=sidebyside" TargetMode="External"/><Relationship Id="rId2" Type="http://schemas.openxmlformats.org/officeDocument/2006/relationships/hyperlink" Target="https://archi.gov.cz/znalostni_baze:hospodarska_strategie" TargetMode="External"/><Relationship Id="rId1" Type="http://schemas.openxmlformats.org/officeDocument/2006/relationships/slideLayout" Target="../slideLayouts/slideLayout49.xml"/><Relationship Id="rId4" Type="http://schemas.openxmlformats.org/officeDocument/2006/relationships/hyperlink" Target="https://archi.gov.cz/znalostni_baze:metodicke_pokyny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znalostni_baze:metodicke_pokyny" TargetMode="Externa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sekce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352262"/>
            <a:ext cx="9649072" cy="280076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Výboru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č. 2/2026 dne 11. 5. 2026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79E1-FFC6-F7C1-7E11-2EA1FEE0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7A24ED-FC76-4EA3-B392-6ADF17DD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C5CCBA-57DB-F0C3-A919-DBAF6586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Technický úvod, pravidla videokonference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Hlavní program 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Změny v Národní architektuře eGovernmentu –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Výstup z jednání grémia RVIS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ZoPDS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Informování o stavu adopce AI Digitální a informační agenturou a plánech pro sdílené služby </a:t>
            </a:r>
            <a:r>
              <a:rPr lang="cs-CZ" sz="2400" b="1" dirty="0" err="1"/>
              <a:t>eGov</a:t>
            </a:r>
            <a:r>
              <a:rPr lang="cs-CZ" sz="2400" b="1" dirty="0"/>
              <a:t> 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Aktuality akreditace a atestace dlouhodobého řízení – Digitální a informační agentura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Poznámky a nejasnosti členů pracovní skupiny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Závěr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A617E99-ECD4-9E55-3ACB-157DD633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8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590364-6213-8E92-FCFD-970EDD56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Technický úvod, pravidla videokonference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31CA22E-DC82-1C60-D6B9-64A57BC87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349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FBEF78-4BA8-C6B4-7C8F-7469D682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Změny v Národní architektuře eGovernmentu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07A1D4-07C3-F62D-602B-6A3C68176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742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68EE-81CA-C834-77B7-A1258700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7A6C11-42CE-F8C2-B8AA-3281D596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135D5A-1C30-03D7-BD46-D7AE2415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cs-CZ" sz="2400" dirty="0"/>
              <a:t>Viz také https://archi.gov.cz/vyhledavani:changelog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Hospodářská strategie </a:t>
            </a:r>
            <a:r>
              <a:rPr lang="cs-CZ" sz="2400" dirty="0">
                <a:hlinkClick r:id="rId2"/>
              </a:rPr>
              <a:t>https://archi.gov.cz/znalostni_baze:hospodarska_strategie</a:t>
            </a:r>
            <a:r>
              <a:rPr lang="cs-CZ" sz="2400" dirty="0"/>
              <a:t>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Akreditace a atestace </a:t>
            </a:r>
            <a:r>
              <a:rPr lang="cs-CZ" sz="2400" dirty="0">
                <a:hlinkClick r:id="rId3"/>
              </a:rPr>
              <a:t>https://archi.gov.cz/znalostni_baze:akreditace_atestace?do=diff&amp;rev2%5B0%5D=1772182901&amp;rev2%5B1%5D=1776946126&amp;difftype=sidebyside</a:t>
            </a:r>
            <a:r>
              <a:rPr lang="cs-CZ" sz="2400" dirty="0"/>
              <a:t>  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Metodické pokyny </a:t>
            </a:r>
            <a:r>
              <a:rPr lang="cs-CZ" sz="2400" dirty="0">
                <a:hlinkClick r:id="rId4"/>
              </a:rPr>
              <a:t>https://archi.gov.cz/znalostni_baze:metodicke_pokyny</a:t>
            </a:r>
            <a:r>
              <a:rPr lang="cs-CZ" sz="2400" dirty="0"/>
              <a:t> 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7678EB6-7DC6-7929-4881-2A52372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E5867AB-D8B8-A444-FBEA-B2A452B61FE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38162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cs-CZ"/>
            </a:defPPr>
            <a:lvl1pPr marL="0" algn="ctr" defTabSz="914400" rtl="0" eaLnBrk="1" latinLnBrk="0" hangingPunct="1">
              <a:defRPr sz="1000" b="0" i="0" kern="1200">
                <a:solidFill>
                  <a:schemeClr val="accent1"/>
                </a:solidFill>
                <a:latin typeface="Azeret Mono" pitchFamily="2" charset="0"/>
                <a:ea typeface="+mn-ea"/>
                <a:cs typeface="Azeret Mono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00459B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249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08544A-6A99-25FF-2C4E-CF5F42DC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2610156"/>
          </a:xfrm>
        </p:spPr>
        <p:txBody>
          <a:bodyPr>
            <a:normAutofit fontScale="90000"/>
          </a:bodyPr>
          <a:lstStyle/>
          <a:p>
            <a:r>
              <a:rPr lang="cs-CZ" dirty="0"/>
              <a:t>Usnesení č. 1/2/2026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změny v Národní architektuře eGovernmentu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412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3B9ABB-7148-D4AA-32AF-5B48E0B9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Výstup z jednání grémia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FDE90B-3551-9CF6-87DA-E9EF6854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409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C868-DA27-695D-C0F5-80491E37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CD6748-F949-E7A3-0CCE-66D9DAAC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Výstup z jednání grémia RVIS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C13D51-E80D-CA58-1A7E-1B2112C09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Schváleny metodické pokyny </a:t>
            </a:r>
            <a:r>
              <a:rPr lang="cs-CZ" sz="2400" dirty="0">
                <a:hlinkClick r:id="rId2"/>
              </a:rPr>
              <a:t>https://archi.gov.cz/znalostni_baze:metodicke_pokyny</a:t>
            </a:r>
            <a:r>
              <a:rPr lang="cs-CZ" sz="2400" dirty="0"/>
              <a:t>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Schválena výjimka pro publikaci ISKN údajů na referenčním rozhraní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Možné přehodnocení schvalování výjimek na „pouze jednou“ z RVIS na DIA, pokud by jich byl velký počet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Zřízeny pracovní skupiny pro: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Otevřená data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Cloud </a:t>
            </a:r>
            <a:r>
              <a:rPr lang="cs-CZ" sz="2400" dirty="0" err="1"/>
              <a:t>computing</a:t>
            </a:r>
            <a:endParaRPr lang="cs-CZ" sz="2400" dirty="0"/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BIM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IKČR a navazující dokumenty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930A045-9BEC-A1F2-DCC8-9214E179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EBA6D70-7C82-04F6-B7D8-0AE370B9C99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38162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cs-CZ"/>
            </a:defPPr>
            <a:lvl1pPr marL="0" algn="ctr" defTabSz="914400" rtl="0" eaLnBrk="1" latinLnBrk="0" hangingPunct="1">
              <a:defRPr sz="1000" b="0" i="0" kern="1200">
                <a:solidFill>
                  <a:schemeClr val="accent1"/>
                </a:solidFill>
                <a:latin typeface="Azeret Mono" pitchFamily="2" charset="0"/>
                <a:ea typeface="+mn-ea"/>
                <a:cs typeface="Azeret Mono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00459B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5337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C75B-5475-51A7-BC4B-F28796AB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DFFFC6-E1A1-2899-59BC-1C1EB210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Výstup z jednání grémia RVIS</a:t>
            </a:r>
            <a:endParaRPr lang="cs-CZ" sz="3200" noProof="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2BA43F4-3E11-3E7E-8F8B-E8202F20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0126489-67A6-F7D6-5A76-22F5B0B966F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38162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cs-CZ"/>
            </a:defPPr>
            <a:lvl1pPr marL="0" algn="ctr" defTabSz="914400" rtl="0" eaLnBrk="1" latinLnBrk="0" hangingPunct="1">
              <a:defRPr sz="1000" b="0" i="0" kern="1200">
                <a:solidFill>
                  <a:schemeClr val="accent1"/>
                </a:solidFill>
                <a:latin typeface="Azeret Mono" pitchFamily="2" charset="0"/>
                <a:ea typeface="+mn-ea"/>
                <a:cs typeface="Azeret Mono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00459B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graphicFrame>
        <p:nvGraphicFramePr>
          <p:cNvPr id="9" name="Tabulka 8">
            <a:extLst>
              <a:ext uri="{FF2B5EF4-FFF2-40B4-BE49-F238E27FC236}">
                <a16:creationId xmlns:a16="http://schemas.microsoft.com/office/drawing/2014/main" id="{119EEE57-D03F-8621-A657-C0F3136403E4}"/>
              </a:ext>
            </a:extLst>
          </p:cNvPr>
          <p:cNvGraphicFramePr>
            <a:graphicFrameLocks noGrp="1"/>
          </p:cNvGraphicFramePr>
          <p:nvPr/>
        </p:nvGraphicFramePr>
        <p:xfrm>
          <a:off x="538800" y="1154907"/>
          <a:ext cx="10443145" cy="3291840"/>
        </p:xfrm>
        <a:graphic>
          <a:graphicData uri="http://schemas.openxmlformats.org/drawingml/2006/table">
            <a:tbl>
              <a:tblPr/>
              <a:tblGrid>
                <a:gridCol w="708109">
                  <a:extLst>
                    <a:ext uri="{9D8B030D-6E8A-4147-A177-3AD203B41FA5}">
                      <a16:colId xmlns:a16="http://schemas.microsoft.com/office/drawing/2014/main" val="2208390779"/>
                    </a:ext>
                  </a:extLst>
                </a:gridCol>
                <a:gridCol w="3653188">
                  <a:extLst>
                    <a:ext uri="{9D8B030D-6E8A-4147-A177-3AD203B41FA5}">
                      <a16:colId xmlns:a16="http://schemas.microsoft.com/office/drawing/2014/main" val="1041858386"/>
                    </a:ext>
                  </a:extLst>
                </a:gridCol>
                <a:gridCol w="2511525">
                  <a:extLst>
                    <a:ext uri="{9D8B030D-6E8A-4147-A177-3AD203B41FA5}">
                      <a16:colId xmlns:a16="http://schemas.microsoft.com/office/drawing/2014/main" val="1739183999"/>
                    </a:ext>
                  </a:extLst>
                </a:gridCol>
                <a:gridCol w="2215560">
                  <a:extLst>
                    <a:ext uri="{9D8B030D-6E8A-4147-A177-3AD203B41FA5}">
                      <a16:colId xmlns:a16="http://schemas.microsoft.com/office/drawing/2014/main" val="1206213171"/>
                    </a:ext>
                  </a:extLst>
                </a:gridCol>
                <a:gridCol w="1354763">
                  <a:extLst>
                    <a:ext uri="{9D8B030D-6E8A-4147-A177-3AD203B41FA5}">
                      <a16:colId xmlns:a16="http://schemas.microsoft.com/office/drawing/2014/main" val="1149247854"/>
                    </a:ext>
                  </a:extLst>
                </a:gridCol>
              </a:tblGrid>
              <a:tr h="43388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cs-CZ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cs-CZ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cs-CZ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Název programu/projektu</a:t>
                      </a:r>
                      <a:endParaRPr lang="cs-CZ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cs-CZ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Gesční organizace</a:t>
                      </a:r>
                      <a:endParaRPr lang="cs-CZ" sz="1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cs-CZ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Odpovědný manažer</a:t>
                      </a:r>
                      <a:endParaRPr lang="cs-CZ" sz="1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cs-CZ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Termín</a:t>
                      </a:r>
                      <a:endParaRPr lang="cs-CZ" sz="1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561621"/>
                  </a:ext>
                </a:extLst>
              </a:tr>
              <a:tr h="433880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ZOPDS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Ing. Tomáš Šedivec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31.12.2026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87825"/>
                  </a:ext>
                </a:extLst>
              </a:tr>
              <a:tr h="433880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Národní katalog dat (NKD)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Mgr. Bohdan Urban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31.12.2026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284379"/>
                  </a:ext>
                </a:extLst>
              </a:tr>
              <a:tr h="433880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Nový portál veřejné správy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Mgr. Bohdan Urban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31.12.2028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887590"/>
                  </a:ext>
                </a:extLst>
              </a:tr>
              <a:tr h="433880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Nástroj pro měření efektivity digitalizace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Mgr. Bohdan Urban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31.12.2026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547846"/>
                  </a:ext>
                </a:extLst>
              </a:tr>
              <a:tr h="433880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Sdílená platební brána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Mgr. Bohdan Urban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31.12.2028</a:t>
                      </a:r>
                    </a:p>
                  </a:txBody>
                  <a:tcPr marL="37313" marR="37313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102840"/>
                  </a:ext>
                </a:extLst>
              </a:tr>
            </a:tbl>
          </a:graphicData>
        </a:graphic>
      </p:graphicFrame>
      <p:graphicFrame>
        <p:nvGraphicFramePr>
          <p:cNvPr id="10" name="Tabulka 9">
            <a:extLst>
              <a:ext uri="{FF2B5EF4-FFF2-40B4-BE49-F238E27FC236}">
                <a16:creationId xmlns:a16="http://schemas.microsoft.com/office/drawing/2014/main" id="{3706941D-57A3-8373-1B69-89760349B57F}"/>
              </a:ext>
            </a:extLst>
          </p:cNvPr>
          <p:cNvGraphicFramePr>
            <a:graphicFrameLocks noGrp="1"/>
          </p:cNvGraphicFramePr>
          <p:nvPr/>
        </p:nvGraphicFramePr>
        <p:xfrm>
          <a:off x="538800" y="4646721"/>
          <a:ext cx="10443145" cy="1097280"/>
        </p:xfrm>
        <a:graphic>
          <a:graphicData uri="http://schemas.openxmlformats.org/drawingml/2006/table">
            <a:tbl>
              <a:tblPr/>
              <a:tblGrid>
                <a:gridCol w="668208">
                  <a:extLst>
                    <a:ext uri="{9D8B030D-6E8A-4147-A177-3AD203B41FA5}">
                      <a16:colId xmlns:a16="http://schemas.microsoft.com/office/drawing/2014/main" val="376011438"/>
                    </a:ext>
                  </a:extLst>
                </a:gridCol>
                <a:gridCol w="3694176">
                  <a:extLst>
                    <a:ext uri="{9D8B030D-6E8A-4147-A177-3AD203B41FA5}">
                      <a16:colId xmlns:a16="http://schemas.microsoft.com/office/drawing/2014/main" val="1057265403"/>
                    </a:ext>
                  </a:extLst>
                </a:gridCol>
                <a:gridCol w="2511302">
                  <a:extLst>
                    <a:ext uri="{9D8B030D-6E8A-4147-A177-3AD203B41FA5}">
                      <a16:colId xmlns:a16="http://schemas.microsoft.com/office/drawing/2014/main" val="469132183"/>
                    </a:ext>
                  </a:extLst>
                </a:gridCol>
                <a:gridCol w="2207002">
                  <a:extLst>
                    <a:ext uri="{9D8B030D-6E8A-4147-A177-3AD203B41FA5}">
                      <a16:colId xmlns:a16="http://schemas.microsoft.com/office/drawing/2014/main" val="3579791519"/>
                    </a:ext>
                  </a:extLst>
                </a:gridCol>
                <a:gridCol w="1362457">
                  <a:extLst>
                    <a:ext uri="{9D8B030D-6E8A-4147-A177-3AD203B41FA5}">
                      <a16:colId xmlns:a16="http://schemas.microsoft.com/office/drawing/2014/main" val="3189690896"/>
                    </a:ext>
                  </a:extLst>
                </a:gridCol>
              </a:tblGrid>
              <a:tr h="498309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EUDIW (Klientská část i ekosystém státní části)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Ing. Bc. Vladimíra Žufanová, Ph.D.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31.12.2027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534081"/>
                  </a:ext>
                </a:extLst>
              </a:tr>
              <a:tr h="498309"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Czech POINT- rozvoj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Digitální a informační agentura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Ing. Helena Duffková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cs-CZ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31.12.2028</a:t>
                      </a:r>
                    </a:p>
                  </a:txBody>
                  <a:tcPr marL="44450" marR="44450" marT="0" marB="0" anchor="ctr">
                    <a:lnL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2444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B7BFC7AC-F4F7-FB97-4844-E5D3DFBE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3227388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cs-CZ" altLang="cs-CZ" sz="18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br>
              <a:rPr kumimoji="0" lang="cs-CZ" altLang="cs-CZ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endParaRPr kumimoji="0" lang="cs-CZ" altLang="cs-CZ" sz="4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cs-CZ" altLang="cs-CZ" sz="18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59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938772-5876-5235-BE7C-BFD77981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2/2/2026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z posledního jednání grémia RVIS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1063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4E72D4-A871-3907-CD1C-163B701F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Zákon o právu na digitální službu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884B21-7502-65F3-EEC8-6F831931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693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04F4-EB80-472C-64B0-BF57B8C8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41058E-60D5-4CD0-08DA-142DB750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Zákon o právu na digitální službu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2976C6-C560-3882-BA9B-4641E22C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b="1" dirty="0"/>
              <a:t>Harmonogram elektronických služeb s termínem 1.2.2026</a:t>
            </a:r>
          </a:p>
          <a:p>
            <a:r>
              <a:rPr lang="cs-CZ" dirty="0"/>
              <a:t>Implementace 1564 služeb, 25% z 6348</a:t>
            </a:r>
          </a:p>
          <a:p>
            <a:endParaRPr lang="cs-CZ" sz="1300" dirty="0"/>
          </a:p>
          <a:p>
            <a:pPr marL="0" indent="0">
              <a:buNone/>
            </a:pPr>
            <a:r>
              <a:rPr lang="cs-CZ" b="1" dirty="0"/>
              <a:t>Nepřiměřená zátěž jako indikátor složitosti veřejné správy</a:t>
            </a:r>
          </a:p>
          <a:p>
            <a:r>
              <a:rPr lang="cs-CZ" dirty="0"/>
              <a:t>Nepřiměřená zátěž 2420 služeb, 38% z 6348</a:t>
            </a:r>
          </a:p>
          <a:p>
            <a:endParaRPr lang="cs-CZ" sz="1300" dirty="0"/>
          </a:p>
          <a:p>
            <a:pPr marL="0" indent="0">
              <a:buNone/>
            </a:pPr>
            <a:r>
              <a:rPr lang="cs-CZ" b="1" dirty="0"/>
              <a:t>Registr zastupování jako akcelerátor digitalizace</a:t>
            </a:r>
          </a:p>
          <a:p>
            <a:r>
              <a:rPr lang="cs-CZ" dirty="0"/>
              <a:t>Realizováno 21 šablon, 0,3 % z 6348</a:t>
            </a:r>
          </a:p>
          <a:p>
            <a:endParaRPr lang="cs-CZ" sz="1100" b="1" dirty="0"/>
          </a:p>
          <a:p>
            <a:pPr marL="0" indent="0">
              <a:buNone/>
            </a:pPr>
            <a:r>
              <a:rPr lang="cs-CZ" b="1" dirty="0"/>
              <a:t>Mají obíhat data a nikoliv lidé</a:t>
            </a:r>
          </a:p>
          <a:p>
            <a:r>
              <a:rPr lang="cs-CZ" dirty="0"/>
              <a:t>Data sdílí 44 AIS, 1,4% z cca 3000 AIS</a:t>
            </a:r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BB20D4-CF1F-474E-642F-F0031E73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5A12E-3DFE-4C3E-9036-7893F29C52C1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2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A6D9B7-5A58-E6F3-94CF-1F0C8703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3/2/2026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ZoPDS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116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07790B-ECEF-B4FA-18D0-B393C163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Informování o stavu adopce AI Digitální a informační agenturou a plánech pro sdílené služby </a:t>
            </a:r>
            <a:r>
              <a:rPr lang="cs-CZ" dirty="0" err="1"/>
              <a:t>eGov</a:t>
            </a:r>
            <a:r>
              <a:rPr lang="cs-CZ" dirty="0"/>
              <a:t> 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F72444B-598B-F2EC-81F1-193CF5FE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799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3BE067-1C11-3101-334E-99C7D668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4/2/2026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stavu adopce AI Digitální a informační agenturou a plánech pro sdílené služby </a:t>
            </a:r>
            <a:r>
              <a:rPr lang="cs-CZ" dirty="0" err="1"/>
              <a:t>eGov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3978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B41A0-41D0-8103-9D37-E7D79437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Aktuality akreditace a atestace dlouhodobého řízení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CF762FF-E2BF-7231-FEBD-DFFDBE15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2087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38C482-7762-598D-07D8-EB0997C2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Aktuality akreditace a atestace dlouhodobého řízení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FAA341-261B-5D3C-5C8C-6801620B1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3200" dirty="0"/>
              <a:t>Uděleno 17 atestů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3200" dirty="0"/>
              <a:t>Především samosprávy mají výhrady k současnému stavu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3200" dirty="0"/>
              <a:t>Bude provedena legislativní úprava zákona a vyhlášek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3200" dirty="0"/>
              <a:t>Dlouhodobý cíl </a:t>
            </a:r>
            <a:r>
              <a:rPr lang="cs-CZ" sz="3200" dirty="0">
                <a:sym typeface="Wingdings" panose="05000000000000000000" pitchFamily="2" charset="2"/>
              </a:rPr>
              <a:t> model zralosti (maturity model)</a:t>
            </a:r>
            <a:endParaRPr lang="cs-CZ" sz="32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BB00649-AD58-7373-A070-EC76A79B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8048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8F44EF-A44B-B59E-241A-DF00195E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5/2/2026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aktuálním stavu akreditací a atestací dlouhodobého řízení ISVS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13423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D20CAB-09DD-B37C-422D-260959A5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a nejasnosti členů Výboru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BA002-5378-E501-700B-AB4F9B8E7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118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127878-7249-41F4-8CBC-B5C81373A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Děkuji</a:t>
            </a:r>
            <a:br>
              <a:rPr lang="cs-CZ"/>
            </a:br>
            <a:r>
              <a:rPr lang="cs-CZ"/>
              <a:t>za pozornost</a:t>
            </a:r>
            <a:endParaRPr lang="cs-CZ" dirty="0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78819B76-FCCF-20DD-93BA-079BCCC64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accent5"/>
                </a:solidFill>
              </a:rPr>
              <a:t>Tomáš</a:t>
            </a:r>
          </a:p>
          <a:p>
            <a:r>
              <a:rPr lang="cs-CZ" dirty="0"/>
              <a:t>Šedivec</a:t>
            </a:r>
            <a:endParaRPr lang="en-GB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8702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JVS PPT Dark">
  <a:themeElements>
    <a:clrScheme name="JVS barvy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3C1C3088-A14B-E946-90AB-2F4ACEE3640D}" vid="{BB8A01DC-28EA-A349-A194-470B7ECF3B05}"/>
    </a:ext>
  </a:extLst>
</a:theme>
</file>

<file path=ppt/theme/theme3.xml><?xml version="1.0" encoding="utf-8"?>
<a:theme xmlns:a="http://schemas.openxmlformats.org/drawingml/2006/main" name="JVS PPS Light">
  <a:themeElements>
    <a:clrScheme name="JVS UOSS 1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3C1C3088-A14B-E946-90AB-2F4ACEE3640D}" vid="{6F156E4B-0F53-0D45-8E2F-436FA4A80D60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0B00F75BED7484DA544575FBD77AFF7" ma:contentTypeVersion="0" ma:contentTypeDescription="Vytvoří nový dokument" ma:contentTypeScope="" ma:versionID="0e6006eccaeb898806405d7676632c1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d44be3388bd54d294bcf356313bfcd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C8A6CA-3E21-4DDD-BFB4-F280350CE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9339</TotalTime>
  <Words>648</Words>
  <Application>Microsoft Office PowerPoint</Application>
  <PresentationFormat>Širokoúhlá obrazovka</PresentationFormat>
  <Paragraphs>112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Wingdings</vt:lpstr>
      <vt:lpstr>Motiv Office</vt:lpstr>
      <vt:lpstr>JVS PPT Dark</vt:lpstr>
      <vt:lpstr>JVS PPS Light</vt:lpstr>
      <vt:lpstr>Prezentace aplikace PowerPoint</vt:lpstr>
      <vt:lpstr>Agenda</vt:lpstr>
      <vt:lpstr>Technický úvod, pravidla videokonference </vt:lpstr>
      <vt:lpstr>Změny v Národní architektuře eGovernmentu</vt:lpstr>
      <vt:lpstr>Změny v Národní architektuře eGovernmentu</vt:lpstr>
      <vt:lpstr>Usnesení č. 1/2/2026   Výbor schvaluje změny v Národní architektuře eGovernmentu  </vt:lpstr>
      <vt:lpstr>Výstup z jednání grémia</vt:lpstr>
      <vt:lpstr>Výstup z jednání grémia RVIS</vt:lpstr>
      <vt:lpstr>Výstup z jednání grémia RVIS</vt:lpstr>
      <vt:lpstr>Usnesení č. 2/2/2026   Výbor bere na vědomí informace z posledního jednání grémia RVIS  </vt:lpstr>
      <vt:lpstr>Zákon o právu na digitální službu</vt:lpstr>
      <vt:lpstr>Zákon o právu na digitální službu</vt:lpstr>
      <vt:lpstr>Usnesení č. 3/2/2026   Výbor bere na vědomí informace o ZoPDS  </vt:lpstr>
      <vt:lpstr>Informování o stavu adopce AI Digitální a informační agenturou a plánech pro sdílené služby eGov  </vt:lpstr>
      <vt:lpstr>Usnesení č. 4/2/2026   Výbor bere na vědomí informace o stavu adopce AI Digitální a informační agenturou a plánech pro sdílené služby eGov</vt:lpstr>
      <vt:lpstr>Aktuality akreditace a atestace dlouhodobého řízení </vt:lpstr>
      <vt:lpstr>Aktuality akreditace a atestace dlouhodobého řízení </vt:lpstr>
      <vt:lpstr>Usnesení č. 5/2/2026   Výbor bere na vědomí informace o aktuálním stavu akreditací a atestací dlouhodobého řízení ISVS  </vt:lpstr>
      <vt:lpstr>Otázky a nejasnosti členů Výboru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119</cp:revision>
  <dcterms:created xsi:type="dcterms:W3CDTF">2021-01-27T09:19:54Z</dcterms:created>
  <dcterms:modified xsi:type="dcterms:W3CDTF">2026-05-13T06:23:42Z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