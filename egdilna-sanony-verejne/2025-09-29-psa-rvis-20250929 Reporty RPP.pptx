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0"/>
  </p:notesMasterIdLst>
  <p:handoutMasterIdLst>
    <p:handoutMasterId r:id="rId11"/>
  </p:handoutMasterIdLst>
  <p:sldIdLst>
    <p:sldId id="274" r:id="rId5"/>
    <p:sldId id="5119" r:id="rId6"/>
    <p:sldId id="5122" r:id="rId7"/>
    <p:sldId id="5121" r:id="rId8"/>
    <p:sldId id="267" r:id="rId9"/>
  </p:sldIdLst>
  <p:sldSz cx="12192000" cy="6858000"/>
  <p:notesSz cx="9144000" cy="6858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EE89E82-393C-2DF8-411F-EF016A5EA3D4}" name="Petr Jan" initials="PJ" userId="S::jan.petr@dia.gov.cz::619497a3-6dda-48a9-9783-3fc51734f31c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6AD48"/>
    <a:srgbClr val="E8EDE8"/>
    <a:srgbClr val="2E2D2C"/>
    <a:srgbClr val="35398E"/>
    <a:srgbClr val="7676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ECEB6A9-4454-4C74-BCAA-0D58F8E31D6A}" v="9" dt="2025-09-29T10:55:24.6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4153"/>
    <p:restoredTop sz="96197"/>
  </p:normalViewPr>
  <p:slideViewPr>
    <p:cSldViewPr snapToGrid="0">
      <p:cViewPr varScale="1">
        <p:scale>
          <a:sx n="102" d="100"/>
          <a:sy n="102" d="100"/>
        </p:scale>
        <p:origin x="156" y="31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125" d="100"/>
          <a:sy n="125" d="100"/>
        </p:scale>
        <p:origin x="2160" y="1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rusina Šimon" userId="ad935c6b-ed6c-4293-bc4c-891c765e3afb" providerId="ADAL" clId="{DECEB6A9-4454-4C74-BCAA-0D58F8E31D6A}"/>
    <pc:docChg chg="custSel addSld delSld modSld">
      <pc:chgData name="Trusina Šimon" userId="ad935c6b-ed6c-4293-bc4c-891c765e3afb" providerId="ADAL" clId="{DECEB6A9-4454-4C74-BCAA-0D58F8E31D6A}" dt="2025-09-29T10:55:24.644" v="647"/>
      <pc:docMkLst>
        <pc:docMk/>
      </pc:docMkLst>
      <pc:sldChg chg="modSp mod">
        <pc:chgData name="Trusina Šimon" userId="ad935c6b-ed6c-4293-bc4c-891c765e3afb" providerId="ADAL" clId="{DECEB6A9-4454-4C74-BCAA-0D58F8E31D6A}" dt="2025-09-29T10:00:22.493" v="6"/>
        <pc:sldMkLst>
          <pc:docMk/>
          <pc:sldMk cId="2489797357" sldId="274"/>
        </pc:sldMkLst>
        <pc:spChg chg="mod">
          <ac:chgData name="Trusina Šimon" userId="ad935c6b-ed6c-4293-bc4c-891c765e3afb" providerId="ADAL" clId="{DECEB6A9-4454-4C74-BCAA-0D58F8E31D6A}" dt="2025-09-29T10:00:22.493" v="6"/>
          <ac:spMkLst>
            <pc:docMk/>
            <pc:sldMk cId="2489797357" sldId="274"/>
            <ac:spMk id="2" creationId="{88B04F70-7456-297E-EB64-30FBF058BC43}"/>
          </ac:spMkLst>
        </pc:spChg>
      </pc:sldChg>
      <pc:sldChg chg="modSp del mod">
        <pc:chgData name="Trusina Šimon" userId="ad935c6b-ed6c-4293-bc4c-891c765e3afb" providerId="ADAL" clId="{DECEB6A9-4454-4C74-BCAA-0D58F8E31D6A}" dt="2025-09-29T09:58:47.931" v="3" actId="47"/>
        <pc:sldMkLst>
          <pc:docMk/>
          <pc:sldMk cId="3875546225" sldId="278"/>
        </pc:sldMkLst>
        <pc:spChg chg="mod">
          <ac:chgData name="Trusina Šimon" userId="ad935c6b-ed6c-4293-bc4c-891c765e3afb" providerId="ADAL" clId="{DECEB6A9-4454-4C74-BCAA-0D58F8E31D6A}" dt="2025-09-29T09:58:28.810" v="2" actId="27636"/>
          <ac:spMkLst>
            <pc:docMk/>
            <pc:sldMk cId="3875546225" sldId="278"/>
            <ac:spMk id="6" creationId="{2D0565C3-426E-8519-20A0-538A9B7B6D72}"/>
          </ac:spMkLst>
        </pc:spChg>
      </pc:sldChg>
      <pc:sldChg chg="modSp mod">
        <pc:chgData name="Trusina Šimon" userId="ad935c6b-ed6c-4293-bc4c-891c765e3afb" providerId="ADAL" clId="{DECEB6A9-4454-4C74-BCAA-0D58F8E31D6A}" dt="2025-09-29T10:55:04.098" v="644" actId="20577"/>
        <pc:sldMkLst>
          <pc:docMk/>
          <pc:sldMk cId="1424088050" sldId="5119"/>
        </pc:sldMkLst>
        <pc:spChg chg="mod">
          <ac:chgData name="Trusina Šimon" userId="ad935c6b-ed6c-4293-bc4c-891c765e3afb" providerId="ADAL" clId="{DECEB6A9-4454-4C74-BCAA-0D58F8E31D6A}" dt="2025-09-29T09:59:16.284" v="4"/>
          <ac:spMkLst>
            <pc:docMk/>
            <pc:sldMk cId="1424088050" sldId="5119"/>
            <ac:spMk id="2" creationId="{9AEEF895-7B60-C8A8-B9D7-EA8B109EC83D}"/>
          </ac:spMkLst>
        </pc:spChg>
        <pc:spChg chg="mod">
          <ac:chgData name="Trusina Šimon" userId="ad935c6b-ed6c-4293-bc4c-891c765e3afb" providerId="ADAL" clId="{DECEB6A9-4454-4C74-BCAA-0D58F8E31D6A}" dt="2025-09-29T10:55:04.098" v="644" actId="20577"/>
          <ac:spMkLst>
            <pc:docMk/>
            <pc:sldMk cId="1424088050" sldId="5119"/>
            <ac:spMk id="3" creationId="{D9E5299C-9050-4EFB-26B1-6AF89B7CE5EE}"/>
          </ac:spMkLst>
        </pc:spChg>
      </pc:sldChg>
      <pc:sldChg chg="modSp mod">
        <pc:chgData name="Trusina Šimon" userId="ad935c6b-ed6c-4293-bc4c-891c765e3afb" providerId="ADAL" clId="{DECEB6A9-4454-4C74-BCAA-0D58F8E31D6A}" dt="2025-09-29T10:14:09.215" v="634" actId="20577"/>
        <pc:sldMkLst>
          <pc:docMk/>
          <pc:sldMk cId="1995398944" sldId="5121"/>
        </pc:sldMkLst>
        <pc:spChg chg="mod">
          <ac:chgData name="Trusina Šimon" userId="ad935c6b-ed6c-4293-bc4c-891c765e3afb" providerId="ADAL" clId="{DECEB6A9-4454-4C74-BCAA-0D58F8E31D6A}" dt="2025-09-29T10:14:09.215" v="634" actId="20577"/>
          <ac:spMkLst>
            <pc:docMk/>
            <pc:sldMk cId="1995398944" sldId="5121"/>
            <ac:spMk id="2" creationId="{14D2D1CC-7476-6209-88F4-928ABB668D15}"/>
          </ac:spMkLst>
        </pc:spChg>
      </pc:sldChg>
      <pc:sldChg chg="modSp add mod">
        <pc:chgData name="Trusina Šimon" userId="ad935c6b-ed6c-4293-bc4c-891c765e3afb" providerId="ADAL" clId="{DECEB6A9-4454-4C74-BCAA-0D58F8E31D6A}" dt="2025-09-29T10:55:24.644" v="647"/>
        <pc:sldMkLst>
          <pc:docMk/>
          <pc:sldMk cId="1203359142" sldId="5122"/>
        </pc:sldMkLst>
        <pc:spChg chg="mod">
          <ac:chgData name="Trusina Šimon" userId="ad935c6b-ed6c-4293-bc4c-891c765e3afb" providerId="ADAL" clId="{DECEB6A9-4454-4C74-BCAA-0D58F8E31D6A}" dt="2025-09-29T10:13:53.553" v="622" actId="20577"/>
          <ac:spMkLst>
            <pc:docMk/>
            <pc:sldMk cId="1203359142" sldId="5122"/>
            <ac:spMk id="2" creationId="{35D511B8-A154-EF7B-8EC6-4FFD2210786C}"/>
          </ac:spMkLst>
        </pc:spChg>
        <pc:spChg chg="mod">
          <ac:chgData name="Trusina Šimon" userId="ad935c6b-ed6c-4293-bc4c-891c765e3afb" providerId="ADAL" clId="{DECEB6A9-4454-4C74-BCAA-0D58F8E31D6A}" dt="2025-09-29T10:55:24.644" v="647"/>
          <ac:spMkLst>
            <pc:docMk/>
            <pc:sldMk cId="1203359142" sldId="5122"/>
            <ac:spMk id="3" creationId="{84ED0491-E59C-D6AE-1BB2-CE65B8319EDC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>
            <a:extLst>
              <a:ext uri="{FF2B5EF4-FFF2-40B4-BE49-F238E27FC236}">
                <a16:creationId xmlns:a16="http://schemas.microsoft.com/office/drawing/2014/main" id="{677F3180-6454-D06F-2DEF-49EE0BEB5EB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 dirty="0">
              <a:latin typeface="Arial" panose="020B0604020202020204" pitchFamily="34" charset="0"/>
            </a:endParaRP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AD88EF6F-01B2-0033-AE8F-10410DC6830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930CE7-49B6-2348-A198-C8ECA96104F1}" type="datetimeFigureOut">
              <a:rPr lang="cs-CZ" smtClean="0">
                <a:latin typeface="Arial" panose="020B0604020202020204" pitchFamily="34" charset="0"/>
              </a:rPr>
              <a:t>29.09.2025</a:t>
            </a:fld>
            <a:endParaRPr lang="cs-CZ" dirty="0">
              <a:latin typeface="Arial" panose="020B0604020202020204" pitchFamily="34" charset="0"/>
            </a:endParaRPr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FEE608C9-DF7C-4B64-E76C-79893263F72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 dirty="0">
              <a:latin typeface="Arial" panose="020B0604020202020204" pitchFamily="34" charset="0"/>
            </a:endParaRP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2E4A1CC3-B6D7-20BE-943D-6320EEDC3E5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716F0C-904B-8247-A83D-0A9BE4737B82}" type="slidenum">
              <a:rPr lang="cs-CZ" smtClean="0">
                <a:latin typeface="Arial" panose="020B0604020202020204" pitchFamily="34" charset="0"/>
              </a:rPr>
              <a:t>‹#›</a:t>
            </a:fld>
            <a:endParaRPr lang="cs-CZ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02675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cs-CZ" dirty="0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78294C76-7D04-154A-AFCD-C18C5C95436B}" type="datetimeFigureOut">
              <a:rPr lang="cs-CZ" smtClean="0"/>
              <a:pPr/>
              <a:t>29.09.2025</a:t>
            </a:fld>
            <a:endParaRPr lang="cs-CZ" dirty="0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 dirty="0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 dirty="0"/>
              <a:t>Po kliknutí můžete upravovat styly textu v předloze.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cs-CZ" dirty="0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13298459-D76B-9E41-AFDF-7399883A9B6A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3508843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sv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_ 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rázek 7">
            <a:extLst>
              <a:ext uri="{FF2B5EF4-FFF2-40B4-BE49-F238E27FC236}">
                <a16:creationId xmlns:a16="http://schemas.microsoft.com/office/drawing/2014/main" id="{9C03E269-9E23-3850-18B9-BFED7015B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F252827B-6D38-B322-CA78-ACCC78D15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432000"/>
            <a:ext cx="11113200" cy="1848268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B2F989C5-DFF7-0DB9-5730-9664254731E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0"/>
          </p:nvPr>
        </p:nvSpPr>
        <p:spPr>
          <a:xfrm>
            <a:off x="3125786" y="6325354"/>
            <a:ext cx="5940428" cy="365125"/>
          </a:xfrm>
        </p:spPr>
        <p:txBody>
          <a:bodyPr/>
          <a:lstStyle>
            <a:lvl1pPr algn="ctr">
              <a:defRPr/>
            </a:lvl1pPr>
          </a:lstStyle>
          <a:p>
            <a:r>
              <a:rPr lang="cs-CZ" dirty="0">
                <a:solidFill>
                  <a:schemeClr val="accent3"/>
                </a:solidFill>
              </a:rPr>
              <a:t>DIA.</a:t>
            </a:r>
            <a:r>
              <a:rPr lang="cs-CZ" dirty="0"/>
              <a:t>GOV.CZ</a:t>
            </a:r>
          </a:p>
        </p:txBody>
      </p:sp>
      <p:sp>
        <p:nvSpPr>
          <p:cNvPr id="5" name="Podnadpis 2">
            <a:extLst>
              <a:ext uri="{FF2B5EF4-FFF2-40B4-BE49-F238E27FC236}">
                <a16:creationId xmlns:a16="http://schemas.microsoft.com/office/drawing/2014/main" id="{32D06495-DF38-EC48-1509-9F59192315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9999" y="3265199"/>
            <a:ext cx="11113200" cy="1173600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  <a:defRPr sz="3200" cap="all" baseline="0">
                <a:solidFill>
                  <a:srgbClr val="2E2D2C"/>
                </a:solidFill>
                <a:latin typeface="Azeret Mono" pitchFamily="2" charset="0"/>
                <a:cs typeface="Azeret Mono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  <a:endParaRPr lang="cs-CZ" dirty="0"/>
          </a:p>
        </p:txBody>
      </p:sp>
      <p:pic>
        <p:nvPicPr>
          <p:cNvPr id="9" name="Grafický objekt 8">
            <a:extLst>
              <a:ext uri="{FF2B5EF4-FFF2-40B4-BE49-F238E27FC236}">
                <a16:creationId xmlns:a16="http://schemas.microsoft.com/office/drawing/2014/main" id="{3F45B2B3-EA87-06E1-C21A-D472874DC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0000" y="5841718"/>
            <a:ext cx="1738990" cy="776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0127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IA_ Nadpis a text bez odráž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1186AEB-B221-5DA8-141B-DD533399E7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432000"/>
            <a:ext cx="11113200" cy="1296000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accent1"/>
                </a:solidFill>
              </a:defRPr>
            </a:lvl1pPr>
          </a:lstStyle>
          <a:p>
            <a:r>
              <a:rPr lang="cs-CZ" dirty="0"/>
              <a:t>nadpis_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EEB6F58-E8AC-B8D5-83C8-1BCA620487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00" y="1825200"/>
            <a:ext cx="11113200" cy="4144869"/>
          </a:xfrm>
        </p:spPr>
        <p:txBody>
          <a:bodyPr/>
          <a:lstStyle>
            <a:lvl1pPr marL="0" indent="0">
              <a:lnSpc>
                <a:spcPct val="120000"/>
              </a:lnSpc>
              <a:buNone/>
              <a:defRPr/>
            </a:lvl1pPr>
            <a:lvl2pPr marL="288000" indent="0">
              <a:lnSpc>
                <a:spcPct val="120000"/>
              </a:lnSpc>
              <a:buNone/>
              <a:defRPr/>
            </a:lvl2pPr>
            <a:lvl3pPr marL="576000" indent="0">
              <a:lnSpc>
                <a:spcPct val="120000"/>
              </a:lnSpc>
              <a:buNone/>
              <a:defRPr/>
            </a:lvl3pPr>
            <a:lvl4pPr marL="576000" indent="0">
              <a:lnSpc>
                <a:spcPct val="120000"/>
              </a:lnSpc>
              <a:buNone/>
              <a:defRPr/>
            </a:lvl4pPr>
            <a:lvl5pPr marL="576000" indent="0">
              <a:lnSpc>
                <a:spcPct val="120000"/>
              </a:lnSpc>
              <a:buNone/>
              <a:defRPr/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6784B13E-951A-0E2A-4D1D-C060ED01C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  <a:endParaRPr lang="cs-CZ" dirty="0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8D88A8B-347F-2B19-9AC1-545887309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052540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IA_ Nadpis a text s odrážkam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">
            <a:extLst>
              <a:ext uri="{FF2B5EF4-FFF2-40B4-BE49-F238E27FC236}">
                <a16:creationId xmlns:a16="http://schemas.microsoft.com/office/drawing/2014/main" id="{01186AEB-B221-5DA8-141B-DD533399E7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431999"/>
            <a:ext cx="11113200" cy="1296000"/>
          </a:xfrm>
        </p:spPr>
        <p:txBody>
          <a:bodyPr lIns="0" tIns="0" rIns="0" bIns="0" anchor="t" anchorCtr="0"/>
          <a:lstStyle>
            <a:lvl1pPr>
              <a:lnSpc>
                <a:spcPct val="100000"/>
              </a:lnSpc>
              <a:defRPr>
                <a:solidFill>
                  <a:schemeClr val="accent1"/>
                </a:solidFill>
              </a:defRPr>
            </a:lvl1pPr>
          </a:lstStyle>
          <a:p>
            <a:r>
              <a:rPr lang="cs-CZ" dirty="0"/>
              <a:t>nadpis_</a:t>
            </a:r>
          </a:p>
        </p:txBody>
      </p:sp>
      <p:sp>
        <p:nvSpPr>
          <p:cNvPr id="3" name="Obsah">
            <a:extLst>
              <a:ext uri="{FF2B5EF4-FFF2-40B4-BE49-F238E27FC236}">
                <a16:creationId xmlns:a16="http://schemas.microsoft.com/office/drawing/2014/main" id="{AEEB6F58-E8AC-B8D5-83C8-1BCA620487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00" y="1825625"/>
            <a:ext cx="11113200" cy="4144869"/>
          </a:xfrm>
        </p:spPr>
        <p:txBody>
          <a:bodyPr lIns="0" tIns="0" rIns="0" bIns="0" anchor="t" anchorCtr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6784B13E-951A-0E2A-4D1D-C060ED01C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  <a:endParaRPr lang="cs-CZ" dirty="0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8D88A8B-347F-2B19-9AC1-545887309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210684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IA_ Nadpis, podtitulek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1186AEB-B221-5DA8-141B-DD533399E7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431999"/>
            <a:ext cx="11113200" cy="576000"/>
          </a:xfrm>
        </p:spPr>
        <p:txBody>
          <a:bodyPr lIns="0" tIns="0" rIns="0" bIns="0" anchor="t" anchorCtr="0"/>
          <a:lstStyle>
            <a:lvl1pPr>
              <a:lnSpc>
                <a:spcPct val="100000"/>
              </a:lnSpc>
              <a:defRPr>
                <a:solidFill>
                  <a:schemeClr val="accent1"/>
                </a:solidFill>
              </a:defRPr>
            </a:lvl1pPr>
          </a:lstStyle>
          <a:p>
            <a:r>
              <a:rPr lang="cs-CZ" dirty="0"/>
              <a:t>nadpis_</a:t>
            </a:r>
          </a:p>
        </p:txBody>
      </p:sp>
      <p:sp>
        <p:nvSpPr>
          <p:cNvPr id="3" name="Obsah">
            <a:extLst>
              <a:ext uri="{FF2B5EF4-FFF2-40B4-BE49-F238E27FC236}">
                <a16:creationId xmlns:a16="http://schemas.microsoft.com/office/drawing/2014/main" id="{AEEB6F58-E8AC-B8D5-83C8-1BCA620487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00" y="1825625"/>
            <a:ext cx="11113200" cy="4144869"/>
          </a:xfrm>
        </p:spPr>
        <p:txBody>
          <a:bodyPr lIns="0" tIns="0" rIns="0" bIns="0" anchor="t" anchorCtr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6784B13E-951A-0E2A-4D1D-C060ED01C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  <a:endParaRPr lang="cs-CZ" dirty="0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8D88A8B-347F-2B19-9AC1-545887309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  <p:sp>
        <p:nvSpPr>
          <p:cNvPr id="4" name="Podnadpis">
            <a:extLst>
              <a:ext uri="{FF2B5EF4-FFF2-40B4-BE49-F238E27FC236}">
                <a16:creationId xmlns:a16="http://schemas.microsoft.com/office/drawing/2014/main" id="{84F93504-89B1-112D-FF63-11139C2036DE}"/>
              </a:ext>
            </a:extLst>
          </p:cNvPr>
          <p:cNvSpPr txBox="1">
            <a:spLocks/>
          </p:cNvSpPr>
          <p:nvPr userDrawn="1"/>
        </p:nvSpPr>
        <p:spPr>
          <a:xfrm>
            <a:off x="540000" y="1282799"/>
            <a:ext cx="11113200" cy="451517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0" i="0" kern="1200" cap="all" baseline="0">
                <a:solidFill>
                  <a:schemeClr val="accent1"/>
                </a:solidFill>
                <a:latin typeface="Azeret Mono Medium" pitchFamily="2" charset="0"/>
                <a:ea typeface="+mj-ea"/>
                <a:cs typeface="+mj-cs"/>
              </a:defRPr>
            </a:lvl1pPr>
          </a:lstStyle>
          <a:p>
            <a:endParaRPr lang="cs-CZ" sz="1800" dirty="0">
              <a:solidFill>
                <a:srgbClr val="2E2D2C"/>
              </a:solidFill>
            </a:endParaRPr>
          </a:p>
        </p:txBody>
      </p:sp>
      <p:sp>
        <p:nvSpPr>
          <p:cNvPr id="8" name="Obsah">
            <a:extLst>
              <a:ext uri="{FF2B5EF4-FFF2-40B4-BE49-F238E27FC236}">
                <a16:creationId xmlns:a16="http://schemas.microsoft.com/office/drawing/2014/main" id="{2A58A94E-2737-0B65-DC6C-F1223EB65FE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538800" y="1080000"/>
            <a:ext cx="11113200" cy="440837"/>
          </a:xfrm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cap="all" baseline="0">
                <a:latin typeface="Azeret Mono" pitchFamily="2" charset="0"/>
                <a:cs typeface="Azeret Mono" pitchFamily="2" charset="0"/>
              </a:defRPr>
            </a:lvl1pPr>
            <a:lvl2pPr marL="216000" indent="0">
              <a:buNone/>
              <a:defRPr cap="all" baseline="0">
                <a:latin typeface="Azeret Mono" pitchFamily="2" charset="0"/>
                <a:cs typeface="Azeret Mono" pitchFamily="2" charset="0"/>
              </a:defRPr>
            </a:lvl2pPr>
            <a:lvl3pPr marL="432000" indent="0">
              <a:buNone/>
              <a:defRPr cap="all" baseline="0">
                <a:latin typeface="Azeret Mono" pitchFamily="2" charset="0"/>
                <a:cs typeface="Azeret Mono" pitchFamily="2" charset="0"/>
              </a:defRPr>
            </a:lvl3pPr>
            <a:lvl4pPr marL="432000" indent="0">
              <a:buNone/>
              <a:defRPr cap="all" baseline="0">
                <a:latin typeface="Azeret Mono" pitchFamily="2" charset="0"/>
                <a:cs typeface="Azeret Mono" pitchFamily="2" charset="0"/>
              </a:defRPr>
            </a:lvl4pPr>
            <a:lvl5pPr marL="432000" indent="0">
              <a:buNone/>
              <a:defRPr cap="all" baseline="0">
                <a:latin typeface="Azeret Mono" pitchFamily="2" charset="0"/>
                <a:cs typeface="Azeret Mono" pitchFamily="2" charset="0"/>
              </a:defRPr>
            </a:lvl5pPr>
          </a:lstStyle>
          <a:p>
            <a:pPr lvl="0"/>
            <a:r>
              <a:rPr lang="cs-CZ" dirty="0"/>
              <a:t>PODTITULEK</a:t>
            </a:r>
          </a:p>
        </p:txBody>
      </p:sp>
    </p:spTree>
    <p:extLst>
      <p:ext uri="{BB962C8B-B14F-4D97-AF65-F5344CB8AC3E}">
        <p14:creationId xmlns:p14="http://schemas.microsoft.com/office/powerpoint/2010/main" val="40478094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_ Předělová stra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rázek 6">
            <a:extLst>
              <a:ext uri="{FF2B5EF4-FFF2-40B4-BE49-F238E27FC236}">
                <a16:creationId xmlns:a16="http://schemas.microsoft.com/office/drawing/2014/main" id="{60BC63B7-C438-CDCA-2E62-A019E80EF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22EFDAF7-49CF-94EF-AE6B-E3C8DF539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795600"/>
            <a:ext cx="11113200" cy="2358000"/>
          </a:xfrm>
        </p:spPr>
        <p:txBody>
          <a:bodyPr lIns="0" tIns="0" rIns="0" bIns="0" anchor="b">
            <a:normAutofit/>
          </a:bodyPr>
          <a:lstStyle>
            <a:lvl1pPr>
              <a:lnSpc>
                <a:spcPct val="100000"/>
              </a:lnSpc>
              <a:defRPr sz="4800" cap="all" baseline="0">
                <a:solidFill>
                  <a:schemeClr val="accent3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pic>
        <p:nvPicPr>
          <p:cNvPr id="3" name="Grafický objekt 2">
            <a:extLst>
              <a:ext uri="{FF2B5EF4-FFF2-40B4-BE49-F238E27FC236}">
                <a16:creationId xmlns:a16="http://schemas.microsoft.com/office/drawing/2014/main" id="{491657B4-57AA-E6DE-504E-12F9C64775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0000" y="6022975"/>
            <a:ext cx="1335204" cy="595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0449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_ Předělová strana s text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Obrázek 21">
            <a:extLst>
              <a:ext uri="{FF2B5EF4-FFF2-40B4-BE49-F238E27FC236}">
                <a16:creationId xmlns:a16="http://schemas.microsoft.com/office/drawing/2014/main" id="{F230C951-7D24-FA60-D1D6-04D9E8B433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29A81E2B-67BE-411E-069A-D11A709D2A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0000" y="796500"/>
            <a:ext cx="11113200" cy="2358000"/>
          </a:xfrm>
        </p:spPr>
        <p:txBody>
          <a:bodyPr lIns="0" tIns="0" rIns="0" bIns="0" anchor="b">
            <a:normAutofit/>
          </a:bodyPr>
          <a:lstStyle>
            <a:lvl1pPr algn="l">
              <a:lnSpc>
                <a:spcPct val="100000"/>
              </a:lnSpc>
              <a:defRPr sz="4800" cap="all" baseline="0">
                <a:solidFill>
                  <a:srgbClr val="2E2D2C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916E2C77-4E80-5FA4-572E-5684CCBD04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9999" y="3427200"/>
            <a:ext cx="11113200" cy="2358000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rgbClr val="2E2D2C"/>
                </a:solidFill>
                <a:latin typeface="Azeret Mono" pitchFamily="2" charset="0"/>
                <a:cs typeface="Azeret Mono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  <a:endParaRPr lang="cs-CZ" dirty="0"/>
          </a:p>
        </p:txBody>
      </p:sp>
      <p:pic>
        <p:nvPicPr>
          <p:cNvPr id="23" name="Grafický objekt 22">
            <a:extLst>
              <a:ext uri="{FF2B5EF4-FFF2-40B4-BE49-F238E27FC236}">
                <a16:creationId xmlns:a16="http://schemas.microsoft.com/office/drawing/2014/main" id="{173ABE62-4F91-DAF7-8357-C88BCA2897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0000" y="6022975"/>
            <a:ext cx="1335204" cy="595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69913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_ Předělová strana s textem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Obrázek 21">
            <a:extLst>
              <a:ext uri="{FF2B5EF4-FFF2-40B4-BE49-F238E27FC236}">
                <a16:creationId xmlns:a16="http://schemas.microsoft.com/office/drawing/2014/main" id="{F230C951-7D24-FA60-D1D6-04D9E8B433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29A81E2B-67BE-411E-069A-D11A709D2A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0000" y="796500"/>
            <a:ext cx="11113200" cy="2356860"/>
          </a:xfrm>
        </p:spPr>
        <p:txBody>
          <a:bodyPr lIns="0" tIns="0" rIns="0" bIns="0" anchor="b">
            <a:normAutofit/>
          </a:bodyPr>
          <a:lstStyle>
            <a:lvl1pPr algn="l">
              <a:lnSpc>
                <a:spcPct val="100000"/>
              </a:lnSpc>
              <a:defRPr sz="4800" cap="all" baseline="0">
                <a:solidFill>
                  <a:srgbClr val="2E2D2C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916E2C77-4E80-5FA4-572E-5684CCBD04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9999" y="3427200"/>
            <a:ext cx="11113200" cy="2356860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ct val="100000"/>
              </a:lnSpc>
              <a:buNone/>
              <a:defRPr sz="2400" baseline="0">
                <a:solidFill>
                  <a:srgbClr val="2E2D2C"/>
                </a:solidFill>
                <a:latin typeface="Arial" panose="020B0604020202020204" pitchFamily="34" charset="0"/>
                <a:cs typeface="Azeret Mono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  <a:endParaRPr lang="cs-CZ" dirty="0"/>
          </a:p>
        </p:txBody>
      </p:sp>
      <p:pic>
        <p:nvPicPr>
          <p:cNvPr id="23" name="Grafický objekt 22">
            <a:extLst>
              <a:ext uri="{FF2B5EF4-FFF2-40B4-BE49-F238E27FC236}">
                <a16:creationId xmlns:a16="http://schemas.microsoft.com/office/drawing/2014/main" id="{173ABE62-4F91-DAF7-8357-C88BCA2897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0000" y="6022975"/>
            <a:ext cx="1335204" cy="595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9372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_ Závěřečná stra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>
            <a:extLst>
              <a:ext uri="{FF2B5EF4-FFF2-40B4-BE49-F238E27FC236}">
                <a16:creationId xmlns:a16="http://schemas.microsoft.com/office/drawing/2014/main" id="{793909D7-0D07-E27F-07C9-DD6B9CEF6D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Grafický objekt 5">
            <a:extLst>
              <a:ext uri="{FF2B5EF4-FFF2-40B4-BE49-F238E27FC236}">
                <a16:creationId xmlns:a16="http://schemas.microsoft.com/office/drawing/2014/main" id="{84DC879B-3803-3314-33B3-F397843C0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5275" y="6022973"/>
            <a:ext cx="1335205" cy="595851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F252827B-6D38-B322-CA78-ACCC78D15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432000"/>
            <a:ext cx="11113200" cy="842836"/>
          </a:xfrm>
        </p:spPr>
        <p:txBody>
          <a:bodyPr lIns="0" tIns="0" rIns="0" bIns="0" anchor="t">
            <a:no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B2F989C5-DFF7-0DB9-5730-9664254731E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125786" y="6325354"/>
            <a:ext cx="5940428" cy="365125"/>
          </a:xfrm>
        </p:spPr>
        <p:txBody>
          <a:bodyPr/>
          <a:lstStyle>
            <a:lvl1pPr algn="ctr">
              <a:defRPr>
                <a:solidFill>
                  <a:schemeClr val="accent6"/>
                </a:solidFill>
              </a:defRPr>
            </a:lvl1pPr>
          </a:lstStyle>
          <a:p>
            <a:r>
              <a:rPr lang="cs-CZ" dirty="0">
                <a:solidFill>
                  <a:schemeClr val="bg1"/>
                </a:solidFill>
              </a:rPr>
              <a:t>DIA.</a:t>
            </a:r>
            <a:r>
              <a:rPr lang="cs-CZ" dirty="0">
                <a:solidFill>
                  <a:srgbClr val="46AD48"/>
                </a:solidFill>
              </a:rPr>
              <a:t>GOV.CZ</a:t>
            </a:r>
          </a:p>
        </p:txBody>
      </p:sp>
      <p:sp>
        <p:nvSpPr>
          <p:cNvPr id="5" name="Podnadpis 2">
            <a:extLst>
              <a:ext uri="{FF2B5EF4-FFF2-40B4-BE49-F238E27FC236}">
                <a16:creationId xmlns:a16="http://schemas.microsoft.com/office/drawing/2014/main" id="{32D06495-DF38-EC48-1509-9F59192315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0000" y="1331718"/>
            <a:ext cx="11113200" cy="842836"/>
          </a:xfrm>
        </p:spPr>
        <p:txBody>
          <a:bodyPr lIns="0" tIns="0" rIns="0" bIns="0"/>
          <a:lstStyle>
            <a:lvl1pPr marL="0" indent="0" algn="l">
              <a:lnSpc>
                <a:spcPct val="90000"/>
              </a:lnSpc>
              <a:buNone/>
              <a:defRPr sz="2400" cap="all" baseline="0">
                <a:solidFill>
                  <a:srgbClr val="46AD48"/>
                </a:solidFill>
                <a:latin typeface="Azeret Mono" pitchFamily="2" charset="0"/>
                <a:cs typeface="Azeret Mono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  <a:endParaRPr lang="cs-CZ" dirty="0"/>
          </a:p>
        </p:txBody>
      </p:sp>
      <p:sp>
        <p:nvSpPr>
          <p:cNvPr id="10" name="Zástupný text 9">
            <a:extLst>
              <a:ext uri="{FF2B5EF4-FFF2-40B4-BE49-F238E27FC236}">
                <a16:creationId xmlns:a16="http://schemas.microsoft.com/office/drawing/2014/main" id="{9ADB2BA1-71A5-16B6-971F-2496046E6D2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0000" y="3960000"/>
            <a:ext cx="11113200" cy="1864216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  <a:lvl2pPr marL="320675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2pPr>
            <a:lvl3pPr marL="542925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3pPr>
            <a:lvl4pPr marL="542925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4pPr>
            <a:lvl5pPr marL="542925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6998883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IA_ 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7F529A9-D500-1273-5E49-F07E56646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431387"/>
            <a:ext cx="11113200" cy="612000"/>
          </a:xfrm>
        </p:spPr>
        <p:txBody>
          <a:bodyPr>
            <a:normAutofit/>
          </a:bodyPr>
          <a:lstStyle>
            <a:lvl1pPr>
              <a:defRPr sz="3600" cap="all" baseline="0"/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857697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IA_ Prázdná stra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A6496385-261F-8D4B-E9CF-F0148C104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cs-CZ" dirty="0">
                <a:solidFill>
                  <a:schemeClr val="accent3"/>
                </a:solidFill>
              </a:rPr>
              <a:t>DIA.</a:t>
            </a:r>
            <a:r>
              <a:rPr lang="cs-CZ" dirty="0"/>
              <a:t>GOV.CZ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CF9D07E3-ACC6-DFAC-43E1-F355DCF86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94787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IA_ Dva sloup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E94D143-8F3D-7015-869D-24BACD2017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dirty="0"/>
              <a:t>Nadpis_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70F0E4D-B07F-A91F-6D23-BB741C3A62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0000" y="1825626"/>
            <a:ext cx="5400000" cy="40465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E1DEEC92-3FFF-31D7-057C-36986C9949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3200" y="1825626"/>
            <a:ext cx="5400000" cy="404640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4BCAED4E-EC91-2343-055B-D8D30DD52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cs-CZ" dirty="0">
                <a:solidFill>
                  <a:schemeClr val="accent3"/>
                </a:solidFill>
              </a:rPr>
              <a:t>DIA.</a:t>
            </a:r>
            <a:r>
              <a:rPr lang="cs-CZ" dirty="0"/>
              <a:t>GOV.CZ</a:t>
            </a:r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D2C8A6DD-1BCF-B72C-C945-AC74F3AF4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455559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IA_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E94D143-8F3D-7015-869D-24BACD201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432000"/>
            <a:ext cx="11113200" cy="759462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70F0E4D-B07F-A91F-6D23-BB741C3A62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0000" y="1620000"/>
            <a:ext cx="5400000" cy="4046538"/>
          </a:xfrm>
        </p:spPr>
        <p:txBody>
          <a:bodyPr>
            <a:normAutofit/>
          </a:bodyPr>
          <a:lstStyle>
            <a:lvl1pPr>
              <a:defRPr sz="2400">
                <a:latin typeface="Azeret Mono" pitchFamily="2" charset="0"/>
                <a:cs typeface="Azeret Mono" pitchFamily="2" charset="0"/>
              </a:defRPr>
            </a:lvl1pPr>
            <a:lvl2pPr>
              <a:defRPr sz="2400">
                <a:latin typeface="Azeret Mono" pitchFamily="2" charset="0"/>
                <a:cs typeface="Azeret Mono" pitchFamily="2" charset="0"/>
              </a:defRPr>
            </a:lvl2pPr>
            <a:lvl3pPr>
              <a:defRPr sz="2400">
                <a:latin typeface="Azeret Mono" pitchFamily="2" charset="0"/>
                <a:cs typeface="Azeret Mono" pitchFamily="2" charset="0"/>
              </a:defRPr>
            </a:lvl3pPr>
            <a:lvl4pPr>
              <a:defRPr sz="2400">
                <a:latin typeface="Azeret Mono" pitchFamily="2" charset="0"/>
                <a:cs typeface="Azeret Mono" pitchFamily="2" charset="0"/>
              </a:defRPr>
            </a:lvl4pPr>
            <a:lvl5pPr>
              <a:defRPr sz="2400">
                <a:latin typeface="Azeret Mono" pitchFamily="2" charset="0"/>
                <a:cs typeface="Azeret Mono" pitchFamily="2" charset="0"/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E1DEEC92-3FFF-31D7-057C-36986C9949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3200" y="1620000"/>
            <a:ext cx="5400000" cy="4046400"/>
          </a:xfrm>
        </p:spPr>
        <p:txBody>
          <a:bodyPr>
            <a:normAutofit/>
          </a:bodyPr>
          <a:lstStyle>
            <a:lvl1pPr>
              <a:defRPr sz="2400">
                <a:latin typeface="Azeret Mono" pitchFamily="2" charset="0"/>
                <a:cs typeface="Azeret Mono" pitchFamily="2" charset="0"/>
              </a:defRPr>
            </a:lvl1pPr>
            <a:lvl2pPr>
              <a:defRPr sz="2400">
                <a:latin typeface="Azeret Mono" pitchFamily="2" charset="0"/>
                <a:cs typeface="Azeret Mono" pitchFamily="2" charset="0"/>
              </a:defRPr>
            </a:lvl2pPr>
            <a:lvl3pPr>
              <a:defRPr sz="2400">
                <a:latin typeface="Azeret Mono" pitchFamily="2" charset="0"/>
                <a:cs typeface="Azeret Mono" pitchFamily="2" charset="0"/>
              </a:defRPr>
            </a:lvl3pPr>
            <a:lvl4pPr>
              <a:defRPr sz="2400">
                <a:latin typeface="Azeret Mono" pitchFamily="2" charset="0"/>
                <a:cs typeface="Azeret Mono" pitchFamily="2" charset="0"/>
              </a:defRPr>
            </a:lvl4pPr>
            <a:lvl5pPr>
              <a:defRPr sz="2400">
                <a:latin typeface="Azeret Mono" pitchFamily="2" charset="0"/>
                <a:cs typeface="Azeret Mono" pitchFamily="2" charset="0"/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4BCAED4E-EC91-2343-055B-D8D30DD52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cs-CZ" dirty="0">
                <a:solidFill>
                  <a:schemeClr val="accent3"/>
                </a:solidFill>
              </a:rPr>
              <a:t>DIA.</a:t>
            </a:r>
            <a:r>
              <a:rPr lang="cs-CZ" dirty="0"/>
              <a:t>GOV.CZ</a:t>
            </a:r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D2C8A6DD-1BCF-B72C-C945-AC74F3AF4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469911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_ 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DA87CE5-202F-F305-6033-A1C780FB8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432001"/>
            <a:ext cx="11113200" cy="576000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3CD74EB8-DF24-B230-6993-5AE3FD5EE0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0000" y="1080000"/>
            <a:ext cx="11113200" cy="823912"/>
          </a:xfrm>
        </p:spPr>
        <p:txBody>
          <a:bodyPr anchor="t">
            <a:normAutofit/>
          </a:bodyPr>
          <a:lstStyle>
            <a:lvl1pPr marL="0" indent="0">
              <a:buNone/>
              <a:defRPr sz="1800" b="0" i="0" cap="all" baseline="0">
                <a:latin typeface="Azeret Mono" pitchFamily="2" charset="0"/>
                <a:cs typeface="Azeret Mono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D3E2051B-5DDA-7128-40E8-22CBF048CE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0000" y="1980000"/>
            <a:ext cx="5400000" cy="396000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9119B41F-E350-FA2E-1A56-8A8FEE745F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53200" y="1980000"/>
            <a:ext cx="5400000" cy="396000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4B2284D2-A8A0-60E6-6607-86CE530CE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cs-CZ" dirty="0">
                <a:solidFill>
                  <a:schemeClr val="accent3"/>
                </a:solidFill>
              </a:rPr>
              <a:t>DIA.</a:t>
            </a:r>
            <a:r>
              <a:rPr lang="cs-CZ" dirty="0"/>
              <a:t>GOV.CZ</a:t>
            </a:r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6618BC81-CB91-F26D-84A8-4AF8864BE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8924719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_ 3 sloup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DA87CE5-202F-F305-6033-A1C780FB8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432000"/>
            <a:ext cx="11113200" cy="576000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3CD74EB8-DF24-B230-6993-5AE3FD5EE0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0000" y="1080000"/>
            <a:ext cx="11113200" cy="823912"/>
          </a:xfrm>
        </p:spPr>
        <p:txBody>
          <a:bodyPr anchor="t">
            <a:normAutofit/>
          </a:bodyPr>
          <a:lstStyle>
            <a:lvl1pPr marL="0" indent="0">
              <a:buNone/>
              <a:defRPr sz="1800" b="0" i="0" cap="all" baseline="0">
                <a:latin typeface="Azeret Mono" pitchFamily="2" charset="0"/>
                <a:cs typeface="Azeret Mono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D3E2051B-5DDA-7128-40E8-22CBF048CE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0000" y="1980000"/>
            <a:ext cx="3518765" cy="396000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9119B41F-E350-FA2E-1A56-8A8FEE745F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338647" y="1980000"/>
            <a:ext cx="3514704" cy="396000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4B2284D2-A8A0-60E6-6607-86CE530CE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cs-CZ" dirty="0">
                <a:solidFill>
                  <a:schemeClr val="accent3"/>
                </a:solidFill>
              </a:rPr>
              <a:t>DIA.</a:t>
            </a:r>
            <a:r>
              <a:rPr lang="cs-CZ" dirty="0"/>
              <a:t>GOV.CZ</a:t>
            </a:r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6618BC81-CB91-F26D-84A8-4AF8864BE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  <p:sp>
        <p:nvSpPr>
          <p:cNvPr id="7" name="Zástupný obsah 5">
            <a:extLst>
              <a:ext uri="{FF2B5EF4-FFF2-40B4-BE49-F238E27FC236}">
                <a16:creationId xmlns:a16="http://schemas.microsoft.com/office/drawing/2014/main" id="{334DA0B0-CD8C-3E60-D93E-FA6C86C902A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136000" y="1980000"/>
            <a:ext cx="3514704" cy="396000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708882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DIA_ Text s odrážkami a mé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9FAD486-026F-F07F-0719-E63DC5038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457200"/>
            <a:ext cx="3932237" cy="160020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2A5B587-08F7-9284-D67E-2309FAF1A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7" y="457201"/>
            <a:ext cx="6569425" cy="5403850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defRPr sz="1800"/>
            </a:lvl1pPr>
            <a:lvl2pPr>
              <a:lnSpc>
                <a:spcPct val="120000"/>
              </a:lnSpc>
              <a:defRPr sz="1800"/>
            </a:lvl2pPr>
            <a:lvl3pPr>
              <a:lnSpc>
                <a:spcPct val="120000"/>
              </a:lnSpc>
              <a:defRPr sz="1800"/>
            </a:lvl3pPr>
            <a:lvl4pPr>
              <a:lnSpc>
                <a:spcPct val="120000"/>
              </a:lnSpc>
              <a:defRPr sz="1800"/>
            </a:lvl4pPr>
            <a:lvl5pPr>
              <a:lnSpc>
                <a:spcPct val="120000"/>
              </a:lnSpc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3E501A4A-DA79-C8F2-E5C5-28A03D7EE2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0000" y="2377440"/>
            <a:ext cx="3932237" cy="3491548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7D1631ED-DEF3-6A6D-32E8-2DCF679DF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cs-CZ" dirty="0">
                <a:solidFill>
                  <a:schemeClr val="accent3"/>
                </a:solidFill>
              </a:rPr>
              <a:t>DIA.</a:t>
            </a:r>
            <a:r>
              <a:rPr lang="cs-CZ" dirty="0"/>
              <a:t>GOV.CZ</a:t>
            </a:r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53461A86-1EBD-9C84-718F-87D77A971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875877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_ Text a mé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obrázku 2">
            <a:extLst>
              <a:ext uri="{FF2B5EF4-FFF2-40B4-BE49-F238E27FC236}">
                <a16:creationId xmlns:a16="http://schemas.microsoft.com/office/drawing/2014/main" id="{475E19F0-E25C-3988-D787-829F824E6E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7" y="457201"/>
            <a:ext cx="6569425" cy="5403850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cs-CZ"/>
              <a:t>Kliknutím na ikonu přidáte obrázek.</a:t>
            </a:r>
            <a:endParaRPr lang="cs-CZ" dirty="0"/>
          </a:p>
        </p:txBody>
      </p:sp>
      <p:sp>
        <p:nvSpPr>
          <p:cNvPr id="3" name="Zástupný symbol pro zápatí 5">
            <a:extLst>
              <a:ext uri="{FF2B5EF4-FFF2-40B4-BE49-F238E27FC236}">
                <a16:creationId xmlns:a16="http://schemas.microsoft.com/office/drawing/2014/main" id="{9F9E4587-C623-2EB1-6917-B73C5E402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05554" y="6325354"/>
            <a:ext cx="5380892" cy="365125"/>
          </a:xfrm>
        </p:spPr>
        <p:txBody>
          <a:bodyPr/>
          <a:lstStyle/>
          <a:p>
            <a:pPr algn="ctr"/>
            <a:r>
              <a:rPr lang="cs-CZ" dirty="0">
                <a:solidFill>
                  <a:schemeClr val="accent3"/>
                </a:solidFill>
              </a:rPr>
              <a:t>DIA.</a:t>
            </a:r>
            <a:r>
              <a:rPr lang="cs-CZ" dirty="0"/>
              <a:t>GOV.CZ</a:t>
            </a:r>
          </a:p>
        </p:txBody>
      </p:sp>
      <p:sp>
        <p:nvSpPr>
          <p:cNvPr id="4" name="Zástupný symbol pro číslo snímku 6">
            <a:extLst>
              <a:ext uri="{FF2B5EF4-FFF2-40B4-BE49-F238E27FC236}">
                <a16:creationId xmlns:a16="http://schemas.microsoft.com/office/drawing/2014/main" id="{44794EE0-21BB-601D-18A0-78895EC0E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31571" y="6325354"/>
            <a:ext cx="1921042" cy="365125"/>
          </a:xfrm>
        </p:spPr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  <p:sp>
        <p:nvSpPr>
          <p:cNvPr id="5" name="Nadpis 1">
            <a:extLst>
              <a:ext uri="{FF2B5EF4-FFF2-40B4-BE49-F238E27FC236}">
                <a16:creationId xmlns:a16="http://schemas.microsoft.com/office/drawing/2014/main" id="{9DB918A1-F9FA-ACE4-A10C-71B17E0A28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457200"/>
            <a:ext cx="3932237" cy="160020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10" name="Zástupný text 3">
            <a:extLst>
              <a:ext uri="{FF2B5EF4-FFF2-40B4-BE49-F238E27FC236}">
                <a16:creationId xmlns:a16="http://schemas.microsoft.com/office/drawing/2014/main" id="{C07424CD-CCAE-AD61-7550-8BE6149DD0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0000" y="2377440"/>
            <a:ext cx="3932237" cy="3491548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</p:spTree>
    <p:extLst>
      <p:ext uri="{BB962C8B-B14F-4D97-AF65-F5344CB8AC3E}">
        <p14:creationId xmlns:p14="http://schemas.microsoft.com/office/powerpoint/2010/main" val="13695186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_ Text a volný pros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35D165B9-8657-8AF6-AFCC-CB497BE67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cs-CZ" dirty="0">
                <a:solidFill>
                  <a:schemeClr val="accent3"/>
                </a:solidFill>
              </a:rPr>
              <a:t>DIA.</a:t>
            </a:r>
            <a:r>
              <a:rPr lang="cs-CZ" dirty="0"/>
              <a:t>GOV.CZ</a:t>
            </a:r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7441E40B-5C8A-83AA-5A88-1D8DCF5AB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  <p:sp>
        <p:nvSpPr>
          <p:cNvPr id="8" name="Nadpis 1">
            <a:extLst>
              <a:ext uri="{FF2B5EF4-FFF2-40B4-BE49-F238E27FC236}">
                <a16:creationId xmlns:a16="http://schemas.microsoft.com/office/drawing/2014/main" id="{857591AE-875D-DB42-8535-2A7829FA1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431999"/>
            <a:ext cx="11113200" cy="612000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9" name="Zástupný text 3">
            <a:extLst>
              <a:ext uri="{FF2B5EF4-FFF2-40B4-BE49-F238E27FC236}">
                <a16:creationId xmlns:a16="http://schemas.microsoft.com/office/drawing/2014/main" id="{AC6D30CE-5961-C3DF-5F10-695BBF5843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0000" y="1285462"/>
            <a:ext cx="3115556" cy="4583526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</p:spTree>
    <p:extLst>
      <p:ext uri="{BB962C8B-B14F-4D97-AF65-F5344CB8AC3E}">
        <p14:creationId xmlns:p14="http://schemas.microsoft.com/office/powerpoint/2010/main" val="335591595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A42293A-552E-86EF-639C-8B6F2380F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B3812289-740C-E50E-D6AE-E0D6DC97B1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DBF8881F-3F3A-6A05-6BFD-6C25A9B2E9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cs-CZ" dirty="0">
                <a:solidFill>
                  <a:schemeClr val="accent3"/>
                </a:solidFill>
              </a:rPr>
              <a:t>DIA.</a:t>
            </a:r>
            <a:r>
              <a:rPr lang="cs-CZ" dirty="0"/>
              <a:t>GOV.CZ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28E6E924-A96C-FB97-913A-EED484260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0097505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BBF89947-13F9-1BB0-576B-8A3B91EDFA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23713" y="432000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5BDFA057-2E82-D72A-31C2-4EC80D7B37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39387" y="432000"/>
            <a:ext cx="8531926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77E361D0-B494-0E13-7236-DAACD149C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cs-CZ" dirty="0">
                <a:solidFill>
                  <a:schemeClr val="accent3"/>
                </a:solidFill>
              </a:rPr>
              <a:t>DIA.</a:t>
            </a:r>
            <a:r>
              <a:rPr lang="cs-CZ" dirty="0"/>
              <a:t>GOV.CZ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0CF3F1E6-DE6A-3590-85F9-AC6DCD4AA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546481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jp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3.sv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">
            <a:extLst>
              <a:ext uri="{FF2B5EF4-FFF2-40B4-BE49-F238E27FC236}">
                <a16:creationId xmlns:a16="http://schemas.microsoft.com/office/drawing/2014/main" id="{DB8E4877-94CD-06BF-64E7-44B6ABB79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432000"/>
            <a:ext cx="11113200" cy="1234698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cs-CZ" dirty="0"/>
              <a:t>Nadpis_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095866B9-FF4B-FA8F-43D9-233B746C81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0000" y="1825625"/>
            <a:ext cx="11113200" cy="4144869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pPr lvl="0"/>
            <a:r>
              <a:rPr lang="cs-CZ" dirty="0"/>
              <a:t>Po kliknutí můžete upravovat styly textu v předloze.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5" name="Zápatí dia.gov.cz">
            <a:extLst>
              <a:ext uri="{FF2B5EF4-FFF2-40B4-BE49-F238E27FC236}">
                <a16:creationId xmlns:a16="http://schemas.microsoft.com/office/drawing/2014/main" id="{824AA539-D3C0-6E93-E74F-681DDD08A2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405554" y="6325354"/>
            <a:ext cx="5380892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 b="0" i="0">
                <a:solidFill>
                  <a:schemeClr val="accent1"/>
                </a:solidFill>
                <a:latin typeface="Azeret Mono" pitchFamily="2" charset="0"/>
                <a:cs typeface="Azeret Mono" pitchFamily="2" charset="0"/>
              </a:defRPr>
            </a:lvl1pPr>
          </a:lstStyle>
          <a:p>
            <a:pPr algn="ctr"/>
            <a:r>
              <a:rPr lang="cs-CZ" dirty="0">
                <a:solidFill>
                  <a:schemeClr val="accent3"/>
                </a:solidFill>
              </a:rPr>
              <a:t>DIA.</a:t>
            </a:r>
            <a:r>
              <a:rPr lang="cs-CZ" dirty="0"/>
              <a:t>GOV.CZ</a:t>
            </a:r>
          </a:p>
        </p:txBody>
      </p:sp>
      <p:sp>
        <p:nvSpPr>
          <p:cNvPr id="6" name="Číslo snímku">
            <a:extLst>
              <a:ext uri="{FF2B5EF4-FFF2-40B4-BE49-F238E27FC236}">
                <a16:creationId xmlns:a16="http://schemas.microsoft.com/office/drawing/2014/main" id="{6F5FBFCB-C39A-B440-936C-FA3E617E0B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831571" y="6325354"/>
            <a:ext cx="1921042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 b="0" i="0">
                <a:solidFill>
                  <a:schemeClr val="accent1"/>
                </a:solidFill>
                <a:latin typeface="Azeret Mono" pitchFamily="2" charset="0"/>
                <a:cs typeface="Azeret Mono" pitchFamily="2" charset="0"/>
              </a:defRPr>
            </a:lvl1pPr>
          </a:lstStyle>
          <a:p>
            <a:fld id="{F21F385E-1634-DB44-B85F-E63591247372}" type="slidenum">
              <a:rPr lang="cs-CZ" smtClean="0"/>
              <a:pPr/>
              <a:t>‹#›</a:t>
            </a:fld>
            <a:endParaRPr lang="cs-CZ" dirty="0"/>
          </a:p>
        </p:txBody>
      </p:sp>
      <p:pic>
        <p:nvPicPr>
          <p:cNvPr id="10" name="Logo Digitální a Informační agentura">
            <a:extLst>
              <a:ext uri="{FF2B5EF4-FFF2-40B4-BE49-F238E27FC236}">
                <a16:creationId xmlns:a16="http://schemas.microsoft.com/office/drawing/2014/main" id="{1391B34F-7EA5-7A87-B33E-6D1F2140BB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543299" y="6021421"/>
            <a:ext cx="1336305" cy="596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03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50" r:id="rId3"/>
    <p:sldLayoutId id="2147483671" r:id="rId4"/>
    <p:sldLayoutId id="2147483651" r:id="rId5"/>
    <p:sldLayoutId id="2147483649" r:id="rId6"/>
    <p:sldLayoutId id="2147483670" r:id="rId7"/>
    <p:sldLayoutId id="2147483663" r:id="rId8"/>
    <p:sldLayoutId id="2147483668" r:id="rId9"/>
    <p:sldLayoutId id="2147483655" r:id="rId10"/>
    <p:sldLayoutId id="2147483652" r:id="rId11"/>
    <p:sldLayoutId id="2147483669" r:id="rId12"/>
    <p:sldLayoutId id="2147483653" r:id="rId13"/>
    <p:sldLayoutId id="2147483664" r:id="rId14"/>
    <p:sldLayoutId id="2147483656" r:id="rId15"/>
    <p:sldLayoutId id="2147483667" r:id="rId16"/>
    <p:sldLayoutId id="2147483666" r:id="rId17"/>
    <p:sldLayoutId id="2147483658" r:id="rId18"/>
    <p:sldLayoutId id="2147483659" r:id="rId19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0" i="0" kern="1200" cap="all" baseline="0">
          <a:solidFill>
            <a:schemeClr val="accent1"/>
          </a:solidFill>
          <a:latin typeface="Azeret Mono Medium" pitchFamily="2" charset="0"/>
          <a:ea typeface="+mj-ea"/>
          <a:cs typeface="+mj-cs"/>
        </a:defRPr>
      </a:lvl1pPr>
    </p:titleStyle>
    <p:bodyStyle>
      <a:lvl1pPr marL="288000" indent="-288000" algn="l" defTabSz="914400" rtl="0" eaLnBrk="1" latinLnBrk="0" hangingPunct="1">
        <a:lnSpc>
          <a:spcPct val="120000"/>
        </a:lnSpc>
        <a:spcBef>
          <a:spcPts val="800"/>
        </a:spcBef>
        <a:spcAft>
          <a:spcPts val="400"/>
        </a:spcAft>
        <a:buClr>
          <a:schemeClr val="accent1"/>
        </a:buClr>
        <a:buFont typeface="Wingdings" pitchFamily="2" charset="2"/>
        <a:buChar char="§"/>
        <a:tabLst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76000" indent="-288000" algn="l" defTabSz="914400" rtl="0" eaLnBrk="1" latinLnBrk="0" hangingPunct="1">
        <a:lnSpc>
          <a:spcPct val="120000"/>
        </a:lnSpc>
        <a:spcBef>
          <a:spcPts val="800"/>
        </a:spcBef>
        <a:spcAft>
          <a:spcPts val="400"/>
        </a:spcAft>
        <a:buClr>
          <a:schemeClr val="accent1"/>
        </a:buClr>
        <a:buFont typeface="Wingdings" pitchFamily="2" charset="2"/>
        <a:buChar char="§"/>
        <a:tabLst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864000" indent="-288000" algn="l" defTabSz="914400" rtl="0" eaLnBrk="1" latinLnBrk="0" hangingPunct="1">
        <a:lnSpc>
          <a:spcPct val="120000"/>
        </a:lnSpc>
        <a:spcBef>
          <a:spcPts val="800"/>
        </a:spcBef>
        <a:spcAft>
          <a:spcPts val="400"/>
        </a:spcAft>
        <a:buClr>
          <a:srgbClr val="767676"/>
        </a:buClr>
        <a:buFont typeface="Wingdings" pitchFamily="2" charset="2"/>
        <a:buChar char="§"/>
        <a:tabLst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864000" indent="-288000" algn="l" defTabSz="914400" rtl="0" eaLnBrk="1" latinLnBrk="0" hangingPunct="1">
        <a:lnSpc>
          <a:spcPct val="120000"/>
        </a:lnSpc>
        <a:spcBef>
          <a:spcPts val="800"/>
        </a:spcBef>
        <a:spcAft>
          <a:spcPts val="400"/>
        </a:spcAft>
        <a:buClr>
          <a:srgbClr val="767676"/>
        </a:buClr>
        <a:buFont typeface="Wingdings" pitchFamily="2" charset="2"/>
        <a:buChar char="§"/>
        <a:tabLst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864000" indent="-288000" algn="l" defTabSz="914400" rtl="0" eaLnBrk="1" latinLnBrk="0" hangingPunct="1">
        <a:lnSpc>
          <a:spcPct val="120000"/>
        </a:lnSpc>
        <a:spcBef>
          <a:spcPts val="800"/>
        </a:spcBef>
        <a:spcAft>
          <a:spcPts val="400"/>
        </a:spcAft>
        <a:buClr>
          <a:srgbClr val="767676"/>
        </a:buClr>
        <a:buFont typeface="Wingdings" pitchFamily="2" charset="2"/>
        <a:buChar char="§"/>
        <a:tabLst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archi.gov.cz/reporty:katalog_sluzeb" TargetMode="External"/><Relationship Id="rId2" Type="http://schemas.openxmlformats.org/officeDocument/2006/relationships/hyperlink" Target="https://archi.gov.cz/reporty" TargetMode="Externa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archi.gov.cz/reporty:seznam_ovm_spuu" TargetMode="External"/><Relationship Id="rId5" Type="http://schemas.openxmlformats.org/officeDocument/2006/relationships/hyperlink" Target="https://archi.gov.cz/reporty:evidence_udaju_rpp" TargetMode="External"/><Relationship Id="rId4" Type="http://schemas.openxmlformats.org/officeDocument/2006/relationships/hyperlink" Target="https://archi.gov.cz/reporty:oznamena_opravneni_rpp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8B04F70-7456-297E-EB64-30FBF058B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cs-CZ" dirty="0"/>
              <a:t>Reporty a výstup dat RPP </a:t>
            </a:r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915842BD-64E8-E6D6-8222-0C2AA221E21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  <a:endParaRPr lang="cs-CZ" dirty="0"/>
          </a:p>
        </p:txBody>
      </p:sp>
      <p:sp>
        <p:nvSpPr>
          <p:cNvPr id="4" name="Podnadpis 3">
            <a:extLst>
              <a:ext uri="{FF2B5EF4-FFF2-40B4-BE49-F238E27FC236}">
                <a16:creationId xmlns:a16="http://schemas.microsoft.com/office/drawing/2014/main" id="{1EA4F850-D813-65D2-B13B-CFBE1FC8DA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9999" y="3061252"/>
            <a:ext cx="11113200" cy="1377547"/>
          </a:xfrm>
        </p:spPr>
        <p:txBody>
          <a:bodyPr>
            <a:normAutofit/>
          </a:bodyPr>
          <a:lstStyle/>
          <a:p>
            <a:r>
              <a:rPr lang="cs-CZ" sz="2400" dirty="0"/>
              <a:t>29.9.2025</a:t>
            </a:r>
          </a:p>
          <a:p>
            <a:endParaRPr lang="cs-CZ" sz="2400" dirty="0"/>
          </a:p>
          <a:p>
            <a:r>
              <a:rPr lang="cs-CZ" sz="2400" dirty="0"/>
              <a:t>Šimon Trusina</a:t>
            </a:r>
            <a:r>
              <a:rPr lang="cs-CZ" sz="2400" dirty="0">
                <a:solidFill>
                  <a:schemeClr val="accent1"/>
                </a:solidFill>
              </a:rPr>
              <a:t>_</a:t>
            </a:r>
          </a:p>
        </p:txBody>
      </p:sp>
    </p:spTree>
    <p:extLst>
      <p:ext uri="{BB962C8B-B14F-4D97-AF65-F5344CB8AC3E}">
        <p14:creationId xmlns:p14="http://schemas.microsoft.com/office/powerpoint/2010/main" val="24897973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AEEF895-7B60-C8A8-B9D7-EA8B109EC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Reporty nad daty z RPP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9E5299C-9050-4EFB-26B1-6AF89B7CE5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cs-CZ" dirty="0"/>
              <a:t>na stránce </a:t>
            </a:r>
            <a:r>
              <a:rPr lang="cs-CZ" dirty="0">
                <a:hlinkClick r:id="rId2"/>
              </a:rPr>
              <a:t>https://archi.gov.cz/reporty</a:t>
            </a:r>
            <a:r>
              <a:rPr lang="cs-CZ" dirty="0"/>
              <a:t> naleznete seznam existujících reportů:</a:t>
            </a:r>
          </a:p>
          <a:p>
            <a:pPr lvl="1"/>
            <a:r>
              <a:rPr lang="cs-CZ" dirty="0">
                <a:hlinkClick r:id="rId3" tooltip="reporty:katalog_sluzeb"/>
              </a:rPr>
              <a:t>Katalog služeb veřejné správy</a:t>
            </a:r>
            <a:endParaRPr lang="cs-CZ" dirty="0"/>
          </a:p>
          <a:p>
            <a:pPr lvl="2"/>
            <a:r>
              <a:rPr lang="cs-CZ" sz="1600" dirty="0"/>
              <a:t>pohled na data z katalogu služeb – evidence služeb (AIS RRP Působnostní) i popisy služeb (AIS Správa katalogů)</a:t>
            </a:r>
          </a:p>
          <a:p>
            <a:pPr lvl="1"/>
            <a:r>
              <a:rPr lang="cs-CZ" dirty="0">
                <a:hlinkClick r:id="rId4" tooltip="reporty:oznamena_opravneni_rpp"/>
              </a:rPr>
              <a:t>Oznámená oprávnění agend k údajům RPP</a:t>
            </a:r>
            <a:endParaRPr lang="cs-CZ" dirty="0"/>
          </a:p>
          <a:p>
            <a:pPr lvl="2"/>
            <a:r>
              <a:rPr lang="cs-CZ" sz="1600" dirty="0"/>
              <a:t>jaká oprávnění pro jaké činnostní role existují</a:t>
            </a:r>
          </a:p>
          <a:p>
            <a:pPr lvl="1"/>
            <a:r>
              <a:rPr lang="cs-CZ" dirty="0">
                <a:hlinkClick r:id="rId5" tooltip="reporty:evidence_udaju_rpp"/>
              </a:rPr>
              <a:t>Přehled evidovaných ISVS a údajů RPP</a:t>
            </a:r>
            <a:endParaRPr lang="cs-CZ" dirty="0"/>
          </a:p>
          <a:p>
            <a:pPr lvl="2"/>
            <a:r>
              <a:rPr lang="cs-CZ" sz="1600" dirty="0"/>
              <a:t>jaké údaje jsou v jakých agendách vedeny</a:t>
            </a:r>
          </a:p>
          <a:p>
            <a:pPr lvl="1"/>
            <a:r>
              <a:rPr lang="cs-CZ" dirty="0">
                <a:hlinkClick r:id="rId6" tooltip="reporty:seznam_ovm_spuu"/>
              </a:rPr>
              <a:t>Seznam OVM a SPUÚ včetně kategorií</a:t>
            </a:r>
            <a:endParaRPr lang="cs-CZ" dirty="0"/>
          </a:p>
          <a:p>
            <a:pPr lvl="2"/>
            <a:r>
              <a:rPr lang="cs-CZ" sz="1600" dirty="0"/>
              <a:t>jaké kategorie existují a jaká OVM obsahují</a:t>
            </a:r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7D908651-2C8C-B2B1-5339-0FA89B1FF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  <a:endParaRPr lang="cs-CZ" dirty="0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C4D00244-CDF1-6319-4C67-558D9BC8D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24088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36DDAA-4E57-CE41-3862-A3E6DBCAF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5D511B8-A154-EF7B-8EC6-4FFD22107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Na co si dát pozor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4ED0491-E59C-D6AE-1BB2-CE65B8319E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dirty="0"/>
              <a:t>na stránce je vždy datum aktualizace</a:t>
            </a:r>
          </a:p>
          <a:p>
            <a:r>
              <a:rPr lang="cs-CZ" dirty="0"/>
              <a:t>zobrazují se počty záznamů vyhovující zvolenému filtru</a:t>
            </a:r>
          </a:p>
          <a:p>
            <a:r>
              <a:rPr lang="cs-CZ" dirty="0"/>
              <a:t>vymazat filtry na stránce vymaže na dané záložce, k vymazání filtrů na všech záložkách slouží opětovné načtení stránky</a:t>
            </a:r>
          </a:p>
          <a:p>
            <a:r>
              <a:rPr lang="cs-CZ" dirty="0"/>
              <a:t>data nelze exportovat</a:t>
            </a:r>
          </a:p>
          <a:p>
            <a:endParaRPr lang="cs-CZ" dirty="0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5EC8C911-5E6D-AC82-4B1A-8AF8E10BC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  <a:endParaRPr lang="cs-CZ" dirty="0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18BD71CB-E900-E07F-D2BA-7A72563E3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033591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4D2D1CC-7476-6209-88F4-928ABB668D1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/>
              <a:t>Co vám chybí_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8AF7CDB2-B9F4-52B4-BE6C-B98F3BBA24E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953989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Nadpis 4">
            <a:extLst>
              <a:ext uri="{FF2B5EF4-FFF2-40B4-BE49-F238E27FC236}">
                <a16:creationId xmlns:a16="http://schemas.microsoft.com/office/drawing/2014/main" id="{38381D17-4ED9-E0DD-C6C8-5791AB6E8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Děkuji za pozornost_</a:t>
            </a:r>
          </a:p>
        </p:txBody>
      </p:sp>
      <p:sp>
        <p:nvSpPr>
          <p:cNvPr id="6" name="Podnadpis 5">
            <a:extLst>
              <a:ext uri="{FF2B5EF4-FFF2-40B4-BE49-F238E27FC236}">
                <a16:creationId xmlns:a16="http://schemas.microsoft.com/office/drawing/2014/main" id="{E39FB015-3C1B-978A-0D3B-EC9DF736DB3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cs-CZ" dirty="0"/>
              <a:t>Prostor pro vaše dotazy</a:t>
            </a:r>
          </a:p>
        </p:txBody>
      </p:sp>
      <p:sp>
        <p:nvSpPr>
          <p:cNvPr id="7" name="Zástupný text 6">
            <a:extLst>
              <a:ext uri="{FF2B5EF4-FFF2-40B4-BE49-F238E27FC236}">
                <a16:creationId xmlns:a16="http://schemas.microsoft.com/office/drawing/2014/main" id="{6D200979-162A-B5B5-F758-5BF89E7F9EC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cs-CZ" dirty="0"/>
              <a:t>Šimon Trusina</a:t>
            </a:r>
          </a:p>
          <a:p>
            <a:r>
              <a:rPr lang="cs-CZ" dirty="0"/>
              <a:t>simon.trusina@dia.gov.cz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505156505"/>
      </p:ext>
    </p:extLst>
  </p:cSld>
  <p:clrMapOvr>
    <a:masterClrMapping/>
  </p:clrMapOvr>
</p:sld>
</file>

<file path=ppt/theme/theme1.xml><?xml version="1.0" encoding="utf-8"?>
<a:theme xmlns:a="http://schemas.openxmlformats.org/drawingml/2006/main" name="DIA_ nadpis a text s odrážkami">
  <a:themeElements>
    <a:clrScheme name="Vlastní 1">
      <a:dk1>
        <a:srgbClr val="000000"/>
      </a:dk1>
      <a:lt1>
        <a:srgbClr val="FFFFFF"/>
      </a:lt1>
      <a:dk2>
        <a:srgbClr val="2E2C2B"/>
      </a:dk2>
      <a:lt2>
        <a:srgbClr val="DCDCDC"/>
      </a:lt2>
      <a:accent1>
        <a:srgbClr val="368537"/>
      </a:accent1>
      <a:accent2>
        <a:srgbClr val="35398E"/>
      </a:accent2>
      <a:accent3>
        <a:srgbClr val="2E2C2B"/>
      </a:accent3>
      <a:accent4>
        <a:srgbClr val="BDBCBC"/>
      </a:accent4>
      <a:accent5>
        <a:srgbClr val="C52A3A"/>
      </a:accent5>
      <a:accent6>
        <a:srgbClr val="757575"/>
      </a:accent6>
      <a:hlink>
        <a:srgbClr val="45AC48"/>
      </a:hlink>
      <a:folHlink>
        <a:srgbClr val="35398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0" tIns="0" rIns="0" bIns="0" rtlCol="0" anchor="t" anchorCtr="0">
        <a:normAutofit/>
      </a:bodyPr>
      <a:lstStyle>
        <a:defPPr algn="l">
          <a:defRPr sz="1800" dirty="0" smtClean="0">
            <a:solidFill>
              <a:srgbClr val="2E2D2C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zentace3" id="{BE708AF8-05F3-634E-9F7B-2588D644F313}" vid="{8AE40BDA-163F-A14A-B1A0-4A4B9572C5E5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7636834349BDE4785976B8F50EC4529" ma:contentTypeVersion="10" ma:contentTypeDescription="Vytvoří nový dokument" ma:contentTypeScope="" ma:versionID="5a8836f82c890f03e1d404e0909913d7">
  <xsd:schema xmlns:xsd="http://www.w3.org/2001/XMLSchema" xmlns:xs="http://www.w3.org/2001/XMLSchema" xmlns:p="http://schemas.microsoft.com/office/2006/metadata/properties" xmlns:ns2="96a559f6-78cc-4fcb-80ce-aeceb24eab07" xmlns:ns3="dedea830-d126-41b7-9f69-5dc598a679e7" targetNamespace="http://schemas.microsoft.com/office/2006/metadata/properties" ma:root="true" ma:fieldsID="c8c9f5b6371ab2022cef39fe492e57cb" ns2:_="" ns3:_="">
    <xsd:import namespace="96a559f6-78cc-4fcb-80ce-aeceb24eab07"/>
    <xsd:import namespace="dedea830-d126-41b7-9f69-5dc598a679e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a559f6-78cc-4fcb-80ce-aeceb24eab0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Značky obrázků" ma:readOnly="false" ma:fieldId="{5cf76f15-5ced-4ddc-b409-7134ff3c332f}" ma:taxonomyMulti="true" ma:sspId="b92eba26-6e22-4db9-9584-2a14b2be7ad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edea830-d126-41b7-9f69-5dc598a679e7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975c9996-7052-420e-a37d-bc2592e1086a}" ma:internalName="TaxCatchAll" ma:showField="CatchAllData" ma:web="dedea830-d126-41b7-9f69-5dc598a679e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6a559f6-78cc-4fcb-80ce-aeceb24eab07">
      <Terms xmlns="http://schemas.microsoft.com/office/infopath/2007/PartnerControls"/>
    </lcf76f155ced4ddcb4097134ff3c332f>
    <TaxCatchAll xmlns="dedea830-d126-41b7-9f69-5dc598a679e7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DAD8574-8234-41DF-8AF3-3F30CD9925F9}"/>
</file>

<file path=customXml/itemProps2.xml><?xml version="1.0" encoding="utf-8"?>
<ds:datastoreItem xmlns:ds="http://schemas.openxmlformats.org/officeDocument/2006/customXml" ds:itemID="{BFFC4A16-FB80-4302-ABCF-BFA1C75DBE66}">
  <ds:schemaRefs>
    <ds:schemaRef ds:uri="http://purl.org/dc/elements/1.1/"/>
    <ds:schemaRef ds:uri="875a90bc-a2bf-465b-8076-1cf649d442d2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http://purl.org/dc/dcmitype/"/>
    <ds:schemaRef ds:uri="http://purl.org/dc/terms/"/>
    <ds:schemaRef ds:uri="47f099f3-9cff-4890-85a2-ec685806d317"/>
    <ds:schemaRef ds:uri="http://schemas.microsoft.com/office/infopath/2007/PartnerControls"/>
    <ds:schemaRef ds:uri="http://schemas.openxmlformats.org/package/2006/metadata/core-properties"/>
    <ds:schemaRef ds:uri="0f7720ff-53f2-424f-bdbf-9f2258d7a7d5"/>
    <ds:schemaRef ds:uri="60eff747-50e2-4621-8df6-458c8151a505"/>
  </ds:schemaRefs>
</ds:datastoreItem>
</file>

<file path=customXml/itemProps3.xml><?xml version="1.0" encoding="utf-8"?>
<ds:datastoreItem xmlns:ds="http://schemas.openxmlformats.org/officeDocument/2006/customXml" ds:itemID="{B923D26E-0541-4DA0-A477-5C8C6F0940A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DIA_ nadpis a text s odrážkami</Template>
  <TotalTime>3976</TotalTime>
  <Words>175</Words>
  <Application>Microsoft Office PowerPoint</Application>
  <PresentationFormat>Širokoúhlá obrazovka</PresentationFormat>
  <Paragraphs>29</Paragraphs>
  <Slides>5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5</vt:i4>
      </vt:variant>
    </vt:vector>
  </HeadingPairs>
  <TitlesOfParts>
    <vt:vector size="10" baseType="lpstr">
      <vt:lpstr>Arial</vt:lpstr>
      <vt:lpstr>Azeret Mono</vt:lpstr>
      <vt:lpstr>Azeret Mono Medium</vt:lpstr>
      <vt:lpstr>Wingdings</vt:lpstr>
      <vt:lpstr>DIA_ nadpis a text s odrážkami</vt:lpstr>
      <vt:lpstr>Reporty a výstup dat RPP </vt:lpstr>
      <vt:lpstr>Reporty nad daty z RPP</vt:lpstr>
      <vt:lpstr>Na co si dát pozor</vt:lpstr>
      <vt:lpstr>Co vám chybí_</vt:lpstr>
      <vt:lpstr>Děkuji za pozornost_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Výchozí šablona pro prezentace</dc:subject>
  <dc:creator>Petr Jan</dc:creator>
  <cp:keywords>PPT prezentace šablona DIA PowerPoint</cp:keywords>
  <dc:description/>
  <cp:lastModifiedBy>Trusina Šimon</cp:lastModifiedBy>
  <cp:revision>20</cp:revision>
  <dcterms:created xsi:type="dcterms:W3CDTF">2025-07-01T06:55:00Z</dcterms:created>
  <dcterms:modified xsi:type="dcterms:W3CDTF">2025-09-29T10:55:32Z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0x010100B7636834349BDE4785976B8F50EC4529</vt:lpwstr>
  </property>
  <property fmtid="{D5CDD505-2E9C-101B-9397-08002B2CF9AE}" pid="3" name="MSIP_Label_defa4170-0d19-0005-0004-bc88714345d2_Enabled">
    <vt:lpwstr>true</vt:lpwstr>
  </property>
  <property fmtid="{D5CDD505-2E9C-101B-9397-08002B2CF9AE}" pid="4" name="MSIP_Label_defa4170-0d19-0005-0004-bc88714345d2_SetDate">
    <vt:lpwstr>2024-05-30T05:59:10Z</vt:lpwstr>
  </property>
  <property fmtid="{D5CDD505-2E9C-101B-9397-08002B2CF9AE}" pid="5" name="MSIP_Label_defa4170-0d19-0005-0004-bc88714345d2_Method">
    <vt:lpwstr>Standard</vt:lpwstr>
  </property>
  <property fmtid="{D5CDD505-2E9C-101B-9397-08002B2CF9AE}" pid="6" name="MSIP_Label_defa4170-0d19-0005-0004-bc88714345d2_Name">
    <vt:lpwstr>defa4170-0d19-0005-0004-bc88714345d2</vt:lpwstr>
  </property>
  <property fmtid="{D5CDD505-2E9C-101B-9397-08002B2CF9AE}" pid="7" name="MSIP_Label_defa4170-0d19-0005-0004-bc88714345d2_SiteId">
    <vt:lpwstr>5b6b85cd-44ef-4d66-86d4-603dd2160780</vt:lpwstr>
  </property>
  <property fmtid="{D5CDD505-2E9C-101B-9397-08002B2CF9AE}" pid="8" name="MSIP_Label_defa4170-0d19-0005-0004-bc88714345d2_ActionId">
    <vt:lpwstr>a2d8e465-2e67-489c-bf05-fd17198c7476</vt:lpwstr>
  </property>
  <property fmtid="{D5CDD505-2E9C-101B-9397-08002B2CF9AE}" pid="9" name="MSIP_Label_defa4170-0d19-0005-0004-bc88714345d2_ContentBits">
    <vt:lpwstr>0</vt:lpwstr>
  </property>
  <property fmtid="{D5CDD505-2E9C-101B-9397-08002B2CF9AE}" pid="10" name="MediaServiceImageTags">
    <vt:lpwstr/>
  </property>
</Properties>
</file>