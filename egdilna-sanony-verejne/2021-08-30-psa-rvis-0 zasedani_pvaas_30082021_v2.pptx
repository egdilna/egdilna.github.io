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64" r:id="rId6"/>
    <p:sldId id="273" r:id="rId7"/>
    <p:sldId id="265" r:id="rId8"/>
    <p:sldId id="274" r:id="rId9"/>
    <p:sldId id="275" r:id="rId10"/>
    <p:sldId id="268" r:id="rId11"/>
    <p:sldId id="269" r:id="rId12"/>
    <p:sldId id="272" r:id="rId13"/>
    <p:sldId id="270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6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30.08.2021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30.08.2021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30.08.2021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diskuze" TargetMode="External"/><Relationship Id="rId3" Type="http://schemas.openxmlformats.org/officeDocument/2006/relationships/hyperlink" Target="https://archi.gov.cz/nap:portaly_verejne_spravy_a_soukromopravnich_uzivatelu_udaju" TargetMode="External"/><Relationship Id="rId7" Type="http://schemas.openxmlformats.org/officeDocument/2006/relationships/hyperlink" Target="https://archi.gov.cz/nap:metropolitni_site" TargetMode="External"/><Relationship Id="rId2" Type="http://schemas.openxmlformats.org/officeDocument/2006/relationships/hyperlink" Target="https://archi.gov.cz/vyhledavani:changelo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soulad_ikovs" TargetMode="External"/><Relationship Id="rId5" Type="http://schemas.openxmlformats.org/officeDocument/2006/relationships/hyperlink" Target="https://archi.gov.cz/nap:kontext" TargetMode="External"/><Relationship Id="rId10" Type="http://schemas.openxmlformats.org/officeDocument/2006/relationships/hyperlink" Target="https://archi.gov.cz/nap:its" TargetMode="External"/><Relationship Id="rId4" Type="http://schemas.openxmlformats.org/officeDocument/2006/relationships/hyperlink" Target="https://archi.gov.cz/nap:nia" TargetMode="External"/><Relationship Id="rId9" Type="http://schemas.openxmlformats.org/officeDocument/2006/relationships/hyperlink" Target="https://archi.gov.cz/politiky:diskuze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30.8.2021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Šedivec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Rekapitulace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předchozích témat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Osvědčení o digitálním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úkonu 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</a:t>
            </a:r>
            <a:r>
              <a:rPr lang="cs-CZ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Tiller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Setkání Mikulov a Hradec Králové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Pracovní skupina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šedivec</a:t>
            </a: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Šedivec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/>
              <a:t>Rekapitulace předchozích témat </a:t>
            </a:r>
          </a:p>
        </p:txBody>
      </p:sp>
    </p:spTree>
    <p:extLst>
      <p:ext uri="{BB962C8B-B14F-4D97-AF65-F5344CB8AC3E}">
        <p14:creationId xmlns:p14="http://schemas.microsoft.com/office/powerpoint/2010/main" val="39719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Rekapitulace předchozích témat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Portály obcí</a:t>
            </a:r>
          </a:p>
          <a:p>
            <a:r>
              <a:rPr lang="cs-CZ" dirty="0" smtClean="0"/>
              <a:t>DEPO2 – nový zákon č. 261/2021 Sb. a jeho vyhlášky</a:t>
            </a:r>
          </a:p>
          <a:p>
            <a:r>
              <a:rPr lang="cs-CZ" dirty="0" smtClean="0"/>
              <a:t>eGSB/ISSS tvorba a správa kontextů</a:t>
            </a:r>
          </a:p>
          <a:p>
            <a:r>
              <a:rPr lang="cs-CZ" dirty="0" smtClean="0"/>
              <a:t>Dopady Zákona o právu na digitální služby</a:t>
            </a:r>
          </a:p>
          <a:p>
            <a:r>
              <a:rPr lang="cs-CZ" dirty="0" smtClean="0"/>
              <a:t>Evropská digitální identita (peněženka/</a:t>
            </a:r>
            <a:r>
              <a:rPr lang="cs-CZ" dirty="0" err="1" smtClean="0"/>
              <a:t>wallet</a:t>
            </a:r>
            <a:r>
              <a:rPr lang="cs-CZ" dirty="0" smtClean="0"/>
              <a:t>)</a:t>
            </a:r>
          </a:p>
          <a:p>
            <a:r>
              <a:rPr lang="cs-CZ" dirty="0" smtClean="0"/>
              <a:t>Design systém </a:t>
            </a:r>
            <a:r>
              <a:rPr lang="cs-CZ" dirty="0" err="1" smtClean="0"/>
              <a:t>gov</a:t>
            </a:r>
            <a:r>
              <a:rPr lang="cs-CZ" dirty="0"/>
              <a:t> </a:t>
            </a:r>
            <a:r>
              <a:rPr lang="cs-CZ" dirty="0" err="1" smtClean="0"/>
              <a:t>cz</a:t>
            </a:r>
            <a:endParaRPr lang="cs-CZ" dirty="0" smtClean="0"/>
          </a:p>
          <a:p>
            <a:r>
              <a:rPr lang="cs-CZ" dirty="0" smtClean="0"/>
              <a:t>eGovernment Cloud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53530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Změny v Národní architektuře eGovernmentu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5096021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dirty="0"/>
              <a:t>Viz také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archi.gov.cz/vyhledavani:changelog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Portály VS úprava dle podmětů ČTÚ </a:t>
            </a:r>
            <a:r>
              <a:rPr lang="cs-CZ" dirty="0" smtClean="0">
                <a:hlinkClick r:id="rId3"/>
              </a:rPr>
              <a:t>https</a:t>
            </a:r>
            <a:r>
              <a:rPr lang="cs-CZ" dirty="0">
                <a:hlinkClick r:id="rId3"/>
              </a:rPr>
              <a:t>://</a:t>
            </a:r>
            <a:r>
              <a:rPr lang="cs-CZ" dirty="0" smtClean="0">
                <a:hlinkClick r:id="rId3"/>
              </a:rPr>
              <a:t>archi.gov.cz/nap:portaly_verejne_spravy_a_soukromopravnich_uzivatelu_udaju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Upraven rozpor mezi NIA a kvalifikovaným systémem </a:t>
            </a:r>
            <a:r>
              <a:rPr lang="cs-CZ" dirty="0" smtClean="0">
                <a:hlinkClick r:id="rId4"/>
              </a:rPr>
              <a:t>https</a:t>
            </a:r>
            <a:r>
              <a:rPr lang="cs-CZ" dirty="0">
                <a:hlinkClick r:id="rId4"/>
              </a:rPr>
              <a:t>://</a:t>
            </a:r>
            <a:r>
              <a:rPr lang="cs-CZ" dirty="0" smtClean="0">
                <a:hlinkClick r:id="rId4"/>
              </a:rPr>
              <a:t>archi.gov.cz/nap:nia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Aktualizován </a:t>
            </a:r>
            <a:r>
              <a:rPr lang="cs-CZ" dirty="0"/>
              <a:t>seznam kontextů </a:t>
            </a:r>
            <a:r>
              <a:rPr lang="cs-CZ" dirty="0">
                <a:hlinkClick r:id="rId5"/>
              </a:rPr>
              <a:t>https://</a:t>
            </a:r>
            <a:r>
              <a:rPr lang="cs-CZ" dirty="0" smtClean="0">
                <a:hlinkClick r:id="rId5"/>
              </a:rPr>
              <a:t>archi.gov.cz/nap:kontext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Provázání souladu s cíli </a:t>
            </a:r>
            <a:r>
              <a:rPr lang="cs-CZ" dirty="0"/>
              <a:t>pilíře 6 IKČR </a:t>
            </a:r>
            <a:r>
              <a:rPr lang="cs-CZ" dirty="0">
                <a:hlinkClick r:id="rId6"/>
              </a:rPr>
              <a:t>https://</a:t>
            </a:r>
            <a:r>
              <a:rPr lang="cs-CZ" dirty="0" smtClean="0">
                <a:hlinkClick r:id="rId6"/>
              </a:rPr>
              <a:t>archi.gov.cz/znalostni_baze:soulad_ikovs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Popis </a:t>
            </a:r>
            <a:r>
              <a:rPr lang="cs-CZ" dirty="0"/>
              <a:t>metropolitních sítí </a:t>
            </a:r>
            <a:r>
              <a:rPr lang="cs-CZ" dirty="0">
                <a:hlinkClick r:id="rId7"/>
              </a:rPr>
              <a:t>https://</a:t>
            </a:r>
            <a:r>
              <a:rPr lang="cs-CZ" dirty="0" smtClean="0">
                <a:hlinkClick r:id="rId7"/>
              </a:rPr>
              <a:t>archi.gov.cz/nap:metropolitni_site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Obecná diskuze na </a:t>
            </a:r>
            <a:r>
              <a:rPr lang="cs-CZ" dirty="0"/>
              <a:t>témata eGov </a:t>
            </a:r>
            <a:r>
              <a:rPr lang="cs-CZ" dirty="0">
                <a:hlinkClick r:id="rId8"/>
              </a:rPr>
              <a:t>https://</a:t>
            </a:r>
            <a:r>
              <a:rPr lang="cs-CZ" dirty="0" smtClean="0">
                <a:hlinkClick r:id="rId8"/>
              </a:rPr>
              <a:t>archi.gov.cz/diskuze</a:t>
            </a:r>
            <a:r>
              <a:rPr lang="cs-CZ" dirty="0" smtClean="0"/>
              <a:t> a </a:t>
            </a:r>
            <a:r>
              <a:rPr lang="cs-CZ" dirty="0"/>
              <a:t>její pravidla </a:t>
            </a:r>
            <a:r>
              <a:rPr lang="cs-CZ" dirty="0">
                <a:hlinkClick r:id="rId9"/>
              </a:rPr>
              <a:t>https://</a:t>
            </a:r>
            <a:r>
              <a:rPr lang="cs-CZ" dirty="0" smtClean="0">
                <a:hlinkClick r:id="rId9"/>
              </a:rPr>
              <a:t>archi.gov.cz/politiky:diskuze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Integrovaná </a:t>
            </a:r>
            <a:r>
              <a:rPr lang="cs-CZ" dirty="0"/>
              <a:t>telekomunikační síť </a:t>
            </a:r>
            <a:r>
              <a:rPr lang="cs-CZ" dirty="0">
                <a:hlinkClick r:id="rId10"/>
              </a:rPr>
              <a:t>https://</a:t>
            </a:r>
            <a:r>
              <a:rPr lang="cs-CZ" dirty="0" smtClean="0">
                <a:hlinkClick r:id="rId10"/>
              </a:rPr>
              <a:t>archi.gov.cz/nap:its</a:t>
            </a:r>
            <a:r>
              <a:rPr lang="cs-CZ" dirty="0" smtClean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Poslední seznam </a:t>
            </a:r>
            <a:r>
              <a:rPr lang="cs-CZ" dirty="0"/>
              <a:t>změn jednomyslně schválen </a:t>
            </a:r>
            <a:r>
              <a:rPr lang="cs-CZ" dirty="0" smtClean="0"/>
              <a:t>usnesením RVIS 2021/08/13/U4</a:t>
            </a:r>
          </a:p>
          <a:p>
            <a:r>
              <a:rPr lang="cs-CZ" dirty="0" smtClean="0"/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Plenární zasedání RVIS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Osvědčení o digitálním úkonu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5493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Setkání Mikulov a Hradec Králové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5C5AB9-CD2D-40BB-BEFE-DAE87ACDB27F}"/>
</file>

<file path=customXml/itemProps2.xml><?xml version="1.0" encoding="utf-8"?>
<ds:datastoreItem xmlns:ds="http://schemas.openxmlformats.org/officeDocument/2006/customXml" ds:itemID="{38F81878-5F1D-49FD-B981-2A5978EE9761}"/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273</Words>
  <Application>Microsoft Office PowerPoint</Application>
  <PresentationFormat>Širokoúhlá obrazovka</PresentationFormat>
  <Paragraphs>48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6" baseType="lpstr">
      <vt:lpstr>Arial</vt:lpstr>
      <vt:lpstr>Calibri</vt:lpstr>
      <vt:lpstr>MV_sablona1_2007</vt:lpstr>
      <vt:lpstr>Prezentace aplikace PowerPoint</vt:lpstr>
      <vt:lpstr>Technický úvod, pravidla videokonference </vt:lpstr>
      <vt:lpstr> </vt:lpstr>
      <vt:lpstr>Kontext naší PS v rámci RVIS</vt:lpstr>
      <vt:lpstr>Rekapitulace předchozích témat </vt:lpstr>
      <vt:lpstr>Rekapitulace předchozích témat </vt:lpstr>
      <vt:lpstr>Změny v Národní architektuře eGovernmentu</vt:lpstr>
      <vt:lpstr>Změny v Národní architektuře eGovernmentu</vt:lpstr>
      <vt:lpstr>Změny v Národní architektuře eGovernmentu</vt:lpstr>
      <vt:lpstr>Osvědčení o digitálním úkonu </vt:lpstr>
      <vt:lpstr>Setkání Mikulov a Hradec Králové 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16</cp:revision>
  <dcterms:created xsi:type="dcterms:W3CDTF">2021-01-27T09:19:54Z</dcterms:created>
  <dcterms:modified xsi:type="dcterms:W3CDTF">2021-08-30T10:31:50Z</dcterms:modified>
</cp:coreProperties>
</file>