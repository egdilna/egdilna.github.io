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72" r:id="rId5"/>
  </p:sldMasterIdLst>
  <p:notesMasterIdLst>
    <p:notesMasterId r:id="rId18"/>
  </p:notesMasterIdLst>
  <p:handoutMasterIdLst>
    <p:handoutMasterId r:id="rId19"/>
  </p:handoutMasterIdLst>
  <p:sldIdLst>
    <p:sldId id="5103" r:id="rId6"/>
    <p:sldId id="5104" r:id="rId7"/>
    <p:sldId id="5106" r:id="rId8"/>
    <p:sldId id="5105" r:id="rId9"/>
    <p:sldId id="5107" r:id="rId10"/>
    <p:sldId id="5112" r:id="rId11"/>
    <p:sldId id="5117" r:id="rId12"/>
    <p:sldId id="5124" r:id="rId13"/>
    <p:sldId id="5109" r:id="rId14"/>
    <p:sldId id="5114" r:id="rId15"/>
    <p:sldId id="5125" r:id="rId16"/>
    <p:sldId id="267" r:id="rId17"/>
  </p:sldIdLst>
  <p:sldSz cx="12192000" cy="6858000"/>
  <p:notesSz cx="9144000" cy="6858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F44054-D4E4-05D1-AE65-5390805DC6B3}" name="Trusina Šimon" initials="TŠ" userId="S::simon.trusina@dia.gov.cz::ad935c6b-ed6c-4293-bc4c-891c765e3afb" providerId="AD"/>
  <p188:author id="{983F1577-5826-E159-DAAE-F3D69E538BC9}" name="Sedláčková Petra" initials="SP" userId="S::petra.sedlackova@dia.gov.cz::e0c1d440-80cb-4d98-8c0d-2305ba2592f5" providerId="AD"/>
  <p188:author id="{CEE89E82-393C-2DF8-411F-EF016A5EA3D4}" name="Petr Jan" initials="" userId="S::jan.petr@dia.gov.cz::619497a3-6dda-48a9-9783-3fc51734f31c" providerId="AD"/>
  <p188:author id="{85F7C290-CC9A-3416-9FCF-9021063FCFCE}" name="Vaculík Daniel" initials="VD" userId="S::daniel.vaculik@dia.gov.cz::78d8267c-318c-4462-b326-69750242565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DE8"/>
    <a:srgbClr val="46AD48"/>
    <a:srgbClr val="2E2D2C"/>
    <a:srgbClr val="35398E"/>
    <a:srgbClr val="76767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B22641-69CF-3942-9BC8-FCE9A381BFA6}" v="3" dt="2025-05-04T15:02:00.02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58"/>
    <p:restoredTop sz="94638"/>
  </p:normalViewPr>
  <p:slideViewPr>
    <p:cSldViewPr snapToGrid="0">
      <p:cViewPr varScale="1">
        <p:scale>
          <a:sx n="99" d="100"/>
          <a:sy n="99" d="100"/>
        </p:scale>
        <p:origin x="888" y="4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notesMaster" Target="notesMasters/notes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etr Jan" userId="619497a3-6dda-48a9-9783-3fc51734f31c" providerId="ADAL" clId="{15B22641-69CF-3942-9BC8-FCE9A381BFA6}"/>
    <pc:docChg chg="custSel addSld modSld sldOrd">
      <pc:chgData name="Petr Jan" userId="619497a3-6dda-48a9-9783-3fc51734f31c" providerId="ADAL" clId="{15B22641-69CF-3942-9BC8-FCE9A381BFA6}" dt="2025-05-05T06:17:31.816" v="330" actId="20577"/>
      <pc:docMkLst>
        <pc:docMk/>
      </pc:docMkLst>
      <pc:sldChg chg="modSp mod">
        <pc:chgData name="Petr Jan" userId="619497a3-6dda-48a9-9783-3fc51734f31c" providerId="ADAL" clId="{15B22641-69CF-3942-9BC8-FCE9A381BFA6}" dt="2025-05-05T06:17:31.816" v="330" actId="20577"/>
        <pc:sldMkLst>
          <pc:docMk/>
          <pc:sldMk cId="3744327321" sldId="5114"/>
        </pc:sldMkLst>
        <pc:spChg chg="mod">
          <ac:chgData name="Petr Jan" userId="619497a3-6dda-48a9-9783-3fc51734f31c" providerId="ADAL" clId="{15B22641-69CF-3942-9BC8-FCE9A381BFA6}" dt="2025-05-05T06:17:31.816" v="330" actId="20577"/>
          <ac:spMkLst>
            <pc:docMk/>
            <pc:sldMk cId="3744327321" sldId="5114"/>
            <ac:spMk id="3" creationId="{36FBDCC4-E2CE-8DD5-06CA-222E1788CDF6}"/>
          </ac:spMkLst>
        </pc:spChg>
      </pc:sldChg>
      <pc:sldChg chg="modSp new mod ord">
        <pc:chgData name="Petr Jan" userId="619497a3-6dda-48a9-9783-3fc51734f31c" providerId="ADAL" clId="{15B22641-69CF-3942-9BC8-FCE9A381BFA6}" dt="2025-05-04T15:03:42.168" v="322" actId="20577"/>
        <pc:sldMkLst>
          <pc:docMk/>
          <pc:sldMk cId="1306435862" sldId="5125"/>
        </pc:sldMkLst>
        <pc:spChg chg="mod">
          <ac:chgData name="Petr Jan" userId="619497a3-6dda-48a9-9783-3fc51734f31c" providerId="ADAL" clId="{15B22641-69CF-3942-9BC8-FCE9A381BFA6}" dt="2025-05-04T15:03:42.168" v="322" actId="20577"/>
          <ac:spMkLst>
            <pc:docMk/>
            <pc:sldMk cId="1306435862" sldId="5125"/>
            <ac:spMk id="2" creationId="{3790F5BA-B9EF-F157-2BD2-117764095624}"/>
          </ac:spMkLst>
        </pc:spChg>
        <pc:spChg chg="mod">
          <ac:chgData name="Petr Jan" userId="619497a3-6dda-48a9-9783-3fc51734f31c" providerId="ADAL" clId="{15B22641-69CF-3942-9BC8-FCE9A381BFA6}" dt="2025-05-04T15:03:30.487" v="295" actId="20577"/>
          <ac:spMkLst>
            <pc:docMk/>
            <pc:sldMk cId="1306435862" sldId="5125"/>
            <ac:spMk id="3" creationId="{78010E22-C008-A891-2A90-65F93757F0DF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677F3180-6454-D06F-2DEF-49EE0BEB5EB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AD88EF6F-01B2-0033-AE8F-10410DC6830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930CE7-49B6-2348-A198-C8ECA96104F1}" type="datetimeFigureOut">
              <a:rPr lang="cs-CZ" smtClean="0">
                <a:latin typeface="Arial" panose="020B0604020202020204" pitchFamily="34" charset="0"/>
              </a:rPr>
              <a:t>05.05.2025</a:t>
            </a:fld>
            <a:endParaRPr lang="cs-CZ">
              <a:latin typeface="Arial" panose="020B0604020202020204" pitchFamily="34" charset="0"/>
            </a:endParaRP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EE608C9-DF7C-4B64-E76C-79893263F72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>
              <a:latin typeface="Arial" panose="020B0604020202020204" pitchFamily="34" charset="0"/>
            </a:endParaRP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E4A1CC3-B6D7-20BE-943D-6320EEDC3E5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716F0C-904B-8247-A83D-0A9BE4737B82}" type="slidenum">
              <a:rPr lang="cs-CZ" smtClean="0">
                <a:latin typeface="Arial" panose="020B0604020202020204" pitchFamily="34" charset="0"/>
              </a:rPr>
              <a:t>‹#›</a:t>
            </a:fld>
            <a:endParaRPr lang="cs-CZ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026759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8294C76-7D04-154A-AFCD-C18C5C95436B}" type="datetimeFigureOut">
              <a:rPr lang="cs-CZ" smtClean="0"/>
              <a:pPr/>
              <a:t>05.05.2025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3298459-D76B-9E41-AFDF-7399883A9B6A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50884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78808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83086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3298459-D76B-9E41-AFDF-7399883A9B6A}" type="slidenum">
              <a:rPr lang="cs-CZ" smtClean="0"/>
              <a:pPr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728367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sv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9C03E269-9E23-3850-18B9-BFED7015B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848268"/>
          </a:xfrm>
        </p:spPr>
        <p:txBody>
          <a:bodyPr lIns="0" tIns="0" rIns="0" bIns="0" anchor="t">
            <a:normAutofit/>
          </a:bodyPr>
          <a:lstStyle>
            <a:lvl1pPr>
              <a:lnSpc>
                <a:spcPct val="100000"/>
              </a:lnSpc>
              <a:defRPr sz="4800"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265199"/>
            <a:ext cx="11113200" cy="11736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None/>
              <a:defRPr sz="3200" cap="all" baseline="0">
                <a:solidFill>
                  <a:srgbClr val="2E2D2C"/>
                </a:solidFill>
                <a:latin typeface="Azeret Mono" pitchFamily="2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9" name="Grafický objekt 8">
            <a:extLst>
              <a:ext uri="{FF2B5EF4-FFF2-40B4-BE49-F238E27FC236}">
                <a16:creationId xmlns:a16="http://schemas.microsoft.com/office/drawing/2014/main" id="{3F45B2B3-EA87-06E1-C21A-D472874DC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5841718"/>
            <a:ext cx="1738990" cy="77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012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bez odráž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2000"/>
            <a:ext cx="11113200" cy="1296000"/>
          </a:xfrm>
        </p:spPr>
        <p:txBody>
          <a:bodyPr/>
          <a:lstStyle>
            <a:lvl1pPr>
              <a:lnSpc>
                <a:spcPct val="100000"/>
              </a:lnSpc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200"/>
            <a:ext cx="11113200" cy="4144869"/>
          </a:xfrm>
        </p:spPr>
        <p:txBody>
          <a:bodyPr/>
          <a:lstStyle>
            <a:lvl1pPr marL="0" indent="0">
              <a:lnSpc>
                <a:spcPct val="120000"/>
              </a:lnSpc>
              <a:buNone/>
              <a:defRPr/>
            </a:lvl1pPr>
            <a:lvl2pPr marL="288000" indent="0">
              <a:lnSpc>
                <a:spcPct val="120000"/>
              </a:lnSpc>
              <a:buNone/>
              <a:defRPr/>
            </a:lvl2pPr>
            <a:lvl3pPr marL="576000" indent="0">
              <a:lnSpc>
                <a:spcPct val="120000"/>
              </a:lnSpc>
              <a:buNone/>
              <a:defRPr/>
            </a:lvl3pPr>
            <a:lvl4pPr marL="576000" indent="0">
              <a:lnSpc>
                <a:spcPct val="120000"/>
              </a:lnSpc>
              <a:buNone/>
              <a:defRPr/>
            </a:lvl4pPr>
            <a:lvl5pPr marL="576000" indent="0">
              <a:lnSpc>
                <a:spcPct val="120000"/>
              </a:lnSpc>
              <a:buNone/>
              <a:defRPr/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0525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 a text s odrážkam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129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 b="1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1068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IA_ Nadpis, podtitulek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1186AEB-B221-5DA8-141B-DD533399E7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431999"/>
            <a:ext cx="11113200" cy="576000"/>
          </a:xfrm>
        </p:spPr>
        <p:txBody>
          <a:bodyPr lIns="0" tIns="0" rIns="0" bIns="0" anchor="t" anchorCtr="0"/>
          <a:lstStyle>
            <a:lvl1pPr>
              <a:lnSpc>
                <a:spcPct val="100000"/>
              </a:lnSpc>
              <a:defRPr>
                <a:solidFill>
                  <a:schemeClr val="accent1"/>
                </a:solidFill>
              </a:defRPr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Obsah">
            <a:extLst>
              <a:ext uri="{FF2B5EF4-FFF2-40B4-BE49-F238E27FC236}">
                <a16:creationId xmlns:a16="http://schemas.microsoft.com/office/drawing/2014/main" id="{AEEB6F58-E8AC-B8D5-83C8-1BCA62048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825625"/>
            <a:ext cx="11113200" cy="4144869"/>
          </a:xfrm>
        </p:spPr>
        <p:txBody>
          <a:bodyPr lIns="0" tIns="0" rIns="0" bIns="0" anchor="t" anchorCtr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784B13E-951A-0E2A-4D1D-C060ED01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8D88A8B-347F-2B19-9AC1-545887309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4" name="Podnadpis">
            <a:extLst>
              <a:ext uri="{FF2B5EF4-FFF2-40B4-BE49-F238E27FC236}">
                <a16:creationId xmlns:a16="http://schemas.microsoft.com/office/drawing/2014/main" id="{84F93504-89B1-112D-FF63-11139C2036DE}"/>
              </a:ext>
            </a:extLst>
          </p:cNvPr>
          <p:cNvSpPr txBox="1">
            <a:spLocks/>
          </p:cNvSpPr>
          <p:nvPr userDrawn="1"/>
        </p:nvSpPr>
        <p:spPr>
          <a:xfrm>
            <a:off x="540000" y="1282799"/>
            <a:ext cx="11113200" cy="451517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400" b="0" i="0" kern="1200" cap="all" baseline="0">
                <a:solidFill>
                  <a:schemeClr val="accent1"/>
                </a:solidFill>
                <a:latin typeface="Azeret Mono Medium" pitchFamily="2" charset="0"/>
                <a:ea typeface="+mj-ea"/>
                <a:cs typeface="+mj-cs"/>
              </a:defRPr>
            </a:lvl1pPr>
          </a:lstStyle>
          <a:p>
            <a:endParaRPr lang="cs-CZ" sz="1800">
              <a:solidFill>
                <a:srgbClr val="2E2D2C"/>
              </a:solidFill>
            </a:endParaRPr>
          </a:p>
        </p:txBody>
      </p:sp>
      <p:sp>
        <p:nvSpPr>
          <p:cNvPr id="8" name="Obsah">
            <a:extLst>
              <a:ext uri="{FF2B5EF4-FFF2-40B4-BE49-F238E27FC236}">
                <a16:creationId xmlns:a16="http://schemas.microsoft.com/office/drawing/2014/main" id="{2A58A94E-2737-0B65-DC6C-F1223EB65FE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538800" y="1080000"/>
            <a:ext cx="11113200" cy="440837"/>
          </a:xfrm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1pPr>
            <a:lvl2pPr marL="216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2pPr>
            <a:lvl3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3pPr>
            <a:lvl4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4pPr>
            <a:lvl5pPr marL="432000" indent="0">
              <a:buNone/>
              <a:defRPr cap="all" baseline="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PODTITULEK</a:t>
            </a:r>
          </a:p>
        </p:txBody>
      </p:sp>
    </p:spTree>
    <p:extLst>
      <p:ext uri="{BB962C8B-B14F-4D97-AF65-F5344CB8AC3E}">
        <p14:creationId xmlns:p14="http://schemas.microsoft.com/office/powerpoint/2010/main" val="4047809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ředělov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60BC63B7-C438-CDCA-2E62-A019E80EF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2EFDAF7-49CF-94EF-AE6B-E3C8DF5398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795600"/>
            <a:ext cx="11113200" cy="2358000"/>
          </a:xfrm>
        </p:spPr>
        <p:txBody>
          <a:bodyPr lIns="0" tIns="0" rIns="0" bIns="0" anchor="b">
            <a:normAutofit/>
          </a:bodyPr>
          <a:lstStyle>
            <a:lvl1pPr>
              <a:lnSpc>
                <a:spcPct val="100000"/>
              </a:lnSpc>
              <a:defRPr sz="4800" b="1" cap="all" baseline="0">
                <a:solidFill>
                  <a:schemeClr val="accent3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pic>
        <p:nvPicPr>
          <p:cNvPr id="3" name="Grafický objekt 2">
            <a:extLst>
              <a:ext uri="{FF2B5EF4-FFF2-40B4-BE49-F238E27FC236}">
                <a16:creationId xmlns:a16="http://schemas.microsoft.com/office/drawing/2014/main" id="{491657B4-57AA-E6DE-504E-12F9C64775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044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800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b="1" cap="all" baseline="0">
                <a:solidFill>
                  <a:srgbClr val="2E2D2C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800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rgbClr val="2E2D2C"/>
                </a:solidFill>
                <a:latin typeface="+mj-lt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99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_ Předělová strana s texte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Obrázek 21">
            <a:extLst>
              <a:ext uri="{FF2B5EF4-FFF2-40B4-BE49-F238E27FC236}">
                <a16:creationId xmlns:a16="http://schemas.microsoft.com/office/drawing/2014/main" id="{F230C951-7D24-FA60-D1D6-04D9E8B433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29A81E2B-67BE-411E-069A-D11A709D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0000" y="796500"/>
            <a:ext cx="11113200" cy="2356860"/>
          </a:xfrm>
        </p:spPr>
        <p:txBody>
          <a:bodyPr lIns="0" tIns="0" rIns="0" bIns="0" anchor="b">
            <a:normAutofit/>
          </a:bodyPr>
          <a:lstStyle>
            <a:lvl1pPr algn="l">
              <a:lnSpc>
                <a:spcPct val="100000"/>
              </a:lnSpc>
              <a:defRPr sz="4800" b="1" cap="all" baseline="0">
                <a:solidFill>
                  <a:srgbClr val="2E2D2C"/>
                </a:solidFill>
                <a:latin typeface="+mj-lt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916E2C77-4E80-5FA4-572E-5684CCBD04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999" y="3427200"/>
            <a:ext cx="11113200" cy="2356860"/>
          </a:xfrm>
        </p:spPr>
        <p:txBody>
          <a:bodyPr lIns="0" tIns="0" rIns="0" bIns="0">
            <a:normAutofit/>
          </a:bodyPr>
          <a:lstStyle>
            <a:lvl1pPr marL="0" indent="0" algn="l">
              <a:lnSpc>
                <a:spcPct val="100000"/>
              </a:lnSpc>
              <a:buNone/>
              <a:defRPr sz="2400" baseline="0">
                <a:solidFill>
                  <a:srgbClr val="2E2D2C"/>
                </a:solidFill>
                <a:latin typeface="Arial" panose="020B0604020202020204" pitchFamily="34" charset="0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pic>
        <p:nvPicPr>
          <p:cNvPr id="23" name="Grafický objekt 22">
            <a:extLst>
              <a:ext uri="{FF2B5EF4-FFF2-40B4-BE49-F238E27FC236}">
                <a16:creationId xmlns:a16="http://schemas.microsoft.com/office/drawing/2014/main" id="{173ABE62-4F91-DAF7-8357-C88BCA2897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0000" y="6022975"/>
            <a:ext cx="1335204" cy="5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937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Závěřeč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93909D7-0D07-E27F-07C9-DD6B9CEF6D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Grafický objekt 5">
            <a:extLst>
              <a:ext uri="{FF2B5EF4-FFF2-40B4-BE49-F238E27FC236}">
                <a16:creationId xmlns:a16="http://schemas.microsoft.com/office/drawing/2014/main" id="{84DC879B-3803-3314-33B3-F397843C09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5275" y="6022973"/>
            <a:ext cx="1335205" cy="595851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F252827B-6D38-B322-CA78-ACCC78D15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842836"/>
          </a:xfrm>
        </p:spPr>
        <p:txBody>
          <a:bodyPr lIns="0" tIns="0" rIns="0" bIns="0" anchor="t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  <a:cs typeface="Azeret Mono" pitchFamily="2" charset="0"/>
              </a:defRPr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2F989C5-DFF7-0DB9-5730-9664254731E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3125786" y="6325354"/>
            <a:ext cx="5940428" cy="365125"/>
          </a:xfrm>
        </p:spPr>
        <p:txBody>
          <a:bodyPr/>
          <a:lstStyle>
            <a:lvl1pPr algn="ctr">
              <a:defRPr>
                <a:solidFill>
                  <a:schemeClr val="accent6"/>
                </a:solidFill>
              </a:defRPr>
            </a:lvl1pPr>
          </a:lstStyle>
          <a:p>
            <a:r>
              <a:rPr lang="cs-CZ">
                <a:solidFill>
                  <a:schemeClr val="bg1"/>
                </a:solidFill>
              </a:rPr>
              <a:t>DIA.</a:t>
            </a:r>
            <a:r>
              <a:rPr lang="cs-CZ">
                <a:solidFill>
                  <a:srgbClr val="46AD48"/>
                </a:solidFill>
              </a:rPr>
              <a:t>GOV.CZ</a:t>
            </a:r>
          </a:p>
        </p:txBody>
      </p:sp>
      <p:sp>
        <p:nvSpPr>
          <p:cNvPr id="5" name="Podnadpis 2">
            <a:extLst>
              <a:ext uri="{FF2B5EF4-FFF2-40B4-BE49-F238E27FC236}">
                <a16:creationId xmlns:a16="http://schemas.microsoft.com/office/drawing/2014/main" id="{32D06495-DF38-EC48-1509-9F59192315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0000" y="1331718"/>
            <a:ext cx="11113200" cy="842836"/>
          </a:xfrm>
        </p:spPr>
        <p:txBody>
          <a:bodyPr lIns="0" tIns="0" rIns="0" bIns="0"/>
          <a:lstStyle>
            <a:lvl1pPr marL="0" indent="0" algn="l">
              <a:lnSpc>
                <a:spcPct val="90000"/>
              </a:lnSpc>
              <a:buNone/>
              <a:defRPr sz="2400" cap="all" baseline="0">
                <a:solidFill>
                  <a:srgbClr val="46AD48"/>
                </a:solidFill>
                <a:latin typeface="+mj-lt"/>
                <a:cs typeface="Azeret Mono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10" name="Zástupný text 9">
            <a:extLst>
              <a:ext uri="{FF2B5EF4-FFF2-40B4-BE49-F238E27FC236}">
                <a16:creationId xmlns:a16="http://schemas.microsoft.com/office/drawing/2014/main" id="{9ADB2BA1-71A5-16B6-971F-2496046E6D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0000" y="3960000"/>
            <a:ext cx="11113200" cy="1864216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1pPr>
            <a:lvl2pPr marL="32067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2pPr>
            <a:lvl3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3pPr>
            <a:lvl4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4pPr>
            <a:lvl5pPr marL="542925" indent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9AB89A0-5ABA-9DA7-D02E-4E1ABD42B01B}"/>
              </a:ext>
            </a:extLst>
          </p:cNvPr>
          <p:cNvSpPr txBox="1"/>
          <p:nvPr userDrawn="1"/>
        </p:nvSpPr>
        <p:spPr>
          <a:xfrm>
            <a:off x="-357352" y="-105103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888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DIA_ 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7F529A9-D500-1273-5E49-F07E56646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999" y="431387"/>
            <a:ext cx="11113200" cy="612000"/>
          </a:xfrm>
        </p:spPr>
        <p:txBody>
          <a:bodyPr>
            <a:normAutofit/>
          </a:bodyPr>
          <a:lstStyle>
            <a:lvl1pPr>
              <a:defRPr sz="3600" cap="all" baseline="0"/>
            </a:lvl1pPr>
          </a:lstStyle>
          <a:p>
            <a:r>
              <a:rPr lang="cs-CZ"/>
              <a:t>Kliknutím lze upravit styl.</a:t>
            </a:r>
          </a:p>
        </p:txBody>
      </p:sp>
    </p:spTree>
    <p:extLst>
      <p:ext uri="{BB962C8B-B14F-4D97-AF65-F5344CB8AC3E}">
        <p14:creationId xmlns:p14="http://schemas.microsoft.com/office/powerpoint/2010/main" val="485769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IA_ Prázdná stra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A6496385-261F-8D4B-E9CF-F0148C104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F9D07E3-ACC6-DFAC-43E1-F355DCF86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7870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Dva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Nadpis_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825626"/>
            <a:ext cx="5400000" cy="40465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825626"/>
            <a:ext cx="5400000" cy="40464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45555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IA_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94D143-8F3D-7015-869D-24BACD201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759462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0F0E4D-B07F-A91F-6D23-BB741C3A62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0000" y="1620000"/>
            <a:ext cx="5400000" cy="4046538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E1DEEC92-3FFF-31D7-057C-36986C9949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3200" y="1620000"/>
            <a:ext cx="5400000" cy="4046400"/>
          </a:xfrm>
        </p:spPr>
        <p:txBody>
          <a:bodyPr>
            <a:normAutofit/>
          </a:bodyPr>
          <a:lstStyle>
            <a:lvl1pPr>
              <a:defRPr sz="2400">
                <a:latin typeface="Azeret Mono" pitchFamily="2" charset="0"/>
                <a:cs typeface="Azeret Mono" pitchFamily="2" charset="0"/>
              </a:defRPr>
            </a:lvl1pPr>
            <a:lvl2pPr>
              <a:defRPr sz="2400">
                <a:latin typeface="Azeret Mono" pitchFamily="2" charset="0"/>
                <a:cs typeface="Azeret Mono" pitchFamily="2" charset="0"/>
              </a:defRPr>
            </a:lvl2pPr>
            <a:lvl3pPr>
              <a:defRPr sz="2400">
                <a:latin typeface="Azeret Mono" pitchFamily="2" charset="0"/>
                <a:cs typeface="Azeret Mono" pitchFamily="2" charset="0"/>
              </a:defRPr>
            </a:lvl3pPr>
            <a:lvl4pPr>
              <a:defRPr sz="2400">
                <a:latin typeface="Azeret Mono" pitchFamily="2" charset="0"/>
                <a:cs typeface="Azeret Mono" pitchFamily="2" charset="0"/>
              </a:defRPr>
            </a:lvl4pPr>
            <a:lvl5pPr>
              <a:defRPr sz="2400">
                <a:latin typeface="Azeret Mono" pitchFamily="2" charset="0"/>
                <a:cs typeface="Azeret Mono" pitchFamily="2" charset="0"/>
              </a:defRPr>
            </a:lvl5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4BCAED4E-EC91-2343-055B-D8D30DD527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D2C8A6DD-1BCF-B72C-C945-AC74F3AF4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469911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1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3200" y="1980000"/>
            <a:ext cx="5400000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24719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DA87CE5-202F-F305-6033-A1C780FB8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576000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3CD74EB8-DF24-B230-6993-5AE3FD5EE0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080000"/>
            <a:ext cx="11113200" cy="823912"/>
          </a:xfrm>
        </p:spPr>
        <p:txBody>
          <a:bodyPr anchor="t">
            <a:normAutofit/>
          </a:bodyPr>
          <a:lstStyle>
            <a:lvl1pPr marL="0" indent="0">
              <a:buNone/>
              <a:defRPr sz="1800" b="0" i="0" cap="all" baseline="0">
                <a:latin typeface="Azeret Mono" pitchFamily="2" charset="0"/>
                <a:cs typeface="Azeret Mono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3E2051B-5DDA-7128-40E8-22CBF048CE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40000" y="1980000"/>
            <a:ext cx="3518765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9119B41F-E350-FA2E-1A56-8A8FEE745F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338647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4B2284D2-A8A0-60E6-6607-86CE530CE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6618BC81-CB91-F26D-84A8-4AF8864BE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7" name="Zástupný obsah 5">
            <a:extLst>
              <a:ext uri="{FF2B5EF4-FFF2-40B4-BE49-F238E27FC236}">
                <a16:creationId xmlns:a16="http://schemas.microsoft.com/office/drawing/2014/main" id="{334DA0B0-CD8C-3E60-D93E-FA6C86C902A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136000" y="1980000"/>
            <a:ext cx="3514704" cy="3960000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</p:spTree>
    <p:extLst>
      <p:ext uri="{BB962C8B-B14F-4D97-AF65-F5344CB8AC3E}">
        <p14:creationId xmlns:p14="http://schemas.microsoft.com/office/powerpoint/2010/main" val="1708882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DIA_ Text s odrážkami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9FAD486-026F-F07F-0719-E63DC50384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A5B587-08F7-9284-D67E-2309FAF1AD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18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800"/>
            </a:lvl3pPr>
            <a:lvl4pPr>
              <a:lnSpc>
                <a:spcPct val="120000"/>
              </a:lnSpc>
              <a:defRPr sz="1800"/>
            </a:lvl4pPr>
            <a:lvl5pPr>
              <a:lnSpc>
                <a:spcPct val="120000"/>
              </a:lnSpc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3E501A4A-DA79-C8F2-E5C5-28A03D7EE2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7D1631ED-DEF3-6A6D-32E8-2DCF679DF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3461A86-1EBD-9C84-718F-87D77A97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875877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mé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2">
            <a:extLst>
              <a:ext uri="{FF2B5EF4-FFF2-40B4-BE49-F238E27FC236}">
                <a16:creationId xmlns:a16="http://schemas.microsoft.com/office/drawing/2014/main" id="{475E19F0-E25C-3988-D787-829F824E6E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457201"/>
            <a:ext cx="6569425" cy="5403850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</a:p>
        </p:txBody>
      </p:sp>
      <p:sp>
        <p:nvSpPr>
          <p:cNvPr id="3" name="Zástupný symbol pro zápatí 5">
            <a:extLst>
              <a:ext uri="{FF2B5EF4-FFF2-40B4-BE49-F238E27FC236}">
                <a16:creationId xmlns:a16="http://schemas.microsoft.com/office/drawing/2014/main" id="{9F9E4587-C623-2EB1-6917-B73C5E402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05554" y="6325354"/>
            <a:ext cx="5380892" cy="365125"/>
          </a:xfrm>
        </p:spPr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4" name="Zástupný symbol pro číslo snímku 6">
            <a:extLst>
              <a:ext uri="{FF2B5EF4-FFF2-40B4-BE49-F238E27FC236}">
                <a16:creationId xmlns:a16="http://schemas.microsoft.com/office/drawing/2014/main" id="{44794EE0-21BB-601D-18A0-78895EC0E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831571" y="6325354"/>
            <a:ext cx="1921042" cy="365125"/>
          </a:xfrm>
        </p:spPr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9DB918A1-F9FA-ACE4-A10C-71B17E0A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57200"/>
            <a:ext cx="3932237" cy="160020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0" name="Zástupný text 3">
            <a:extLst>
              <a:ext uri="{FF2B5EF4-FFF2-40B4-BE49-F238E27FC236}">
                <a16:creationId xmlns:a16="http://schemas.microsoft.com/office/drawing/2014/main" id="{C07424CD-CCAE-AD61-7550-8BE6149DD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2377440"/>
            <a:ext cx="3932237" cy="3491548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13695186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_ Text a volný pros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5D165B9-8657-8AF6-AFCC-CB497BE67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7441E40B-5C8A-83AA-5A88-1D8DCF5AB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  <p:sp>
        <p:nvSpPr>
          <p:cNvPr id="8" name="Nadpis 1">
            <a:extLst>
              <a:ext uri="{FF2B5EF4-FFF2-40B4-BE49-F238E27FC236}">
                <a16:creationId xmlns:a16="http://schemas.microsoft.com/office/drawing/2014/main" id="{857591AE-875D-DB42-8535-2A7829FA1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1999"/>
            <a:ext cx="11113200" cy="61200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9" name="Zástupný text 3">
            <a:extLst>
              <a:ext uri="{FF2B5EF4-FFF2-40B4-BE49-F238E27FC236}">
                <a16:creationId xmlns:a16="http://schemas.microsoft.com/office/drawing/2014/main" id="{AC6D30CE-5961-C3DF-5F10-695BBF5843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0000" y="1285462"/>
            <a:ext cx="3115556" cy="4583526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35591595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A42293A-552E-86EF-639C-8B6F2380F6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B3812289-740C-E50E-D6AE-E0D6DC97B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BF8881F-3F3A-6A05-6BFD-6C25A9B2E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28E6E924-A96C-FB97-913A-EED484260F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0097505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BBF89947-13F9-1BB0-576B-8A3B91EDFA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123713" y="432000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5BDFA057-2E82-D72A-31C2-4EC80D7B37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387" y="432000"/>
            <a:ext cx="8531926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E361D0-B494-0E13-7236-DAACD149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CF3F1E6-DE6A-3590-85F9-AC6DCD4AA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46481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5023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">
            <a:extLst>
              <a:ext uri="{FF2B5EF4-FFF2-40B4-BE49-F238E27FC236}">
                <a16:creationId xmlns:a16="http://schemas.microsoft.com/office/drawing/2014/main" id="{DB8E4877-94CD-06BF-64E7-44B6ABB795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432000"/>
            <a:ext cx="11113200" cy="1234698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cs-CZ"/>
              <a:t>Nadpis_</a:t>
            </a:r>
          </a:p>
        </p:txBody>
      </p:sp>
      <p:sp>
        <p:nvSpPr>
          <p:cNvPr id="3" name="Text">
            <a:extLst>
              <a:ext uri="{FF2B5EF4-FFF2-40B4-BE49-F238E27FC236}">
                <a16:creationId xmlns:a16="http://schemas.microsoft.com/office/drawing/2014/main" id="{095866B9-FF4B-FA8F-43D9-233B746C81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0000" y="1825625"/>
            <a:ext cx="11113200" cy="4144869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patí dia.gov.cz">
            <a:extLst>
              <a:ext uri="{FF2B5EF4-FFF2-40B4-BE49-F238E27FC236}">
                <a16:creationId xmlns:a16="http://schemas.microsoft.com/office/drawing/2014/main" id="{824AA539-D3C0-6E93-E74F-681DDD08A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05554" y="6325354"/>
            <a:ext cx="538089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pPr algn="ctr"/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6" name="Číslo snímku">
            <a:extLst>
              <a:ext uri="{FF2B5EF4-FFF2-40B4-BE49-F238E27FC236}">
                <a16:creationId xmlns:a16="http://schemas.microsoft.com/office/drawing/2014/main" id="{6F5FBFCB-C39A-B440-936C-FA3E617E0B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831571" y="6325354"/>
            <a:ext cx="1921042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 b="0" i="0">
                <a:solidFill>
                  <a:schemeClr val="accent1"/>
                </a:solidFill>
                <a:latin typeface="Azeret Mono" pitchFamily="2" charset="0"/>
                <a:cs typeface="Azeret Mono" pitchFamily="2" charset="0"/>
              </a:defRPr>
            </a:lvl1pPr>
          </a:lstStyle>
          <a:p>
            <a:fld id="{F21F385E-1634-DB44-B85F-E63591247372}" type="slidenum">
              <a:rPr lang="cs-CZ" smtClean="0"/>
              <a:pPr/>
              <a:t>‹#›</a:t>
            </a:fld>
            <a:endParaRPr lang="cs-CZ"/>
          </a:p>
        </p:txBody>
      </p:sp>
      <p:pic>
        <p:nvPicPr>
          <p:cNvPr id="10" name="Logo Digitální a Informační agentura">
            <a:extLst>
              <a:ext uri="{FF2B5EF4-FFF2-40B4-BE49-F238E27FC236}">
                <a16:creationId xmlns:a16="http://schemas.microsoft.com/office/drawing/2014/main" id="{1391B34F-7EA5-7A87-B33E-6D1F2140BB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43299" y="6021421"/>
            <a:ext cx="1336305" cy="596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03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50" r:id="rId3"/>
    <p:sldLayoutId id="2147483671" r:id="rId4"/>
    <p:sldLayoutId id="2147483651" r:id="rId5"/>
    <p:sldLayoutId id="2147483649" r:id="rId6"/>
    <p:sldLayoutId id="2147483670" r:id="rId7"/>
    <p:sldLayoutId id="2147483663" r:id="rId8"/>
    <p:sldLayoutId id="2147483668" r:id="rId9"/>
    <p:sldLayoutId id="2147483655" r:id="rId10"/>
    <p:sldLayoutId id="2147483652" r:id="rId11"/>
    <p:sldLayoutId id="2147483669" r:id="rId12"/>
    <p:sldLayoutId id="2147483653" r:id="rId13"/>
    <p:sldLayoutId id="2147483664" r:id="rId14"/>
    <p:sldLayoutId id="2147483656" r:id="rId15"/>
    <p:sldLayoutId id="2147483667" r:id="rId16"/>
    <p:sldLayoutId id="2147483666" r:id="rId17"/>
    <p:sldLayoutId id="2147483658" r:id="rId18"/>
    <p:sldLayoutId id="2147483659" r:id="rId1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0" i="0" kern="1200" cap="all" baseline="0">
          <a:solidFill>
            <a:schemeClr val="accent1"/>
          </a:solidFill>
          <a:latin typeface="Azeret Mono Medium" pitchFamily="2" charset="0"/>
          <a:ea typeface="+mj-ea"/>
          <a:cs typeface="+mj-cs"/>
        </a:defRPr>
      </a:lvl1pPr>
    </p:titleStyle>
    <p:bodyStyle>
      <a:lvl1pPr marL="288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76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chemeClr val="accent1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864000" indent="-288000" algn="l" defTabSz="914400" rtl="0" eaLnBrk="1" latinLnBrk="0" hangingPunct="1">
        <a:lnSpc>
          <a:spcPct val="120000"/>
        </a:lnSpc>
        <a:spcBef>
          <a:spcPts val="800"/>
        </a:spcBef>
        <a:spcAft>
          <a:spcPts val="400"/>
        </a:spcAft>
        <a:buClr>
          <a:srgbClr val="767676"/>
        </a:buClr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0390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identita.gov.cz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znalostni_baze:autorizace_ukonu" TargetMode="Externa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9CC915-F703-D47B-D482-8AC099EB120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cs-CZ" sz="4400" dirty="0"/>
              <a:t>Základní Principy bezpečnosti transakčních portálů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443C95F-6BAD-42DF-58E2-977B4593BBC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Jan Petr</a:t>
            </a:r>
          </a:p>
        </p:txBody>
      </p:sp>
    </p:spTree>
    <p:extLst>
      <p:ext uri="{BB962C8B-B14F-4D97-AF65-F5344CB8AC3E}">
        <p14:creationId xmlns:p14="http://schemas.microsoft.com/office/powerpoint/2010/main" val="517281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23F38E2-C1AD-B00A-F107-96899BF41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cs-CZ" dirty="0"/>
              <a:t>Základní principy bezpečnosti implementace transakčních portálů_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610739A-9649-CE9F-7189-3EE4CFE8E5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Klíčové aspekty bezpečnosti:</a:t>
            </a:r>
          </a:p>
          <a:p>
            <a:pPr lvl="1"/>
            <a:r>
              <a:rPr lang="cs-CZ" b="1" dirty="0"/>
              <a:t>Prevence neoprávněného přístupu </a:t>
            </a:r>
          </a:p>
          <a:p>
            <a:pPr lvl="2"/>
            <a:r>
              <a:rPr lang="cs-CZ" dirty="0"/>
              <a:t>Autentizace pomocí NIA (ZoPDS § 12, Právo na elektronickou identifikaci)</a:t>
            </a:r>
          </a:p>
          <a:p>
            <a:pPr lvl="1"/>
            <a:r>
              <a:rPr lang="cs-CZ" b="1" dirty="0"/>
              <a:t>Dohledatelnost zásahů na centrálním místě </a:t>
            </a:r>
          </a:p>
          <a:p>
            <a:pPr lvl="2"/>
            <a:r>
              <a:rPr lang="cs-CZ" dirty="0"/>
              <a:t>Autorizace s využitím NIA, auditní stopa je na Portálu identity občana (ZoPDS § 4, odst. 1, písm. d)</a:t>
            </a:r>
          </a:p>
          <a:p>
            <a:pPr lvl="1"/>
            <a:r>
              <a:rPr lang="cs-CZ" b="1" dirty="0"/>
              <a:t>Rychlá detekce zneužití </a:t>
            </a:r>
          </a:p>
          <a:p>
            <a:pPr lvl="2"/>
            <a:r>
              <a:rPr lang="cs-CZ" dirty="0"/>
              <a:t>Notifikace o změně údajů v rámci AIS (ZoPDS § 11) v případě existence datové schránky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3A2C5CE-8B74-5B53-E7E8-541B9DF2F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0DCC355-9D47-24CB-D041-064A4E1C0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05783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61A01BF-117E-6685-99DD-39BBD9309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Dohledatelnost zásahů_</a:t>
            </a:r>
            <a:br>
              <a:rPr lang="cs-CZ" dirty="0"/>
            </a:b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86B2D1-008C-BC97-E1EC-D84A82ECFC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ctr">
              <a:buNone/>
            </a:pPr>
            <a:endParaRPr lang="cs-CZ" b="1" dirty="0"/>
          </a:p>
          <a:p>
            <a:pPr marL="0" indent="0" algn="ctr">
              <a:buNone/>
            </a:pPr>
            <a:r>
              <a:rPr lang="cs-CZ" sz="2000" b="1" dirty="0"/>
              <a:t>V případě sítě státních portálů se musí provádět </a:t>
            </a:r>
            <a:r>
              <a:rPr lang="cs-CZ" sz="2000" b="1" u="sng" dirty="0"/>
              <a:t>federovaná autentizace a autorizace</a:t>
            </a:r>
            <a:r>
              <a:rPr lang="cs-CZ" sz="2000" b="1" dirty="0"/>
              <a:t>, </a:t>
            </a:r>
          </a:p>
          <a:p>
            <a:pPr marL="0" indent="0" algn="ctr">
              <a:buNone/>
            </a:pPr>
            <a:r>
              <a:rPr lang="cs-CZ" sz="2000" b="1" dirty="0"/>
              <a:t>která se eviduje </a:t>
            </a:r>
            <a:r>
              <a:rPr lang="cs-CZ" sz="2000" b="1" u="sng" dirty="0"/>
              <a:t>centrálně</a:t>
            </a:r>
            <a:r>
              <a:rPr lang="cs-CZ" sz="2000" b="1" dirty="0"/>
              <a:t> na Portálu identity občana</a:t>
            </a:r>
          </a:p>
          <a:p>
            <a:pPr marL="0" indent="0" algn="ctr">
              <a:buNone/>
            </a:pPr>
            <a:endParaRPr lang="cs-CZ" b="1" dirty="0"/>
          </a:p>
          <a:p>
            <a:pPr marL="0" indent="0" algn="ctr">
              <a:buNone/>
            </a:pPr>
            <a:r>
              <a:rPr lang="cs-CZ" sz="2000" b="1" u="sng" dirty="0"/>
              <a:t>Lokálně uložené logy nejsou pro občana dostačující pro odhalení zneužití protože nemůže obcházet stovky agendových portálů </a:t>
            </a:r>
          </a:p>
          <a:p>
            <a:pPr marL="0" indent="0" algn="ctr">
              <a:buNone/>
            </a:pPr>
            <a:endParaRPr lang="cs-CZ" b="1" dirty="0"/>
          </a:p>
          <a:p>
            <a:pPr marL="0" indent="0" algn="ctr">
              <a:buNone/>
            </a:pPr>
            <a:r>
              <a:rPr lang="cs-CZ" sz="2400" b="1" dirty="0"/>
              <a:t>Portál identity občana: </a:t>
            </a:r>
          </a:p>
          <a:p>
            <a:pPr marL="0" indent="0" algn="ctr">
              <a:buNone/>
            </a:pPr>
            <a:r>
              <a:rPr lang="cs-CZ" sz="2400" b="0" i="0" u="sng" dirty="0">
                <a:solidFill>
                  <a:srgbClr val="96607D"/>
                </a:solidFill>
                <a:effectLst/>
                <a:latin typeface="Aptos" panose="020B0004020202020204" pitchFamily="34" charset="0"/>
                <a:hlinkClick r:id="rId3" tooltip="https://www.identita.gov.cz/"/>
              </a:rPr>
              <a:t>https://identita.gov.cz</a:t>
            </a:r>
            <a:endParaRPr lang="cs-CZ" sz="2400" b="1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4D3D331-2ABA-DF2F-4308-8B65E0A6A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937E6A0-618C-DF1D-EBE1-6AFC93658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63070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481952D-F73F-1DF6-1A65-4CEA1A03F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Portál identity občana_</a:t>
            </a:r>
          </a:p>
        </p:txBody>
      </p:sp>
      <p:pic>
        <p:nvPicPr>
          <p:cNvPr id="7" name="Zástupný obsah 6" descr="Obsah obrázku text, software, snímek obrazovky, Webová stránka&#10;&#10;Obsah vygenerovaný umělou inteligencí může být nesprávný.">
            <a:extLst>
              <a:ext uri="{FF2B5EF4-FFF2-40B4-BE49-F238E27FC236}">
                <a16:creationId xmlns:a16="http://schemas.microsoft.com/office/drawing/2014/main" id="{A045748A-BD50-E30B-1ED7-DD5ABA5DE0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38800" y="911225"/>
            <a:ext cx="8158160" cy="5336895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0612E05-8BF3-7D7C-018E-A12447C02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E72E8DC-79CF-9C38-D0FA-A2A1FA18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4</a:t>
            </a:fld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59CB04-1E15-E467-D2E5-D263496EDA1B}"/>
              </a:ext>
            </a:extLst>
          </p:cNvPr>
          <p:cNvSpPr txBox="1">
            <a:spLocks/>
          </p:cNvSpPr>
          <p:nvPr/>
        </p:nvSpPr>
        <p:spPr>
          <a:xfrm>
            <a:off x="9065204" y="1416676"/>
            <a:ext cx="2461387" cy="434018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dirty="0"/>
              <a:t>Na portálu identity občana je položka Souhlasy a historie.</a:t>
            </a:r>
          </a:p>
          <a:p>
            <a:pPr marL="0" indent="0">
              <a:buNone/>
            </a:pPr>
            <a:r>
              <a:rPr lang="cs-CZ" dirty="0"/>
              <a:t>Zde je zaznamenána nesmazatelná historie všech transakcí použití identity občana včetně udělených souhlasů</a:t>
            </a:r>
          </a:p>
          <a:p>
            <a:pPr marL="0" indent="0">
              <a:buNone/>
            </a:pPr>
            <a:r>
              <a:rPr lang="cs-CZ" b="1" dirty="0"/>
              <a:t>Auditní stopa </a:t>
            </a:r>
            <a:r>
              <a:rPr lang="cs-CZ" dirty="0"/>
              <a:t>umožňující zjistit kdo a co s mojí neoprávněně získanou identitou dělal</a:t>
            </a:r>
          </a:p>
          <a:p>
            <a:pPr marL="0" indent="0">
              <a:buNone/>
            </a:pPr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463627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8F1473-7DCB-8FBC-5649-5F7ED854C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Historie činností_</a:t>
            </a:r>
          </a:p>
        </p:txBody>
      </p:sp>
      <p:pic>
        <p:nvPicPr>
          <p:cNvPr id="7" name="Zástupný obsah 6" descr="Obsah obrázku text, software, snímek obrazovky, Webová stránka&#10;&#10;Obsah vygenerovaný umělou inteligencí může být nesprávný.">
            <a:extLst>
              <a:ext uri="{FF2B5EF4-FFF2-40B4-BE49-F238E27FC236}">
                <a16:creationId xmlns:a16="http://schemas.microsoft.com/office/drawing/2014/main" id="{EBAB170F-AAED-27A9-83AC-397016B237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8408" y="985039"/>
            <a:ext cx="8105032" cy="5302140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D650078-FA80-78AD-DF30-BB302BF21C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D7B45CA1-6347-5B85-4A8D-83B81C77E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5</a:t>
            </a:fld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A460011-C5FA-F812-5803-5DC2915BE1DB}"/>
              </a:ext>
            </a:extLst>
          </p:cNvPr>
          <p:cNvSpPr txBox="1">
            <a:spLocks/>
          </p:cNvSpPr>
          <p:nvPr/>
        </p:nvSpPr>
        <p:spPr>
          <a:xfrm>
            <a:off x="9065204" y="1416676"/>
            <a:ext cx="2461387" cy="4340180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/>
              <a:t>Vždy je uveden portál, který poskytl prostředek k přihlášení, výdeji údajů, nahlížení do záznamu činností, odeslání notifikace nebo autorizace.</a:t>
            </a:r>
          </a:p>
          <a:p>
            <a:pPr marL="0" indent="0">
              <a:buNone/>
            </a:pPr>
            <a:r>
              <a:rPr lang="cs-CZ"/>
              <a:t>Rovněž je zde uveden přesný čas na základě lze celou podezřelou transakci dohledat na příslušném portálu.</a:t>
            </a:r>
          </a:p>
          <a:p>
            <a:pPr marL="0" indent="0">
              <a:buNone/>
            </a:pPr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05832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79F9E6A-5090-4EE0-3253-8979F032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Autorizace_</a:t>
            </a:r>
          </a:p>
        </p:txBody>
      </p:sp>
      <p:pic>
        <p:nvPicPr>
          <p:cNvPr id="7" name="Zástupný obsah 6" descr="Obsah obrázku text, software, Webová stránka, Počítačová ikona&#10;&#10;Obsah vygenerovaný umělou inteligencí může být nesprávný.">
            <a:extLst>
              <a:ext uri="{FF2B5EF4-FFF2-40B4-BE49-F238E27FC236}">
                <a16:creationId xmlns:a16="http://schemas.microsoft.com/office/drawing/2014/main" id="{024B0F59-1812-8373-6D79-987FD84EC7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7488" y="843491"/>
            <a:ext cx="8217890" cy="5375969"/>
          </a:xfrm>
        </p:spPr>
      </p:pic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E4FA1F16-1A12-EDD9-9F41-1EA78936F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CABDE72-3362-4566-BF7E-6A8821658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6</a:t>
            </a:fld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2BD1006-509C-8773-24DC-6B90A8FDB4B1}"/>
              </a:ext>
            </a:extLst>
          </p:cNvPr>
          <p:cNvSpPr txBox="1">
            <a:spLocks/>
          </p:cNvSpPr>
          <p:nvPr/>
        </p:nvSpPr>
        <p:spPr>
          <a:xfrm>
            <a:off x="9065204" y="1120462"/>
            <a:ext cx="2461387" cy="46363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/>
              <a:t>Jedním z důležitých záznamů je autorizace.</a:t>
            </a:r>
          </a:p>
          <a:p>
            <a:pPr marL="0" indent="0">
              <a:buNone/>
            </a:pPr>
            <a:r>
              <a:rPr lang="cs-CZ"/>
              <a:t>Pokud autorizace není uvedena v historii činností může být v případě soudního sporu prohlášena za neplatnou.</a:t>
            </a:r>
          </a:p>
          <a:p>
            <a:pPr marL="0" indent="0">
              <a:buNone/>
            </a:pPr>
            <a:r>
              <a:rPr lang="cs-CZ"/>
              <a:t>Lokální systémy autorizace se do historie činností nepropisují! </a:t>
            </a:r>
          </a:p>
        </p:txBody>
      </p:sp>
      <p:sp>
        <p:nvSpPr>
          <p:cNvPr id="6" name="Zaoblený obdélník 5">
            <a:extLst>
              <a:ext uri="{FF2B5EF4-FFF2-40B4-BE49-F238E27FC236}">
                <a16:creationId xmlns:a16="http://schemas.microsoft.com/office/drawing/2014/main" id="{6A84B202-2CEB-912F-BE0D-D16034BB0006}"/>
              </a:ext>
            </a:extLst>
          </p:cNvPr>
          <p:cNvSpPr/>
          <p:nvPr/>
        </p:nvSpPr>
        <p:spPr>
          <a:xfrm>
            <a:off x="3012509" y="3237113"/>
            <a:ext cx="1503124" cy="238860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27333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C1326B-7A18-5056-1B90-D9D070482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30C405-600B-01CB-66B9-0FA09141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DETAIL ZÁZNAMU_</a:t>
            </a:r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FFA80CD-D078-A0D0-CF42-51D091D8D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533B402-DE34-46B6-B0EB-E69BD5AFF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7</a:t>
            </a:fld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CFB1D3-60AA-2685-4702-B3249D6E2AF9}"/>
              </a:ext>
            </a:extLst>
          </p:cNvPr>
          <p:cNvSpPr txBox="1">
            <a:spLocks/>
          </p:cNvSpPr>
          <p:nvPr/>
        </p:nvSpPr>
        <p:spPr>
          <a:xfrm>
            <a:off x="9065204" y="1120462"/>
            <a:ext cx="2461387" cy="4636394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>
            <a:lvl1pPr marL="288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76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chemeClr val="accent1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864000" indent="-288000" algn="l" defTabSz="914400" rtl="0" eaLnBrk="1" latinLnBrk="0" hangingPunct="1">
              <a:lnSpc>
                <a:spcPct val="120000"/>
              </a:lnSpc>
              <a:spcBef>
                <a:spcPts val="800"/>
              </a:spcBef>
              <a:spcAft>
                <a:spcPts val="400"/>
              </a:spcAft>
              <a:buClr>
                <a:srgbClr val="767676"/>
              </a:buClr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cs-CZ" dirty="0"/>
              <a:t>V detailu záznamu jsou bližší informace o celé transakci, tedy kdo o údaje žádal, jaké údaj požadoval aj. a jakým prostředkem se přihlašoval.</a:t>
            </a:r>
          </a:p>
          <a:p>
            <a:pPr marL="0" indent="0">
              <a:buNone/>
            </a:pPr>
            <a:r>
              <a:rPr lang="cs-CZ" dirty="0"/>
              <a:t>Na základě toho je pak možné dohledat detailní informace v logu příslušného úřadu. 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2C11FE7D-3AA9-DBEC-4CE1-1B206876E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69" y="835944"/>
            <a:ext cx="8205631" cy="5027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41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EE48A9-1703-EDD3-00EB-AD369E932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Autorizace pomocí mobilního klíče </a:t>
            </a:r>
            <a:r>
              <a:rPr lang="cs-CZ" dirty="0" err="1"/>
              <a:t>eGOV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FFFC87C-02FC-9707-4FC2-C5E9E2AD38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2360" y="1924371"/>
            <a:ext cx="3114385" cy="4050406"/>
          </a:xfrm>
        </p:spPr>
        <p:txBody>
          <a:bodyPr/>
          <a:lstStyle/>
          <a:p>
            <a:r>
              <a:rPr lang="cs-CZ" dirty="0"/>
              <a:t>Pomocí mobilního eGovernmentu, který se otevře pomocí otisku prstu nebo Face ID, se jedno- duše </a:t>
            </a:r>
            <a:r>
              <a:rPr lang="cs-CZ" dirty="0" err="1"/>
              <a:t>vyskenuje</a:t>
            </a:r>
            <a:r>
              <a:rPr lang="cs-CZ" dirty="0"/>
              <a:t> QR kód a autorizace je provedena.</a:t>
            </a:r>
          </a:p>
          <a:p>
            <a:endParaRPr lang="cs-CZ" dirty="0"/>
          </a:p>
          <a:p>
            <a:r>
              <a:rPr lang="cs-CZ" dirty="0"/>
              <a:t>Pokud má uživatel </a:t>
            </a:r>
            <a:r>
              <a:rPr lang="cs-CZ" dirty="0" err="1"/>
              <a:t>BankID</a:t>
            </a:r>
            <a:r>
              <a:rPr lang="cs-CZ" dirty="0"/>
              <a:t> může si mobilní klíč eGovernmentu sám aktivovat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C0F0862-63A8-CD1D-D37E-CE60B06FA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8</a:t>
            </a:fld>
            <a:endParaRPr lang="cs-CZ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A4BD64B5-F128-8A97-E704-2B13C17F7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41" y="1174847"/>
            <a:ext cx="5783248" cy="5446421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E937504C-B761-2DEB-262A-C261ABE65D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087" y="1872854"/>
            <a:ext cx="1871633" cy="4050406"/>
          </a:xfrm>
          <a:prstGeom prst="rect">
            <a:avLst/>
          </a:prstGeom>
        </p:spPr>
      </p:pic>
      <p:pic>
        <p:nvPicPr>
          <p:cNvPr id="8" name="Symbol zastępczy obrazu 38" descr="Obraz zawierający monitor, siedzi, czarny, lustro&#10;&#10;Opis wygenerowany automatycznie">
            <a:extLst>
              <a:ext uri="{FF2B5EF4-FFF2-40B4-BE49-F238E27FC236}">
                <a16:creationId xmlns:a16="http://schemas.microsoft.com/office/drawing/2014/main" id="{A1481DA3-101D-3ED0-E693-9F18E30A3C7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698916" y="1363339"/>
            <a:ext cx="2315974" cy="5069436"/>
          </a:xfrm>
          <a:prstGeom prst="rect">
            <a:avLst/>
          </a:prstGeom>
          <a:effectLst>
            <a:outerShdw blurRad="161408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85427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2A22CB6-CF0C-D3E7-3188-606104BD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Základní principy_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F5D129-4FF2-6ABA-39BB-EBDC4313A2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l">
              <a:buFont typeface="+mj-lt"/>
              <a:buAutoNum type="arabicPeriod"/>
            </a:pPr>
            <a:r>
              <a:rPr lang="cs-CZ" sz="2400" i="0" u="none" strike="noStrike" dirty="0">
                <a:solidFill>
                  <a:srgbClr val="242424"/>
                </a:solidFill>
                <a:effectLst/>
                <a:latin typeface="+mn-lt"/>
              </a:rPr>
              <a:t>Uživatel při realizace transakce </a:t>
            </a:r>
            <a:r>
              <a:rPr lang="cs-CZ" sz="2400" dirty="0">
                <a:solidFill>
                  <a:srgbClr val="242424"/>
                </a:solidFill>
                <a:latin typeface="+mn-lt"/>
              </a:rPr>
              <a:t>by měl</a:t>
            </a:r>
            <a:r>
              <a:rPr lang="cs-CZ" sz="2400" i="0" u="none" strike="noStrike" dirty="0">
                <a:solidFill>
                  <a:srgbClr val="242424"/>
                </a:solidFill>
                <a:effectLst/>
                <a:latin typeface="+mn-lt"/>
              </a:rPr>
              <a:t> </a:t>
            </a:r>
            <a:r>
              <a:rPr lang="cs-CZ" sz="2400" b="1" i="0" u="none" strike="noStrike" dirty="0">
                <a:solidFill>
                  <a:srgbClr val="242424"/>
                </a:solidFill>
                <a:effectLst/>
                <a:latin typeface="+mn-lt"/>
              </a:rPr>
              <a:t>autorizaci provést tak, aby bylo možné ji dohledat na Portálu identity občana</a:t>
            </a:r>
            <a:r>
              <a:rPr lang="cs-CZ" sz="2400" i="0" u="none" strike="noStrike" dirty="0">
                <a:solidFill>
                  <a:srgbClr val="242424"/>
                </a:solidFill>
                <a:effectLst/>
                <a:latin typeface="+mn-lt"/>
              </a:rPr>
              <a:t> (auditní stopa).</a:t>
            </a:r>
          </a:p>
          <a:p>
            <a:pPr marL="342900" indent="-342900" algn="l">
              <a:buFont typeface="+mj-lt"/>
              <a:buAutoNum type="arabicPeriod"/>
            </a:pPr>
            <a:r>
              <a:rPr lang="cs-CZ" sz="2400" dirty="0">
                <a:solidFill>
                  <a:srgbClr val="242424"/>
                </a:solidFill>
                <a:latin typeface="+mn-lt"/>
              </a:rPr>
              <a:t>Uživatel služby má právo na </a:t>
            </a:r>
            <a:r>
              <a:rPr lang="cs-CZ" sz="2400" b="1" dirty="0">
                <a:solidFill>
                  <a:srgbClr val="242424"/>
                </a:solidFill>
                <a:latin typeface="+mn-lt"/>
              </a:rPr>
              <a:t>poskytnutí informace o změně údajů </a:t>
            </a:r>
            <a:r>
              <a:rPr lang="cs-CZ" sz="2400" dirty="0">
                <a:solidFill>
                  <a:srgbClr val="242424"/>
                </a:solidFill>
                <a:latin typeface="+mn-lt"/>
              </a:rPr>
              <a:t>vedených o své osobě nebo svých právech a povinnostech v základních registrech nebo agendových informačních systémech neprodleně po jejich změně do datové schránky (§ 11 ZoPDS). </a:t>
            </a:r>
            <a:endParaRPr lang="cs-CZ" sz="2400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A54ADA79-0371-C6E1-C4AF-F641ADDFC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FDA091C4-83EB-25C0-7DF6-7BA658737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365742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E52B7AF-054C-D87A-6EDC-50F339539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Jaké hrozí nebezpečí_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6FBDCC4-E2CE-8DD5-06CA-222E1788CD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0000" y="1313645"/>
            <a:ext cx="11113200" cy="4656849"/>
          </a:xfrm>
        </p:spPr>
        <p:txBody>
          <a:bodyPr>
            <a:normAutofit lnSpcReduction="10000"/>
          </a:bodyPr>
          <a:lstStyle/>
          <a:p>
            <a:r>
              <a:rPr lang="cs-CZ" sz="2000" dirty="0"/>
              <a:t>Je nutná ochrana uživatele prokazatelným způsobem (EX ANTE). Řádná autorizace pomocí NIA </a:t>
            </a:r>
            <a:r>
              <a:rPr lang="cs-CZ" sz="2000" b="1" dirty="0"/>
              <a:t>snižuje</a:t>
            </a:r>
            <a:r>
              <a:rPr lang="cs-CZ" sz="2000" dirty="0"/>
              <a:t> riziko provedení neautorizovaného úkonu jinou osobou na stejném zařízení</a:t>
            </a:r>
          </a:p>
          <a:p>
            <a:pPr lvl="1"/>
            <a:r>
              <a:rPr lang="cs-CZ" sz="2000" dirty="0"/>
              <a:t>Bez autorizace může útočník jen na základě jednoho špatného přihlášení uživatele provádět transakce na stovkách portálů státní správy (dotace, změna účtů, </a:t>
            </a:r>
            <a:r>
              <a:rPr lang="cs-CZ" sz="2000"/>
              <a:t>změna majitele)</a:t>
            </a:r>
            <a:endParaRPr lang="cs-CZ" sz="2000" dirty="0"/>
          </a:p>
          <a:p>
            <a:r>
              <a:rPr lang="cs-CZ" sz="2000" dirty="0"/>
              <a:t>Kromě toho je potřeba řešit ochranu uživatele následně (EX POST), tedy dohledání důležitých akcí provedených jménem uživatele napříč veřejnou správou. </a:t>
            </a:r>
            <a:r>
              <a:rPr lang="cs-CZ" sz="2000" b="1" dirty="0"/>
              <a:t>To lze jedině, pokud autorizace bude centrální a tedy auditní stopa centrální. </a:t>
            </a:r>
            <a:endParaRPr lang="cs-CZ" sz="2000" dirty="0"/>
          </a:p>
          <a:p>
            <a:pPr lvl="1"/>
            <a:r>
              <a:rPr lang="cs-CZ" sz="2000" dirty="0"/>
              <a:t>Pokud v rámci NIA není v historii autorizace k digitálnímu úkonu, uživatel nemá možnost se zpětně dozvědět, kde všude proběhly úkony vůči státní správě (chybí auditní stopa)</a:t>
            </a:r>
          </a:p>
          <a:p>
            <a:pPr lvl="1"/>
            <a:r>
              <a:rPr lang="cs-CZ" sz="2000" dirty="0"/>
              <a:t>Uživatel by musel procházet portály státní správy, zda není někde jeho jménem vystavená podání (žádost, zplnomocnění, změna údajů ..)</a:t>
            </a:r>
          </a:p>
          <a:p>
            <a:pPr marL="288000" lvl="1" indent="0">
              <a:buNone/>
            </a:pPr>
            <a:endParaRPr lang="cs-CZ" sz="2000" dirty="0"/>
          </a:p>
          <a:p>
            <a:pPr marL="288000" lvl="1" indent="0">
              <a:buNone/>
            </a:pPr>
            <a:endParaRPr lang="cs-CZ" sz="2000" dirty="0"/>
          </a:p>
          <a:p>
            <a:pPr marL="288000" lvl="1" indent="0">
              <a:buNone/>
            </a:pPr>
            <a:endParaRPr lang="cs-CZ" sz="2000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5D53B89-1C8F-EF0E-80AB-9852B009D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 dirty="0">
                <a:solidFill>
                  <a:schemeClr val="accent3"/>
                </a:solidFill>
              </a:rPr>
              <a:t>DIA.</a:t>
            </a:r>
            <a:r>
              <a:rPr lang="cs-CZ" dirty="0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A185820-9FA8-E552-458F-4FDA2409B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10</a:t>
            </a:fld>
            <a:endParaRPr lang="cs-CZ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7BF88895-ECD8-3CF6-F64E-13C8EBF39622}"/>
              </a:ext>
            </a:extLst>
          </p:cNvPr>
          <p:cNvSpPr txBox="1"/>
          <p:nvPr/>
        </p:nvSpPr>
        <p:spPr>
          <a:xfrm>
            <a:off x="6220496" y="785611"/>
            <a:ext cx="0" cy="0"/>
          </a:xfrm>
          <a:prstGeom prst="rect">
            <a:avLst/>
          </a:prstGeom>
        </p:spPr>
        <p:txBody>
          <a:bodyPr vert="horz" wrap="none" lIns="0" tIns="0" rIns="0" bIns="0" rtlCol="0" anchor="t" anchorCtr="0">
            <a:normAutofit fontScale="25000" lnSpcReduction="20000"/>
          </a:bodyPr>
          <a:lstStyle/>
          <a:p>
            <a:pPr algn="l"/>
            <a:endParaRPr lang="cs-CZ" sz="1800">
              <a:solidFill>
                <a:srgbClr val="2E2D2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43273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790F5BA-B9EF-F157-2BD2-117764095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Autorizace </a:t>
            </a:r>
            <a:r>
              <a:rPr lang="cs-CZ"/>
              <a:t>digitálního úkonu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010E22-C008-A891-2A90-65F93757F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dirty="0"/>
              <a:t>Národní architektura veřejné správy</a:t>
            </a:r>
          </a:p>
          <a:p>
            <a:pPr lvl="1"/>
            <a:r>
              <a:rPr lang="cs-CZ" dirty="0"/>
              <a:t>1. Architektonické dokumenty</a:t>
            </a:r>
          </a:p>
          <a:p>
            <a:pPr lvl="2"/>
            <a:r>
              <a:rPr lang="cs-CZ" dirty="0"/>
              <a:t>Rozšiřující znalostní báze</a:t>
            </a:r>
          </a:p>
          <a:p>
            <a:pPr marL="576000" lvl="2" indent="0">
              <a:buNone/>
            </a:pPr>
            <a:r>
              <a:rPr lang="cs-CZ" dirty="0"/>
              <a:t> </a:t>
            </a:r>
            <a:endParaRPr lang="cs-CZ" dirty="0">
              <a:hlinkClick r:id="rId2"/>
            </a:endParaRPr>
          </a:p>
          <a:p>
            <a:r>
              <a:rPr lang="cs-CZ" dirty="0">
                <a:hlinkClick r:id="rId2"/>
              </a:rPr>
              <a:t>https://archi.gov.cz/znalostni_baze:autorizace_ukonu</a:t>
            </a:r>
            <a:endParaRPr lang="cs-CZ" dirty="0"/>
          </a:p>
          <a:p>
            <a:pPr lvl="1"/>
            <a:endParaRPr lang="cs-CZ" dirty="0"/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>
              <a:hlinkClick r:id="rId2"/>
            </a:endParaRPr>
          </a:p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37EA929-E179-2C68-7633-13B0F44A6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cs-CZ">
                <a:solidFill>
                  <a:schemeClr val="accent3"/>
                </a:solidFill>
              </a:rPr>
              <a:t>DIA.</a:t>
            </a:r>
            <a:r>
              <a:rPr lang="cs-CZ"/>
              <a:t>GOV.CZ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2913F3FE-D52A-D206-FFD4-96C569A9D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1F385E-1634-DB44-B85F-E63591247372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64358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38381D17-4ED9-E0DD-C6C8-5791AB6E8B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Děkuji za pozornost_</a:t>
            </a:r>
          </a:p>
        </p:txBody>
      </p:sp>
      <p:sp>
        <p:nvSpPr>
          <p:cNvPr id="6" name="Podnadpis 5">
            <a:extLst>
              <a:ext uri="{FF2B5EF4-FFF2-40B4-BE49-F238E27FC236}">
                <a16:creationId xmlns:a16="http://schemas.microsoft.com/office/drawing/2014/main" id="{E39FB015-3C1B-978A-0D3B-EC9DF736DB3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/>
              <a:t>Prostor pro vaše dotazy</a:t>
            </a:r>
          </a:p>
        </p:txBody>
      </p:sp>
      <p:sp>
        <p:nvSpPr>
          <p:cNvPr id="7" name="Zástupný text 6">
            <a:extLst>
              <a:ext uri="{FF2B5EF4-FFF2-40B4-BE49-F238E27FC236}">
                <a16:creationId xmlns:a16="http://schemas.microsoft.com/office/drawing/2014/main" id="{6D200979-162A-B5B5-F758-5BF89E7F9EC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cs-CZ"/>
              <a:t>Jan Petr</a:t>
            </a:r>
          </a:p>
          <a:p>
            <a:r>
              <a:rPr lang="cs-CZ" err="1"/>
              <a:t>jan.petr@dia.gov.cz</a:t>
            </a:r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05156505"/>
      </p:ext>
    </p:extLst>
  </p:cSld>
  <p:clrMapOvr>
    <a:masterClrMapping/>
  </p:clrMapOvr>
</p:sld>
</file>

<file path=ppt/theme/theme1.xml><?xml version="1.0" encoding="utf-8"?>
<a:theme xmlns:a="http://schemas.openxmlformats.org/drawingml/2006/main" name="DIA_ nadpis a text s odrážkami">
  <a:themeElements>
    <a:clrScheme name="Vlastní 1">
      <a:dk1>
        <a:srgbClr val="000000"/>
      </a:dk1>
      <a:lt1>
        <a:srgbClr val="FFFFFF"/>
      </a:lt1>
      <a:dk2>
        <a:srgbClr val="2E2C2B"/>
      </a:dk2>
      <a:lt2>
        <a:srgbClr val="DCDCDC"/>
      </a:lt2>
      <a:accent1>
        <a:srgbClr val="368537"/>
      </a:accent1>
      <a:accent2>
        <a:srgbClr val="35398E"/>
      </a:accent2>
      <a:accent3>
        <a:srgbClr val="2E2C2B"/>
      </a:accent3>
      <a:accent4>
        <a:srgbClr val="BDBCBC"/>
      </a:accent4>
      <a:accent5>
        <a:srgbClr val="C52A3A"/>
      </a:accent5>
      <a:accent6>
        <a:srgbClr val="757575"/>
      </a:accent6>
      <a:hlink>
        <a:srgbClr val="45AC48"/>
      </a:hlink>
      <a:folHlink>
        <a:srgbClr val="35398E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0" tIns="0" rIns="0" bIns="0" rtlCol="0" anchor="t" anchorCtr="0">
        <a:normAutofit/>
      </a:bodyPr>
      <a:lstStyle>
        <a:defPPr algn="l">
          <a:defRPr sz="1800" dirty="0" smtClean="0">
            <a:solidFill>
              <a:srgbClr val="2E2D2C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zentace3" id="{BE708AF8-05F3-634E-9F7B-2588D644F313}" vid="{8AE40BDA-163F-A14A-B1A0-4A4B9572C5E5}"/>
    </a:ext>
  </a:extLst>
</a:theme>
</file>

<file path=ppt/theme/theme2.xml><?xml version="1.0" encoding="utf-8"?>
<a:theme xmlns:a="http://schemas.openxmlformats.org/drawingml/2006/main" name="Vlastní návrh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6a559f6-78cc-4fcb-80ce-aeceb24eab07">
      <Terms xmlns="http://schemas.microsoft.com/office/infopath/2007/PartnerControls"/>
    </lcf76f155ced4ddcb4097134ff3c332f>
    <TaxCatchAll xmlns="dedea830-d126-41b7-9f69-5dc598a679e7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78dad52094ef21a7bcd360097e82d926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ede8f4a97788e86423fce8fc79d6cf0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23D26E-0541-4DA0-A477-5C8C6F0940A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FFC4A16-FB80-4302-ABCF-BFA1C75DBE66}">
  <ds:schemaRefs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schemas.microsoft.com/office/2006/metadata/properties"/>
    <ds:schemaRef ds:uri="60eff747-50e2-4621-8df6-458c8151a505"/>
    <ds:schemaRef ds:uri="http://purl.org/dc/dcmitype/"/>
    <ds:schemaRef ds:uri="http://schemas.microsoft.com/office/infopath/2007/PartnerControls"/>
    <ds:schemaRef ds:uri="0f7720ff-53f2-424f-bdbf-9f2258d7a7d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818E88D-BAD9-4EDF-9690-38A936484C49}"/>
</file>

<file path=docProps/app.xml><?xml version="1.0" encoding="utf-8"?>
<Properties xmlns="http://schemas.openxmlformats.org/officeDocument/2006/extended-properties" xmlns:vt="http://schemas.openxmlformats.org/officeDocument/2006/docPropsVTypes">
  <Template>DIA_ nadpis a text s odrážkami</Template>
  <TotalTime>202</TotalTime>
  <Words>657</Words>
  <Application>Microsoft Macintosh PowerPoint</Application>
  <PresentationFormat>Širokoúhlá obrazovka</PresentationFormat>
  <Paragraphs>82</Paragraphs>
  <Slides>12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12</vt:i4>
      </vt:variant>
    </vt:vector>
  </HeadingPairs>
  <TitlesOfParts>
    <vt:vector size="19" baseType="lpstr">
      <vt:lpstr>Aptos</vt:lpstr>
      <vt:lpstr>Arial</vt:lpstr>
      <vt:lpstr>Azeret Mono</vt:lpstr>
      <vt:lpstr>Azeret Mono Medium</vt:lpstr>
      <vt:lpstr>Wingdings</vt:lpstr>
      <vt:lpstr>DIA_ nadpis a text s odrážkami</vt:lpstr>
      <vt:lpstr>Vlastní návrh</vt:lpstr>
      <vt:lpstr>Základní Principy bezpečnosti transakčních portálů</vt:lpstr>
      <vt:lpstr>Základní principy bezpečnosti implementace transakčních portálů_ </vt:lpstr>
      <vt:lpstr>Dohledatelnost zásahů_ </vt:lpstr>
      <vt:lpstr>Portál identity občana_</vt:lpstr>
      <vt:lpstr>Historie činností_</vt:lpstr>
      <vt:lpstr>Autorizace_</vt:lpstr>
      <vt:lpstr>DETAIL ZÁZNAMU_</vt:lpstr>
      <vt:lpstr>Autorizace pomocí mobilního klíče eGOV</vt:lpstr>
      <vt:lpstr>Základní principy_</vt:lpstr>
      <vt:lpstr>Jaké hrozí nebezpečí_</vt:lpstr>
      <vt:lpstr>Autorizace digitálního úkonu</vt:lpstr>
      <vt:lpstr>Děkuji za pozornost_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Výchozí šablona pro prezentace</dc:subject>
  <dc:creator>Petr Jan</dc:creator>
  <cp:keywords>PPT prezentace šablona DIA PowerPoint</cp:keywords>
  <dc:description/>
  <cp:lastModifiedBy>Petr Jan</cp:lastModifiedBy>
  <cp:revision>3</cp:revision>
  <dcterms:created xsi:type="dcterms:W3CDTF">2024-11-22T06:29:38Z</dcterms:created>
  <dcterms:modified xsi:type="dcterms:W3CDTF">2025-05-05T06:17:38Z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  <property fmtid="{D5CDD505-2E9C-101B-9397-08002B2CF9AE}" pid="3" name="MediaServiceImageTags">
    <vt:lpwstr/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Method">
    <vt:lpwstr>Standard</vt:lpwstr>
  </property>
  <property fmtid="{D5CDD505-2E9C-101B-9397-08002B2CF9AE}" pid="6" name="MSIP_Label_defa4170-0d19-0005-0004-bc88714345d2_Name">
    <vt:lpwstr>defa4170-0d19-0005-0004-bc88714345d2</vt:lpwstr>
  </property>
  <property fmtid="{D5CDD505-2E9C-101B-9397-08002B2CF9AE}" pid="7" name="MSIP_Label_defa4170-0d19-0005-0004-bc88714345d2_SiteId">
    <vt:lpwstr>5b6b85cd-44ef-4d66-86d4-603dd2160780</vt:lpwstr>
  </property>
  <property fmtid="{D5CDD505-2E9C-101B-9397-08002B2CF9AE}" pid="8" name="MSIP_Label_defa4170-0d19-0005-0004-bc88714345d2_ActionId">
    <vt:lpwstr>a2d8e465-2e67-489c-bf05-fd17198c7476</vt:lpwstr>
  </property>
  <property fmtid="{D5CDD505-2E9C-101B-9397-08002B2CF9AE}" pid="9" name="MSIP_Label_defa4170-0d19-0005-0004-bc88714345d2_ContentBits">
    <vt:lpwstr>0</vt:lpwstr>
  </property>
  <property fmtid="{D5CDD505-2E9C-101B-9397-08002B2CF9AE}" pid="10" name="MSIP_Label_defa4170-0d19-0005-0004-bc88714345d2_Tag">
    <vt:lpwstr>10, 3, 0, 2</vt:lpwstr>
  </property>
  <property fmtid="{D5CDD505-2E9C-101B-9397-08002B2CF9AE}" pid="11" name="MSIP_Label_defa4170-0d19-0005-0004-bc88714345d2_SetDate">
    <vt:lpwstr>2025-04-16T07:58:37Z</vt:lpwstr>
  </property>
</Properties>
</file>