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 r:id="rId5"/>
    <p:sldId id="263" r:id="rId6"/>
    <p:sldId id="432" r:id="rId7"/>
    <p:sldId id="446" r:id="rId8"/>
    <p:sldId id="441" r:id="rId9"/>
    <p:sldId id="447" r:id="rId10"/>
    <p:sldId id="261" r:id="rId11"/>
    <p:sldId id="425" r:id="rId12"/>
    <p:sldId id="426" r:id="rId13"/>
    <p:sldId id="435" r:id="rId14"/>
    <p:sldId id="293" r:id="rId15"/>
    <p:sldId id="4663" r:id="rId16"/>
    <p:sldId id="4653" r:id="rId17"/>
    <p:sldId id="464" r:id="rId18"/>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F44054-D4E4-05D1-AE65-5390805DC6B3}" name="Šimon Trusina" initials="ŠT" userId="S::simon.trusina@dia.gov.cz::ad935c6b-ed6c-4293-bc4c-891c765e3afb" providerId="AD"/>
  <p188:author id="{CEE89E82-393C-2DF8-411F-EF016A5EA3D4}" name="Petr Jan" initials="" userId="S::jan.petr@dia.gov.cz::619497a3-6dda-48a9-9783-3fc51734f3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00A880-6F34-824A-AC0F-25026ECECA7D}" v="1" dt="2024-02-19T07:15:05.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38"/>
    <p:restoredTop sz="94676"/>
  </p:normalViewPr>
  <p:slideViewPr>
    <p:cSldViewPr snapToGrid="0">
      <p:cViewPr varScale="1">
        <p:scale>
          <a:sx n="114" d="100"/>
          <a:sy n="114" d="100"/>
        </p:scale>
        <p:origin x="4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r Jan" userId="619497a3-6dda-48a9-9783-3fc51734f31c" providerId="ADAL" clId="{A100A880-6F34-824A-AC0F-25026ECECA7D}"/>
    <pc:docChg chg="undo custSel addSld delSld modSld">
      <pc:chgData name="Petr Jan" userId="619497a3-6dda-48a9-9783-3fc51734f31c" providerId="ADAL" clId="{A100A880-6F34-824A-AC0F-25026ECECA7D}" dt="2024-02-19T07:18:17.033" v="177" actId="20577"/>
      <pc:docMkLst>
        <pc:docMk/>
      </pc:docMkLst>
      <pc:sldChg chg="del">
        <pc:chgData name="Petr Jan" userId="619497a3-6dda-48a9-9783-3fc51734f31c" providerId="ADAL" clId="{A100A880-6F34-824A-AC0F-25026ECECA7D}" dt="2024-02-18T20:19:40.006" v="0" actId="2696"/>
        <pc:sldMkLst>
          <pc:docMk/>
          <pc:sldMk cId="3652346944" sldId="367"/>
        </pc:sldMkLst>
      </pc:sldChg>
      <pc:sldChg chg="modSp add mod">
        <pc:chgData name="Petr Jan" userId="619497a3-6dda-48a9-9783-3fc51734f31c" providerId="ADAL" clId="{A100A880-6F34-824A-AC0F-25026ECECA7D}" dt="2024-02-19T07:18:17.033" v="177" actId="20577"/>
        <pc:sldMkLst>
          <pc:docMk/>
          <pc:sldMk cId="3939535073" sldId="464"/>
        </pc:sldMkLst>
        <pc:spChg chg="mod">
          <ac:chgData name="Petr Jan" userId="619497a3-6dda-48a9-9783-3fc51734f31c" providerId="ADAL" clId="{A100A880-6F34-824A-AC0F-25026ECECA7D}" dt="2024-02-19T07:18:17.033" v="177" actId="20577"/>
          <ac:spMkLst>
            <pc:docMk/>
            <pc:sldMk cId="3939535073" sldId="464"/>
            <ac:spMk id="3" creationId="{0842B2C3-A5CE-EA6A-59B2-A53B776AAE2D}"/>
          </ac:spMkLst>
        </pc:spChg>
      </pc:sldChg>
      <pc:sldChg chg="addSp delSp modSp new del mod modClrScheme chgLayout">
        <pc:chgData name="Petr Jan" userId="619497a3-6dda-48a9-9783-3fc51734f31c" providerId="ADAL" clId="{A100A880-6F34-824A-AC0F-25026ECECA7D}" dt="2024-02-19T07:15:08.603" v="13" actId="2696"/>
        <pc:sldMkLst>
          <pc:docMk/>
          <pc:sldMk cId="2285724912" sldId="4664"/>
        </pc:sldMkLst>
        <pc:spChg chg="mod ord">
          <ac:chgData name="Petr Jan" userId="619497a3-6dda-48a9-9783-3fc51734f31c" providerId="ADAL" clId="{A100A880-6F34-824A-AC0F-25026ECECA7D}" dt="2024-02-19T07:13:50.012" v="2" actId="700"/>
          <ac:spMkLst>
            <pc:docMk/>
            <pc:sldMk cId="2285724912" sldId="4664"/>
            <ac:spMk id="2" creationId="{7D5480E6-F7EF-981A-63DD-AAF93BE69290}"/>
          </ac:spMkLst>
        </pc:spChg>
        <pc:spChg chg="mod ord">
          <ac:chgData name="Petr Jan" userId="619497a3-6dda-48a9-9783-3fc51734f31c" providerId="ADAL" clId="{A100A880-6F34-824A-AC0F-25026ECECA7D}" dt="2024-02-19T07:13:50.012" v="2" actId="700"/>
          <ac:spMkLst>
            <pc:docMk/>
            <pc:sldMk cId="2285724912" sldId="4664"/>
            <ac:spMk id="3" creationId="{38C0C058-7BF7-DB5F-B2A3-F2AA09B2A1B4}"/>
          </ac:spMkLst>
        </pc:spChg>
        <pc:spChg chg="del mod ord">
          <ac:chgData name="Petr Jan" userId="619497a3-6dda-48a9-9783-3fc51734f31c" providerId="ADAL" clId="{A100A880-6F34-824A-AC0F-25026ECECA7D}" dt="2024-02-19T07:13:50.012" v="2" actId="700"/>
          <ac:spMkLst>
            <pc:docMk/>
            <pc:sldMk cId="2285724912" sldId="4664"/>
            <ac:spMk id="4" creationId="{E0DDBB41-5CC8-0C5C-7E70-012BD11BAB7C}"/>
          </ac:spMkLst>
        </pc:spChg>
        <pc:spChg chg="del">
          <ac:chgData name="Petr Jan" userId="619497a3-6dda-48a9-9783-3fc51734f31c" providerId="ADAL" clId="{A100A880-6F34-824A-AC0F-25026ECECA7D}" dt="2024-02-19T07:13:50.012" v="2" actId="700"/>
          <ac:spMkLst>
            <pc:docMk/>
            <pc:sldMk cId="2285724912" sldId="4664"/>
            <ac:spMk id="5" creationId="{5CEFEBF6-AF3E-839E-5BB0-C6763BDB13FA}"/>
          </ac:spMkLst>
        </pc:spChg>
        <pc:spChg chg="add mod ord">
          <ac:chgData name="Petr Jan" userId="619497a3-6dda-48a9-9783-3fc51734f31c" providerId="ADAL" clId="{A100A880-6F34-824A-AC0F-25026ECECA7D}" dt="2024-02-19T07:13:55.359" v="11" actId="20577"/>
          <ac:spMkLst>
            <pc:docMk/>
            <pc:sldMk cId="2285724912" sldId="4664"/>
            <ac:spMk id="6" creationId="{EE78AD62-722B-1F5E-D232-D3964CCDAEEB}"/>
          </ac:spMkLst>
        </pc:spChg>
        <pc:spChg chg="add mod ord">
          <ac:chgData name="Petr Jan" userId="619497a3-6dda-48a9-9783-3fc51734f31c" providerId="ADAL" clId="{A100A880-6F34-824A-AC0F-25026ECECA7D}" dt="2024-02-19T07:13:50.012" v="2" actId="700"/>
          <ac:spMkLst>
            <pc:docMk/>
            <pc:sldMk cId="2285724912" sldId="4664"/>
            <ac:spMk id="7" creationId="{E4ACD603-DF37-7268-23FB-CAD810D21D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72D79C-3F1F-4B25-A371-AE980EFD9CA2}" type="datetimeFigureOut">
              <a:rPr lang="cs-CZ" smtClean="0"/>
              <a:t>19.02.2024</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AAC7B-010F-47DE-9AE6-1B770C20BEA0}" type="slidenum">
              <a:rPr lang="cs-CZ" smtClean="0"/>
              <a:t>‹#›</a:t>
            </a:fld>
            <a:endParaRPr lang="cs-CZ"/>
          </a:p>
        </p:txBody>
      </p:sp>
    </p:spTree>
    <p:extLst>
      <p:ext uri="{BB962C8B-B14F-4D97-AF65-F5344CB8AC3E}">
        <p14:creationId xmlns:p14="http://schemas.microsoft.com/office/powerpoint/2010/main" val="3885747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a:t>Pozvánka</a:t>
            </a:r>
          </a:p>
          <a:p>
            <a:endParaRPr lang="cs-CZ"/>
          </a:p>
          <a:p>
            <a:r>
              <a:rPr lang="cs-CZ" sz="2400"/>
              <a:t>Zhodnocení II. etapy implementace zákona a stavu realizace na jednotlivých úřadech </a:t>
            </a:r>
          </a:p>
          <a:p>
            <a:r>
              <a:rPr lang="cs-CZ" sz="2400"/>
              <a:t>Výsledky práce pracovního týmu</a:t>
            </a:r>
          </a:p>
          <a:p>
            <a:r>
              <a:rPr lang="cs-CZ" sz="2400"/>
              <a:t>Priority pro III. etapu:</a:t>
            </a:r>
          </a:p>
          <a:p>
            <a:pPr lvl="1"/>
            <a:r>
              <a:rPr lang="cs-CZ" sz="2000"/>
              <a:t>Právo na zajištění údajů a právo na zajištění právních skutečností</a:t>
            </a:r>
          </a:p>
          <a:p>
            <a:pPr lvl="1"/>
            <a:r>
              <a:rPr lang="cs-CZ" sz="2000"/>
              <a:t>Samoobslužné portály</a:t>
            </a:r>
          </a:p>
          <a:p>
            <a:pPr lvl="1"/>
            <a:r>
              <a:rPr lang="cs-CZ" sz="2000"/>
              <a:t>Elektronické formuláře</a:t>
            </a:r>
          </a:p>
          <a:p>
            <a:pPr lvl="1"/>
            <a:r>
              <a:rPr lang="cs-CZ" sz="2000"/>
              <a:t>Samospráva a přenesená působnost</a:t>
            </a:r>
          </a:p>
          <a:p>
            <a:endParaRPr lang="cs-CZ"/>
          </a:p>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3</a:t>
            </a:fld>
            <a:endParaRPr lang="cs-CZ"/>
          </a:p>
        </p:txBody>
      </p:sp>
    </p:spTree>
    <p:extLst>
      <p:ext uri="{BB962C8B-B14F-4D97-AF65-F5344CB8AC3E}">
        <p14:creationId xmlns:p14="http://schemas.microsoft.com/office/powerpoint/2010/main" val="227338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4</a:t>
            </a:fld>
            <a:endParaRPr lang="cs-CZ"/>
          </a:p>
        </p:txBody>
      </p:sp>
    </p:spTree>
    <p:extLst>
      <p:ext uri="{BB962C8B-B14F-4D97-AF65-F5344CB8AC3E}">
        <p14:creationId xmlns:p14="http://schemas.microsoft.com/office/powerpoint/2010/main" val="387750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68EAAC7B-010F-47DE-9AE6-1B770C20BEA0}" type="slidenum">
              <a:rPr lang="cs-CZ" smtClean="0"/>
              <a:t>5</a:t>
            </a:fld>
            <a:endParaRPr lang="cs-CZ"/>
          </a:p>
        </p:txBody>
      </p:sp>
    </p:spTree>
    <p:extLst>
      <p:ext uri="{BB962C8B-B14F-4D97-AF65-F5344CB8AC3E}">
        <p14:creationId xmlns:p14="http://schemas.microsoft.com/office/powerpoint/2010/main" val="3314600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defTabSz="914126">
              <a:defRPr/>
            </a:pPr>
            <a:endParaRPr lang="cs-CZ" baseline="0" dirty="0">
              <a:latin typeface="Arial" panose="020B0604020202020204" pitchFamily="34" charset="0"/>
              <a:cs typeface="Arial" panose="020B0604020202020204" pitchFamily="34" charset="0"/>
            </a:endParaRPr>
          </a:p>
        </p:txBody>
      </p:sp>
      <p:sp>
        <p:nvSpPr>
          <p:cNvPr id="5" name="Zástupný symbol pro číslo snímku 4"/>
          <p:cNvSpPr>
            <a:spLocks noGrp="1"/>
          </p:cNvSpPr>
          <p:nvPr>
            <p:ph type="sldNum" sz="quarter" idx="11"/>
          </p:nvPr>
        </p:nvSpPr>
        <p:spPr/>
        <p:txBody>
          <a:bodyPr/>
          <a:lstStyle/>
          <a:p>
            <a:pPr>
              <a:defRPr/>
            </a:pPr>
            <a:fld id="{EAF2DA1A-2CB5-4E7B-A130-6BDB9B2187DF}" type="slidenum">
              <a:rPr lang="cs-CZ" smtClean="0"/>
              <a:pPr>
                <a:defRPr/>
              </a:pPr>
              <a:t>12</a:t>
            </a:fld>
            <a:endParaRPr lang="cs-CZ" dirty="0"/>
          </a:p>
        </p:txBody>
      </p:sp>
    </p:spTree>
    <p:extLst>
      <p:ext uri="{BB962C8B-B14F-4D97-AF65-F5344CB8AC3E}">
        <p14:creationId xmlns:p14="http://schemas.microsoft.com/office/powerpoint/2010/main" val="2913429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image" Target="../media/image2.png"/><Relationship Id="rId16" Type="http://schemas.openxmlformats.org/officeDocument/2006/relationships/image" Target="../media/image23.svg"/><Relationship Id="rId1" Type="http://schemas.openxmlformats.org/officeDocument/2006/relationships/slideMaster" Target="../slideMasters/slideMaster1.xml"/><Relationship Id="rId6" Type="http://schemas.openxmlformats.org/officeDocument/2006/relationships/image" Target="../media/image7.svg"/><Relationship Id="rId11" Type="http://schemas.openxmlformats.org/officeDocument/2006/relationships/image" Target="../media/image18.png"/><Relationship Id="rId5" Type="http://schemas.openxmlformats.org/officeDocument/2006/relationships/image" Target="../media/image6.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3.svg"/><Relationship Id="rId9" Type="http://schemas.openxmlformats.org/officeDocument/2006/relationships/image" Target="../media/image16.png"/><Relationship Id="rId14"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7663C4-7B8F-45D0-9772-21160695EFAA}"/>
              </a:ext>
            </a:extLst>
          </p:cNvPr>
          <p:cNvSpPr>
            <a:spLocks noGrp="1"/>
          </p:cNvSpPr>
          <p:nvPr>
            <p:ph type="ctrTitle" hasCustomPrompt="1"/>
          </p:nvPr>
        </p:nvSpPr>
        <p:spPr>
          <a:xfrm>
            <a:off x="468000" y="252000"/>
            <a:ext cx="7068873" cy="1115786"/>
          </a:xfrm>
        </p:spPr>
        <p:txBody>
          <a:bodyPr anchor="b">
            <a:normAutofit/>
          </a:bodyPr>
          <a:lstStyle>
            <a:lvl1pPr algn="l">
              <a:defRPr sz="4800" b="1" cap="all" baseline="0"/>
            </a:lvl1pPr>
          </a:lstStyle>
          <a:p>
            <a:r>
              <a:rPr lang="cs-CZ"/>
              <a:t>NÁZEV_PREZENTACE_</a:t>
            </a:r>
          </a:p>
        </p:txBody>
      </p:sp>
      <p:sp>
        <p:nvSpPr>
          <p:cNvPr id="3" name="Podnadpis 2">
            <a:extLst>
              <a:ext uri="{FF2B5EF4-FFF2-40B4-BE49-F238E27FC236}">
                <a16:creationId xmlns:a16="http://schemas.microsoft.com/office/drawing/2014/main" id="{3D0F76BF-7886-4118-97BC-2897E602A3E5}"/>
              </a:ext>
            </a:extLst>
          </p:cNvPr>
          <p:cNvSpPr>
            <a:spLocks noGrp="1"/>
          </p:cNvSpPr>
          <p:nvPr>
            <p:ph type="subTitle" idx="1" hasCustomPrompt="1"/>
          </p:nvPr>
        </p:nvSpPr>
        <p:spPr>
          <a:xfrm>
            <a:off x="464455" y="2203677"/>
            <a:ext cx="4601029" cy="1655762"/>
          </a:xfrm>
        </p:spPr>
        <p:txBody>
          <a:bodyPr/>
          <a:lstStyle>
            <a:lvl1pPr marL="0" indent="0" algn="l">
              <a:buNone/>
              <a:defRPr sz="3600" cap="all" baseline="0">
                <a:latin typeface="+mn-lt"/>
                <a:cs typeface="Azeret Mono" panose="020B0604020202020204"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JMÉNO_PŘÍJMENÍ_</a:t>
            </a:r>
          </a:p>
          <a:p>
            <a:r>
              <a:rPr lang="cs-CZ"/>
              <a:t>Podnadpis_</a:t>
            </a:r>
          </a:p>
          <a:p>
            <a:r>
              <a:rPr lang="cs-CZ"/>
              <a:t>	</a:t>
            </a:r>
          </a:p>
        </p:txBody>
      </p:sp>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latin typeface="+mn-lt"/>
              </a:defRPr>
            </a:lvl1pPr>
          </a:lstStyle>
          <a:p>
            <a:r>
              <a:rPr lang="cs-CZ">
                <a:solidFill>
                  <a:schemeClr val="tx1"/>
                </a:solidFill>
                <a:ea typeface="Roboto" panose="02000000000000000000" pitchFamily="2" charset="0"/>
                <a:cs typeface="Azeret Mono" pitchFamily="2" charset="0"/>
              </a:rPr>
              <a:t>TŘETÍ_ETAPA_ZOPDS 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7" name="Obrázek 6">
            <a:extLst>
              <a:ext uri="{FF2B5EF4-FFF2-40B4-BE49-F238E27FC236}">
                <a16:creationId xmlns:a16="http://schemas.microsoft.com/office/drawing/2014/main" id="{2999A050-B5E7-4A54-A916-B2536BE2EC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4455" y="6267996"/>
            <a:ext cx="1077642" cy="481258"/>
          </a:xfrm>
          <a:prstGeom prst="rect">
            <a:avLst/>
          </a:prstGeom>
        </p:spPr>
      </p:pic>
    </p:spTree>
    <p:extLst>
      <p:ext uri="{BB962C8B-B14F-4D97-AF65-F5344CB8AC3E}">
        <p14:creationId xmlns:p14="http://schemas.microsoft.com/office/powerpoint/2010/main" val="207985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6D31521-8F3D-4FFB-9712-99CD1DFEABCF}"/>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OBSAH_</a:t>
            </a:r>
          </a:p>
        </p:txBody>
      </p:sp>
      <p:sp>
        <p:nvSpPr>
          <p:cNvPr id="3" name="Zástupný obsah 2">
            <a:extLst>
              <a:ext uri="{FF2B5EF4-FFF2-40B4-BE49-F238E27FC236}">
                <a16:creationId xmlns:a16="http://schemas.microsoft.com/office/drawing/2014/main" id="{794AE8B4-E752-4DE2-A8FF-7C538F931E24}"/>
              </a:ext>
            </a:extLst>
          </p:cNvPr>
          <p:cNvSpPr>
            <a:spLocks noGrp="1"/>
          </p:cNvSpPr>
          <p:nvPr>
            <p:ph sz="half" idx="1"/>
          </p:nvPr>
        </p:nvSpPr>
        <p:spPr>
          <a:xfrm>
            <a:off x="1524000" y="1825625"/>
            <a:ext cx="4495800" cy="4351338"/>
          </a:xfrm>
        </p:spPr>
        <p:txBody>
          <a:bodyPr/>
          <a:lstStyle>
            <a:lvl1pPr marL="457200" indent="-457200">
              <a:buClr>
                <a:schemeClr val="accent1"/>
              </a:buClr>
              <a:buFont typeface="Wingdings" panose="05000000000000000000" pitchFamily="2" charset="2"/>
              <a:buChar char="§"/>
              <a:defRPr sz="2400">
                <a:latin typeface="+mn-lt"/>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A2984157-EDB5-4E0E-8141-EE2FB267A522}"/>
              </a:ext>
            </a:extLst>
          </p:cNvPr>
          <p:cNvSpPr>
            <a:spLocks noGrp="1"/>
          </p:cNvSpPr>
          <p:nvPr>
            <p:ph sz="half" idx="2"/>
          </p:nvPr>
        </p:nvSpPr>
        <p:spPr>
          <a:xfrm>
            <a:off x="6172200" y="1825625"/>
            <a:ext cx="4742543" cy="4351338"/>
          </a:xfrm>
        </p:spPr>
        <p:txBody>
          <a:bodyPr/>
          <a:lstStyle>
            <a:lvl1pPr marL="457200" indent="-457200">
              <a:buClr>
                <a:schemeClr val="accent1"/>
              </a:buClr>
              <a:buFont typeface="Wingdings" panose="05000000000000000000" pitchFamily="2" charset="2"/>
              <a:buChar char="§"/>
              <a:defRPr sz="2400">
                <a:latin typeface="+mn-lt"/>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DE150008-0239-48CC-B516-6CEE0AF421FD}"/>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7" name="Zástupný symbol pro číslo snímku 6">
            <a:extLst>
              <a:ext uri="{FF2B5EF4-FFF2-40B4-BE49-F238E27FC236}">
                <a16:creationId xmlns:a16="http://schemas.microsoft.com/office/drawing/2014/main" id="{E91D7EB7-E4C7-464E-8A19-0E994B899074}"/>
              </a:ext>
            </a:extLst>
          </p:cNvPr>
          <p:cNvSpPr>
            <a:spLocks noGrp="1"/>
          </p:cNvSpPr>
          <p:nvPr>
            <p:ph type="sldNum" sz="quarter" idx="12"/>
          </p:nvPr>
        </p:nvSpPr>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8" name="Obrázek 7">
            <a:extLst>
              <a:ext uri="{FF2B5EF4-FFF2-40B4-BE49-F238E27FC236}">
                <a16:creationId xmlns:a16="http://schemas.microsoft.com/office/drawing/2014/main" id="{B1712730-C3DF-4948-B468-C9F382982C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816566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ázev sekce-zelená">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TŘETÍ_ETAPA_ZOPDS_</a:t>
            </a:r>
            <a:r>
              <a:rPr lang="cs-CZ">
                <a:ea typeface="Roboto" panose="02000000000000000000" pitchFamily="2" charset="0"/>
              </a:rPr>
              <a:t>SLIDE_</a:t>
            </a:r>
            <a:fld id="{C7B39456-88E6-483E-B1FA-F210B27965A0}" type="slidenum">
              <a:rPr lang="cs-CZ" smtClean="0"/>
              <a:pPr/>
              <a:t>‹#›</a:t>
            </a:fld>
            <a:endParaRPr lang="cs-CZ"/>
          </a:p>
        </p:txBody>
      </p:sp>
      <p:pic>
        <p:nvPicPr>
          <p:cNvPr id="7" name="Obrázek 6">
            <a:extLst>
              <a:ext uri="{FF2B5EF4-FFF2-40B4-BE49-F238E27FC236}">
                <a16:creationId xmlns:a16="http://schemas.microsoft.com/office/drawing/2014/main" id="{C795FCAF-6712-4B01-AEE2-4825BF25D3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Nadpis 1">
            <a:extLst>
              <a:ext uri="{FF2B5EF4-FFF2-40B4-BE49-F238E27FC236}">
                <a16:creationId xmlns:a16="http://schemas.microsoft.com/office/drawing/2014/main" id="{1583E061-ABE1-CFBB-1156-8B1651E8D4AB}"/>
              </a:ext>
            </a:extLst>
          </p:cNvPr>
          <p:cNvSpPr>
            <a:spLocks noGrp="1"/>
          </p:cNvSpPr>
          <p:nvPr>
            <p:ph type="ctrTitle" hasCustomPrompt="1"/>
          </p:nvPr>
        </p:nvSpPr>
        <p:spPr>
          <a:xfrm>
            <a:off x="468000" y="1815756"/>
            <a:ext cx="7685400" cy="1115786"/>
          </a:xfrm>
        </p:spPr>
        <p:txBody>
          <a:bodyPr anchor="b">
            <a:normAutofit/>
          </a:bodyPr>
          <a:lstStyle>
            <a:lvl1pPr algn="l">
              <a:defRPr sz="4800" b="1" cap="all" baseline="0">
                <a:solidFill>
                  <a:schemeClr val="tx1"/>
                </a:solidFill>
              </a:defRPr>
            </a:lvl1pPr>
          </a:lstStyle>
          <a:p>
            <a:r>
              <a:rPr lang="cs-CZ"/>
              <a:t>NÁZEV_SEKCE/CLAIM_</a:t>
            </a:r>
          </a:p>
        </p:txBody>
      </p:sp>
    </p:spTree>
    <p:extLst>
      <p:ext uri="{BB962C8B-B14F-4D97-AF65-F5344CB8AC3E}">
        <p14:creationId xmlns:p14="http://schemas.microsoft.com/office/powerpoint/2010/main" val="377212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ázev sekce-zelená+tex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TŘETÍ_ETAPA_ZOPDS_</a:t>
            </a:r>
            <a:r>
              <a:rPr lang="cs-CZ">
                <a:ea typeface="Roboto" panose="02000000000000000000" pitchFamily="2" charset="0"/>
              </a:rPr>
              <a:t>SLIDE_</a:t>
            </a:r>
            <a:fld id="{C7B39456-88E6-483E-B1FA-F210B27965A0}" type="slidenum">
              <a:rPr lang="cs-CZ" smtClean="0"/>
              <a:pPr/>
              <a:t>‹#›</a:t>
            </a:fld>
            <a:endParaRPr lang="cs-CZ"/>
          </a:p>
        </p:txBody>
      </p:sp>
      <p:sp>
        <p:nvSpPr>
          <p:cNvPr id="8" name="Zástupný text 2">
            <a:extLst>
              <a:ext uri="{FF2B5EF4-FFF2-40B4-BE49-F238E27FC236}">
                <a16:creationId xmlns:a16="http://schemas.microsoft.com/office/drawing/2014/main" id="{87AC8E8A-836E-402C-9C16-6320C1B22711}"/>
              </a:ext>
            </a:extLst>
          </p:cNvPr>
          <p:cNvSpPr>
            <a:spLocks noGrp="1"/>
          </p:cNvSpPr>
          <p:nvPr>
            <p:ph type="body" idx="1"/>
          </p:nvPr>
        </p:nvSpPr>
        <p:spPr>
          <a:xfrm>
            <a:off x="617126" y="342900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pic>
        <p:nvPicPr>
          <p:cNvPr id="9" name="Obrázek 8">
            <a:extLst>
              <a:ext uri="{FF2B5EF4-FFF2-40B4-BE49-F238E27FC236}">
                <a16:creationId xmlns:a16="http://schemas.microsoft.com/office/drawing/2014/main" id="{4A09A920-B7CD-46CC-8CA8-093DAAFBAB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Nadpis 1">
            <a:extLst>
              <a:ext uri="{FF2B5EF4-FFF2-40B4-BE49-F238E27FC236}">
                <a16:creationId xmlns:a16="http://schemas.microsoft.com/office/drawing/2014/main" id="{762C976E-5B82-554A-89E9-175B3F032350}"/>
              </a:ext>
            </a:extLst>
          </p:cNvPr>
          <p:cNvSpPr>
            <a:spLocks noGrp="1"/>
          </p:cNvSpPr>
          <p:nvPr>
            <p:ph type="ctrTitle" hasCustomPrompt="1"/>
          </p:nvPr>
        </p:nvSpPr>
        <p:spPr>
          <a:xfrm>
            <a:off x="617126" y="1621858"/>
            <a:ext cx="7685400" cy="1115786"/>
          </a:xfrm>
        </p:spPr>
        <p:txBody>
          <a:bodyPr anchor="b">
            <a:normAutofit/>
          </a:bodyPr>
          <a:lstStyle>
            <a:lvl1pPr algn="l">
              <a:defRPr sz="4800" b="1" cap="all" baseline="0">
                <a:solidFill>
                  <a:schemeClr val="tx1"/>
                </a:solidFill>
              </a:defRPr>
            </a:lvl1pPr>
          </a:lstStyle>
          <a:p>
            <a:r>
              <a:rPr lang="cs-CZ"/>
              <a:t>NÁZEV_SEKCE/CLAIM_</a:t>
            </a:r>
          </a:p>
        </p:txBody>
      </p:sp>
    </p:spTree>
    <p:extLst>
      <p:ext uri="{BB962C8B-B14F-4D97-AF65-F5344CB8AC3E}">
        <p14:creationId xmlns:p14="http://schemas.microsoft.com/office/powerpoint/2010/main" val="30427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817141"/>
            <a:ext cx="10515600"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TŘETÍ_ETAPA_ZOPDS 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9" name="Obrázek 8">
            <a:extLst>
              <a:ext uri="{FF2B5EF4-FFF2-40B4-BE49-F238E27FC236}">
                <a16:creationId xmlns:a16="http://schemas.microsoft.com/office/drawing/2014/main" id="{1FACD221-4768-4ACD-A950-44E65375E9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378581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adpis, text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791287"/>
            <a:ext cx="5427927"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20" name="Obrázek 19">
            <a:extLst>
              <a:ext uri="{FF2B5EF4-FFF2-40B4-BE49-F238E27FC236}">
                <a16:creationId xmlns:a16="http://schemas.microsoft.com/office/drawing/2014/main" id="{2DA61271-C104-4FC6-AD11-4C12986D57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8" name="Zástupný symbol obrázku 8" descr="Hory se souvislou výplní">
            <a:extLst>
              <a:ext uri="{FF2B5EF4-FFF2-40B4-BE49-F238E27FC236}">
                <a16:creationId xmlns:a16="http://schemas.microsoft.com/office/drawing/2014/main" id="{25AB43A3-8E6D-477D-A122-17E9C074C823}"/>
              </a:ext>
            </a:extLst>
          </p:cNvPr>
          <p:cNvSpPr>
            <a:spLocks noGrp="1"/>
          </p:cNvSpPr>
          <p:nvPr>
            <p:ph type="pic" sz="quarter" idx="13"/>
          </p:nvPr>
        </p:nvSpPr>
        <p:spPr>
          <a:xfrm>
            <a:off x="6450600" y="1791287"/>
            <a:ext cx="4320000" cy="432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1916353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adpis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7" name="Obrázek 6">
            <a:extLst>
              <a:ext uri="{FF2B5EF4-FFF2-40B4-BE49-F238E27FC236}">
                <a16:creationId xmlns:a16="http://schemas.microsoft.com/office/drawing/2014/main" id="{F3C10B58-D489-467E-98DE-2CF442C69D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8" name="Zástupný symbol obrázku 8" descr="Hory se souvislou výplní">
            <a:extLst>
              <a:ext uri="{FF2B5EF4-FFF2-40B4-BE49-F238E27FC236}">
                <a16:creationId xmlns:a16="http://schemas.microsoft.com/office/drawing/2014/main" id="{379241FB-02D3-4197-96A0-3712DA86D53E}"/>
              </a:ext>
            </a:extLst>
          </p:cNvPr>
          <p:cNvSpPr>
            <a:spLocks noGrp="1"/>
          </p:cNvSpPr>
          <p:nvPr>
            <p:ph type="pic" sz="quarter" idx="13"/>
          </p:nvPr>
        </p:nvSpPr>
        <p:spPr>
          <a:xfrm>
            <a:off x="3750600" y="1194105"/>
            <a:ext cx="4860000" cy="486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5894273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Nadpis a 3 obrázk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n-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10" name="Obrázek 9">
            <a:extLst>
              <a:ext uri="{FF2B5EF4-FFF2-40B4-BE49-F238E27FC236}">
                <a16:creationId xmlns:a16="http://schemas.microsoft.com/office/drawing/2014/main" id="{7CF3FDFF-CC59-400B-A942-CD1CA1BC4B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11" name="Zástupný symbol obrázku 8" descr="Hory se souvislou výplní">
            <a:extLst>
              <a:ext uri="{FF2B5EF4-FFF2-40B4-BE49-F238E27FC236}">
                <a16:creationId xmlns:a16="http://schemas.microsoft.com/office/drawing/2014/main" id="{F80EEEA1-CF5C-4B6F-B3DC-541207417D1A}"/>
              </a:ext>
            </a:extLst>
          </p:cNvPr>
          <p:cNvSpPr>
            <a:spLocks noGrp="1"/>
          </p:cNvSpPr>
          <p:nvPr>
            <p:ph type="pic" sz="quarter" idx="13"/>
          </p:nvPr>
        </p:nvSpPr>
        <p:spPr>
          <a:xfrm>
            <a:off x="4680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
        <p:nvSpPr>
          <p:cNvPr id="12" name="Zástupný symbol obrázku 8" descr="Hory se souvislou výplní">
            <a:extLst>
              <a:ext uri="{FF2B5EF4-FFF2-40B4-BE49-F238E27FC236}">
                <a16:creationId xmlns:a16="http://schemas.microsoft.com/office/drawing/2014/main" id="{85006EE3-58E3-4A45-A101-641977777C96}"/>
              </a:ext>
            </a:extLst>
          </p:cNvPr>
          <p:cNvSpPr>
            <a:spLocks noGrp="1"/>
          </p:cNvSpPr>
          <p:nvPr>
            <p:ph type="pic" sz="quarter" idx="14"/>
          </p:nvPr>
        </p:nvSpPr>
        <p:spPr>
          <a:xfrm>
            <a:off x="43107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
        <p:nvSpPr>
          <p:cNvPr id="13" name="Zástupný symbol obrázku 8" descr="Hory se souvislou výplní">
            <a:extLst>
              <a:ext uri="{FF2B5EF4-FFF2-40B4-BE49-F238E27FC236}">
                <a16:creationId xmlns:a16="http://schemas.microsoft.com/office/drawing/2014/main" id="{3727079C-566D-4893-9C09-4498EE318645}"/>
              </a:ext>
            </a:extLst>
          </p:cNvPr>
          <p:cNvSpPr>
            <a:spLocks noGrp="1"/>
          </p:cNvSpPr>
          <p:nvPr>
            <p:ph type="pic" sz="quarter" idx="15"/>
          </p:nvPr>
        </p:nvSpPr>
        <p:spPr>
          <a:xfrm>
            <a:off x="8153400" y="1749698"/>
            <a:ext cx="3600000" cy="3600000"/>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2344785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dpis, podnadpis,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382839"/>
            <a:ext cx="10515600" cy="3508296"/>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cs typeface="Azeret Mono" panose="020B0604020202020204" charset="-18"/>
              </a:defRPr>
            </a:lvl1pPr>
          </a:lstStyle>
          <a:p>
            <a:r>
              <a:rPr lang="cs-CZ">
                <a:solidFill>
                  <a:srgbClr val="40852D"/>
                </a:solidFill>
                <a:ea typeface="Roboto" panose="02000000000000000000" pitchFamily="2" charset="0"/>
              </a:rPr>
              <a:t>DIA.</a:t>
            </a:r>
            <a:r>
              <a:rPr lang="cs-CZ">
                <a:solidFill>
                  <a:schemeClr val="tx1"/>
                </a:solidFill>
                <a:ea typeface="Roboto" panose="02000000000000000000" pitchFamily="2" charset="0"/>
              </a:rPr>
              <a:t>GOV.CZ</a:t>
            </a:r>
            <a:r>
              <a:rPr lang="cs-CZ">
                <a:solidFill>
                  <a:srgbClr val="40852D"/>
                </a:solidFill>
                <a:ea typeface="Roboto" panose="02000000000000000000" pitchFamily="2" charset="0"/>
              </a:rPr>
              <a:t>_+420 000 000 000_INFO@DIA.</a:t>
            </a:r>
            <a:r>
              <a:rPr lang="cs-CZ">
                <a:solidFill>
                  <a:schemeClr val="tx1"/>
                </a:solidFill>
                <a:ea typeface="Roboto" panose="02000000000000000000"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F76FB335-B250-4E73-9375-000EAD9E5724}"/>
              </a:ext>
            </a:extLst>
          </p:cNvPr>
          <p:cNvSpPr>
            <a:spLocks noGrp="1"/>
          </p:cNvSpPr>
          <p:nvPr>
            <p:ph type="body" sz="quarter" idx="13" hasCustomPrompt="1"/>
          </p:nvPr>
        </p:nvSpPr>
        <p:spPr>
          <a:xfrm>
            <a:off x="468313" y="1577975"/>
            <a:ext cx="10515600" cy="804863"/>
          </a:xfrm>
        </p:spPr>
        <p:txBody>
          <a:bodyPr>
            <a:normAutofit/>
          </a:bodyPr>
          <a:lstStyle>
            <a:lvl1pPr marL="0" indent="0">
              <a:buNone/>
              <a:defRPr sz="2000" b="1">
                <a:latin typeface="+mn-lt"/>
                <a:cs typeface="Azeret Mono Medium" panose="020B0604020202020204" charset="-18"/>
              </a:defRPr>
            </a:lvl1pPr>
          </a:lstStyle>
          <a:p>
            <a:pPr lvl="0"/>
            <a:r>
              <a:rPr lang="cs-CZ"/>
              <a:t>PODNADPIS_</a:t>
            </a:r>
          </a:p>
        </p:txBody>
      </p:sp>
      <p:pic>
        <p:nvPicPr>
          <p:cNvPr id="8" name="Obrázek 7">
            <a:extLst>
              <a:ext uri="{FF2B5EF4-FFF2-40B4-BE49-F238E27FC236}">
                <a16:creationId xmlns:a16="http://schemas.microsoft.com/office/drawing/2014/main" id="{615E354C-46C2-4D00-B84E-5B8610A92B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18393916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dpis, podnadpis,text,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n-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278506"/>
            <a:ext cx="5627687" cy="3864119"/>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sz="18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8313" y="1577976"/>
            <a:ext cx="5627687" cy="700530"/>
          </a:xfrm>
        </p:spPr>
        <p:txBody>
          <a:bodyPr>
            <a:normAutofit/>
          </a:bodyPr>
          <a:lstStyle>
            <a:lvl1pPr marL="0" indent="0">
              <a:buNone/>
              <a:defRPr sz="2000" b="1">
                <a:latin typeface="+mn-lt"/>
                <a:cs typeface="Azeret Mono Medium" panose="020B0604020202020204" charset="-18"/>
              </a:defRPr>
            </a:lvl1pPr>
          </a:lstStyle>
          <a:p>
            <a:pPr lvl="0"/>
            <a:r>
              <a:rPr lang="cs-CZ"/>
              <a:t>PODNADPIS_</a:t>
            </a:r>
          </a:p>
        </p:txBody>
      </p:sp>
      <p:pic>
        <p:nvPicPr>
          <p:cNvPr id="8" name="Obrázek 7">
            <a:extLst>
              <a:ext uri="{FF2B5EF4-FFF2-40B4-BE49-F238E27FC236}">
                <a16:creationId xmlns:a16="http://schemas.microsoft.com/office/drawing/2014/main" id="{19B0B660-6756-40EB-BC0A-CDC8D286C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9" name="Zástupný symbol obrázku 8" descr="Hory se souvislou výplní">
            <a:extLst>
              <a:ext uri="{FF2B5EF4-FFF2-40B4-BE49-F238E27FC236}">
                <a16:creationId xmlns:a16="http://schemas.microsoft.com/office/drawing/2014/main" id="{F69794F1-E0E5-4872-B78A-B9D85667F5B0}"/>
              </a:ext>
            </a:extLst>
          </p:cNvPr>
          <p:cNvSpPr>
            <a:spLocks noGrp="1"/>
          </p:cNvSpPr>
          <p:nvPr>
            <p:ph type="pic" sz="quarter" idx="13"/>
          </p:nvPr>
        </p:nvSpPr>
        <p:spPr>
          <a:xfrm>
            <a:off x="6095687" y="1577563"/>
            <a:ext cx="4887913" cy="4565062"/>
          </a:xfrm>
          <a:blipFill dpi="0"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p:spPr>
        <p:txBody>
          <a:bodyPr>
            <a:normAutofit/>
          </a:bodyPr>
          <a:lstStyle>
            <a:lvl1pPr marL="0" indent="0">
              <a:buNone/>
              <a:defRPr>
                <a:noFill/>
              </a:defRPr>
            </a:lvl1pPr>
          </a:lstStyle>
          <a:p>
            <a:r>
              <a:rPr lang="cs-CZ"/>
              <a:t>Kliknutím na ikonu přidáte obrázek.</a:t>
            </a:r>
          </a:p>
        </p:txBody>
      </p:sp>
    </p:spTree>
    <p:extLst>
      <p:ext uri="{BB962C8B-B14F-4D97-AF65-F5344CB8AC3E}">
        <p14:creationId xmlns:p14="http://schemas.microsoft.com/office/powerpoint/2010/main" val="24946425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adpis, podnadpis,2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6"/>
            <a:ext cx="5627687" cy="3324089"/>
          </a:xfrm>
        </p:spPr>
        <p:txBody>
          <a:bodyPr/>
          <a:lstStyle>
            <a:lvl1pPr marL="0" indent="0">
              <a:buClr>
                <a:srgbClr val="00B050"/>
              </a:buClr>
              <a:buFont typeface="Wingdings" panose="05000000000000000000" pitchFamily="2" charset="2"/>
              <a:buNone/>
              <a:defRPr sz="2400">
                <a:solidFill>
                  <a:schemeClr val="tx1"/>
                </a:solidFill>
                <a:latin typeface="+mn-lt"/>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999" y="2497949"/>
            <a:ext cx="5627687" cy="320587"/>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8" name="Zástupný obsah 2">
            <a:extLst>
              <a:ext uri="{FF2B5EF4-FFF2-40B4-BE49-F238E27FC236}">
                <a16:creationId xmlns:a16="http://schemas.microsoft.com/office/drawing/2014/main" id="{0AE3A613-5913-4112-B48F-5AC0EE85AB7A}"/>
              </a:ext>
            </a:extLst>
          </p:cNvPr>
          <p:cNvSpPr>
            <a:spLocks noGrp="1"/>
          </p:cNvSpPr>
          <p:nvPr>
            <p:ph idx="15"/>
          </p:nvPr>
        </p:nvSpPr>
        <p:spPr>
          <a:xfrm>
            <a:off x="6095687" y="2871736"/>
            <a:ext cx="5627687" cy="3270890"/>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9" name="Zástupný text 6">
            <a:extLst>
              <a:ext uri="{FF2B5EF4-FFF2-40B4-BE49-F238E27FC236}">
                <a16:creationId xmlns:a16="http://schemas.microsoft.com/office/drawing/2014/main" id="{46721CC0-9209-4445-9A06-105693131321}"/>
              </a:ext>
            </a:extLst>
          </p:cNvPr>
          <p:cNvSpPr>
            <a:spLocks noGrp="1"/>
          </p:cNvSpPr>
          <p:nvPr>
            <p:ph type="body" sz="quarter" idx="16" hasCustomPrompt="1"/>
          </p:nvPr>
        </p:nvSpPr>
        <p:spPr>
          <a:xfrm>
            <a:off x="6095686" y="2498957"/>
            <a:ext cx="5627687"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pic>
        <p:nvPicPr>
          <p:cNvPr id="12" name="Obrázek 11">
            <a:extLst>
              <a:ext uri="{FF2B5EF4-FFF2-40B4-BE49-F238E27FC236}">
                <a16:creationId xmlns:a16="http://schemas.microsoft.com/office/drawing/2014/main" id="{9E873619-F85E-4E3A-B088-72DD332948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5716768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adpis, podnadpis,3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685" y="2497950"/>
            <a:ext cx="3453152"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1" name="Zástupný text 6">
            <a:extLst>
              <a:ext uri="{FF2B5EF4-FFF2-40B4-BE49-F238E27FC236}">
                <a16:creationId xmlns:a16="http://schemas.microsoft.com/office/drawing/2014/main" id="{11902A3C-2BB6-4709-BE3F-605135AB03C6}"/>
              </a:ext>
            </a:extLst>
          </p:cNvPr>
          <p:cNvSpPr>
            <a:spLocks noGrp="1"/>
          </p:cNvSpPr>
          <p:nvPr>
            <p:ph type="body" sz="quarter" idx="18" hasCustomPrompt="1"/>
          </p:nvPr>
        </p:nvSpPr>
        <p:spPr>
          <a:xfrm>
            <a:off x="3920836" y="2497537"/>
            <a:ext cx="3609611"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2" name="Zástupný text 6">
            <a:extLst>
              <a:ext uri="{FF2B5EF4-FFF2-40B4-BE49-F238E27FC236}">
                <a16:creationId xmlns:a16="http://schemas.microsoft.com/office/drawing/2014/main" id="{91EBB3A3-EE8A-4E1B-8141-D2636AC41864}"/>
              </a:ext>
            </a:extLst>
          </p:cNvPr>
          <p:cNvSpPr>
            <a:spLocks noGrp="1"/>
          </p:cNvSpPr>
          <p:nvPr>
            <p:ph type="body" sz="quarter" idx="19" hasCustomPrompt="1"/>
          </p:nvPr>
        </p:nvSpPr>
        <p:spPr>
          <a:xfrm>
            <a:off x="7530448" y="2497537"/>
            <a:ext cx="3453152" cy="320174"/>
          </a:xfrm>
        </p:spPr>
        <p:txBody>
          <a:bodyPr>
            <a:normAutofit/>
          </a:bodyPr>
          <a:lstStyle>
            <a:lvl1pPr marL="0" indent="0">
              <a:buNone/>
              <a:defRPr sz="2000" b="1">
                <a:solidFill>
                  <a:schemeClr val="accent1"/>
                </a:solidFill>
                <a:latin typeface="+mn-lt"/>
                <a:cs typeface="Azeret Mono Medium" panose="020B0604020202020204" charset="-18"/>
              </a:defRPr>
            </a:lvl1pPr>
          </a:lstStyle>
          <a:p>
            <a:pPr lvl="0"/>
            <a:r>
              <a:rPr lang="cs-CZ"/>
              <a:t>PODNADPIS_</a:t>
            </a:r>
          </a:p>
        </p:txBody>
      </p:sp>
      <p:sp>
        <p:nvSpPr>
          <p:cNvPr id="13" name="Zástupný obsah 2">
            <a:extLst>
              <a:ext uri="{FF2B5EF4-FFF2-40B4-BE49-F238E27FC236}">
                <a16:creationId xmlns:a16="http://schemas.microsoft.com/office/drawing/2014/main" id="{543CA53C-0E46-45B8-99EA-4CD3A3327BFF}"/>
              </a:ext>
            </a:extLst>
          </p:cNvPr>
          <p:cNvSpPr>
            <a:spLocks noGrp="1"/>
          </p:cNvSpPr>
          <p:nvPr>
            <p:ph idx="20"/>
          </p:nvPr>
        </p:nvSpPr>
        <p:spPr>
          <a:xfrm>
            <a:off x="7530763"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14" name="Zástupný obsah 2">
            <a:extLst>
              <a:ext uri="{FF2B5EF4-FFF2-40B4-BE49-F238E27FC236}">
                <a16:creationId xmlns:a16="http://schemas.microsoft.com/office/drawing/2014/main" id="{53006F18-00BE-4F5F-9762-C90B45AA320E}"/>
              </a:ext>
            </a:extLst>
          </p:cNvPr>
          <p:cNvSpPr>
            <a:spLocks noGrp="1"/>
          </p:cNvSpPr>
          <p:nvPr>
            <p:ph idx="21"/>
          </p:nvPr>
        </p:nvSpPr>
        <p:spPr>
          <a:xfrm>
            <a:off x="3920835" y="2818537"/>
            <a:ext cx="3609611"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sz="2000"/>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pic>
        <p:nvPicPr>
          <p:cNvPr id="15" name="Obrázek 14">
            <a:extLst>
              <a:ext uri="{FF2B5EF4-FFF2-40B4-BE49-F238E27FC236}">
                <a16:creationId xmlns:a16="http://schemas.microsoft.com/office/drawing/2014/main" id="{5DBD3FAE-3C3A-43D4-A1A6-48D03273A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4015718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adpis, podnadpis,3 obsahy v pol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7" name="Zástupný symbol obrázku 16">
            <a:extLst>
              <a:ext uri="{FF2B5EF4-FFF2-40B4-BE49-F238E27FC236}">
                <a16:creationId xmlns:a16="http://schemas.microsoft.com/office/drawing/2014/main" id="{3289374E-2E06-4E73-82ED-DD6A4691777C}"/>
              </a:ext>
            </a:extLst>
          </p:cNvPr>
          <p:cNvSpPr>
            <a:spLocks noGrp="1"/>
          </p:cNvSpPr>
          <p:nvPr>
            <p:ph type="pic" sz="quarter" idx="20"/>
          </p:nvPr>
        </p:nvSpPr>
        <p:spPr>
          <a:xfrm>
            <a:off x="467854" y="2493378"/>
            <a:ext cx="3452812" cy="3592629"/>
          </a:xfrm>
          <a:solidFill>
            <a:schemeClr val="accent1"/>
          </a:solidFill>
        </p:spPr>
        <p:txBody>
          <a:bodyPr/>
          <a:lstStyle>
            <a:lvl1pPr>
              <a:defRPr>
                <a:noFill/>
              </a:defRPr>
            </a:lvl1pPr>
          </a:lstStyle>
          <a:p>
            <a:r>
              <a:rPr lang="cs-CZ"/>
              <a:t>Kliknutím na ikonu přidáte obrázek.</a:t>
            </a: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614596" y="2493378"/>
            <a:ext cx="3306239" cy="342206"/>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18" name="Zástupný symbol obrázku 16">
            <a:extLst>
              <a:ext uri="{FF2B5EF4-FFF2-40B4-BE49-F238E27FC236}">
                <a16:creationId xmlns:a16="http://schemas.microsoft.com/office/drawing/2014/main" id="{80517622-3139-4325-9413-B58FE1F3214A}"/>
              </a:ext>
            </a:extLst>
          </p:cNvPr>
          <p:cNvSpPr>
            <a:spLocks noGrp="1"/>
          </p:cNvSpPr>
          <p:nvPr>
            <p:ph type="pic" sz="quarter" idx="21"/>
          </p:nvPr>
        </p:nvSpPr>
        <p:spPr>
          <a:xfrm>
            <a:off x="3999394" y="2493378"/>
            <a:ext cx="3452812" cy="3592629"/>
          </a:xfrm>
          <a:solidFill>
            <a:schemeClr val="accent1"/>
          </a:solidFill>
        </p:spPr>
        <p:txBody>
          <a:bodyPr/>
          <a:lstStyle>
            <a:lvl1pPr>
              <a:defRPr>
                <a:noFill/>
              </a:defRPr>
            </a:lvl1pPr>
          </a:lstStyle>
          <a:p>
            <a:r>
              <a:rPr lang="cs-CZ"/>
              <a:t>Kliknutím na ikonu přidáte obrázek.</a:t>
            </a:r>
          </a:p>
        </p:txBody>
      </p:sp>
      <p:sp>
        <p:nvSpPr>
          <p:cNvPr id="19" name="Zástupný symbol obrázku 16">
            <a:extLst>
              <a:ext uri="{FF2B5EF4-FFF2-40B4-BE49-F238E27FC236}">
                <a16:creationId xmlns:a16="http://schemas.microsoft.com/office/drawing/2014/main" id="{8D60E829-274A-4DD0-9DC4-3608825C301E}"/>
              </a:ext>
            </a:extLst>
          </p:cNvPr>
          <p:cNvSpPr>
            <a:spLocks noGrp="1"/>
          </p:cNvSpPr>
          <p:nvPr>
            <p:ph type="pic" sz="quarter" idx="22"/>
          </p:nvPr>
        </p:nvSpPr>
        <p:spPr>
          <a:xfrm>
            <a:off x="7530788" y="2493378"/>
            <a:ext cx="3452812" cy="3592629"/>
          </a:xfrm>
          <a:solidFill>
            <a:schemeClr val="accent1"/>
          </a:solidFill>
        </p:spPr>
        <p:txBody>
          <a:bodyPr/>
          <a:lstStyle>
            <a:lvl1pPr>
              <a:defRPr>
                <a:noFill/>
              </a:defRPr>
            </a:lvl1pPr>
          </a:lstStyle>
          <a:p>
            <a:r>
              <a:rPr lang="cs-CZ"/>
              <a:t>Kliknutím na ikonu přidáte obrázek.</a:t>
            </a:r>
          </a:p>
        </p:txBody>
      </p:sp>
      <p:sp>
        <p:nvSpPr>
          <p:cNvPr id="22" name="Zástupný text 6">
            <a:extLst>
              <a:ext uri="{FF2B5EF4-FFF2-40B4-BE49-F238E27FC236}">
                <a16:creationId xmlns:a16="http://schemas.microsoft.com/office/drawing/2014/main" id="{1F4C6AFB-9C58-4591-8C83-D11CA6B35D58}"/>
              </a:ext>
            </a:extLst>
          </p:cNvPr>
          <p:cNvSpPr>
            <a:spLocks noGrp="1"/>
          </p:cNvSpPr>
          <p:nvPr>
            <p:ph type="body" sz="quarter" idx="24" hasCustomPrompt="1"/>
          </p:nvPr>
        </p:nvSpPr>
        <p:spPr>
          <a:xfrm>
            <a:off x="7609030" y="2515410"/>
            <a:ext cx="3453152" cy="320174"/>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24" name="Zástupný text 6">
            <a:extLst>
              <a:ext uri="{FF2B5EF4-FFF2-40B4-BE49-F238E27FC236}">
                <a16:creationId xmlns:a16="http://schemas.microsoft.com/office/drawing/2014/main" id="{E3D48FE0-B1E0-4746-88CD-23136A088B53}"/>
              </a:ext>
            </a:extLst>
          </p:cNvPr>
          <p:cNvSpPr>
            <a:spLocks noGrp="1"/>
          </p:cNvSpPr>
          <p:nvPr>
            <p:ph type="body" sz="quarter" idx="25" hasCustomPrompt="1"/>
          </p:nvPr>
        </p:nvSpPr>
        <p:spPr>
          <a:xfrm>
            <a:off x="4145712" y="2515410"/>
            <a:ext cx="3306239" cy="342206"/>
          </a:xfrm>
        </p:spPr>
        <p:txBody>
          <a:bodyPr>
            <a:normAutofit/>
          </a:bodyPr>
          <a:lstStyle>
            <a:lvl1pPr marL="0" indent="0">
              <a:buNone/>
              <a:defRPr sz="2000" b="1">
                <a:solidFill>
                  <a:schemeClr val="bg1"/>
                </a:solidFill>
                <a:latin typeface="+mn-lt"/>
                <a:cs typeface="Azeret Mono Medium" panose="020B0604020202020204" charset="-18"/>
              </a:defRPr>
            </a:lvl1pPr>
          </a:lstStyle>
          <a:p>
            <a:pPr lvl="0"/>
            <a:r>
              <a:rPr lang="cs-CZ"/>
              <a:t>PODNADPIS_</a:t>
            </a:r>
          </a:p>
        </p:txBody>
      </p:sp>
      <p:sp>
        <p:nvSpPr>
          <p:cNvPr id="26" name="Zástupný text 25">
            <a:extLst>
              <a:ext uri="{FF2B5EF4-FFF2-40B4-BE49-F238E27FC236}">
                <a16:creationId xmlns:a16="http://schemas.microsoft.com/office/drawing/2014/main" id="{BC1A4C0A-3E36-4603-A1DB-DD3249EE22E1}"/>
              </a:ext>
            </a:extLst>
          </p:cNvPr>
          <p:cNvSpPr>
            <a:spLocks noGrp="1"/>
          </p:cNvSpPr>
          <p:nvPr>
            <p:ph type="body" sz="quarter" idx="26"/>
          </p:nvPr>
        </p:nvSpPr>
        <p:spPr>
          <a:xfrm>
            <a:off x="614595"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7" name="Zástupný text 25">
            <a:extLst>
              <a:ext uri="{FF2B5EF4-FFF2-40B4-BE49-F238E27FC236}">
                <a16:creationId xmlns:a16="http://schemas.microsoft.com/office/drawing/2014/main" id="{7222D93F-6929-4735-8A68-B4177A6F1706}"/>
              </a:ext>
            </a:extLst>
          </p:cNvPr>
          <p:cNvSpPr>
            <a:spLocks noGrp="1"/>
          </p:cNvSpPr>
          <p:nvPr>
            <p:ph type="body" sz="quarter" idx="27"/>
          </p:nvPr>
        </p:nvSpPr>
        <p:spPr>
          <a:xfrm>
            <a:off x="4144337"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8" name="Zástupný text 25">
            <a:extLst>
              <a:ext uri="{FF2B5EF4-FFF2-40B4-BE49-F238E27FC236}">
                <a16:creationId xmlns:a16="http://schemas.microsoft.com/office/drawing/2014/main" id="{C6784680-F7C4-4C81-A548-0E96CCA3F434}"/>
              </a:ext>
            </a:extLst>
          </p:cNvPr>
          <p:cNvSpPr>
            <a:spLocks noGrp="1"/>
          </p:cNvSpPr>
          <p:nvPr>
            <p:ph type="body" sz="quarter" idx="28"/>
          </p:nvPr>
        </p:nvSpPr>
        <p:spPr>
          <a:xfrm>
            <a:off x="7609030"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pic>
        <p:nvPicPr>
          <p:cNvPr id="29" name="Obrázek 28">
            <a:extLst>
              <a:ext uri="{FF2B5EF4-FFF2-40B4-BE49-F238E27FC236}">
                <a16:creationId xmlns:a16="http://schemas.microsoft.com/office/drawing/2014/main" id="{B5A7F66D-85D2-4971-A5C2-6215E8296C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775146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adpis, 3 obsahy v poli, návaznos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34" name="Zástupný symbol obrázku 33">
            <a:extLst>
              <a:ext uri="{FF2B5EF4-FFF2-40B4-BE49-F238E27FC236}">
                <a16:creationId xmlns:a16="http://schemas.microsoft.com/office/drawing/2014/main" id="{CA1541C3-9BAC-4894-8167-56B31BC75CFF}"/>
              </a:ext>
            </a:extLst>
          </p:cNvPr>
          <p:cNvSpPr>
            <a:spLocks noGrp="1"/>
          </p:cNvSpPr>
          <p:nvPr>
            <p:ph type="pic" sz="quarter" idx="18"/>
          </p:nvPr>
        </p:nvSpPr>
        <p:spPr>
          <a:xfrm>
            <a:off x="3432109" y="3429000"/>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35" name="Zástupný symbol obrázku 33">
            <a:extLst>
              <a:ext uri="{FF2B5EF4-FFF2-40B4-BE49-F238E27FC236}">
                <a16:creationId xmlns:a16="http://schemas.microsoft.com/office/drawing/2014/main" id="{A339C1EA-AFA7-4F8F-94EB-FC6B00FF5994}"/>
              </a:ext>
            </a:extLst>
          </p:cNvPr>
          <p:cNvSpPr>
            <a:spLocks noGrp="1"/>
          </p:cNvSpPr>
          <p:nvPr>
            <p:ph type="pic" sz="quarter" idx="19"/>
          </p:nvPr>
        </p:nvSpPr>
        <p:spPr>
          <a:xfrm>
            <a:off x="7854920" y="3443633"/>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36" name="Zástupný symbol obrázku 16">
            <a:extLst>
              <a:ext uri="{FF2B5EF4-FFF2-40B4-BE49-F238E27FC236}">
                <a16:creationId xmlns:a16="http://schemas.microsoft.com/office/drawing/2014/main" id="{11B9F10B-A0D0-43AF-B5A2-3E1ACD78BD36}"/>
              </a:ext>
            </a:extLst>
          </p:cNvPr>
          <p:cNvSpPr>
            <a:spLocks noGrp="1"/>
          </p:cNvSpPr>
          <p:nvPr>
            <p:ph type="pic" sz="quarter" idx="20"/>
          </p:nvPr>
        </p:nvSpPr>
        <p:spPr>
          <a:xfrm>
            <a:off x="332776" y="2290825"/>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8" name="Zástupný text 7">
            <a:extLst>
              <a:ext uri="{FF2B5EF4-FFF2-40B4-BE49-F238E27FC236}">
                <a16:creationId xmlns:a16="http://schemas.microsoft.com/office/drawing/2014/main" id="{56794A71-9A92-4D9A-B0FF-C75C30299280}"/>
              </a:ext>
            </a:extLst>
          </p:cNvPr>
          <p:cNvSpPr>
            <a:spLocks noGrp="1"/>
          </p:cNvSpPr>
          <p:nvPr>
            <p:ph type="body" sz="quarter" idx="13" hasCustomPrompt="1"/>
          </p:nvPr>
        </p:nvSpPr>
        <p:spPr>
          <a:xfrm>
            <a:off x="468312" y="3118201"/>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sp>
        <p:nvSpPr>
          <p:cNvPr id="23" name="Zástupný text 7">
            <a:extLst>
              <a:ext uri="{FF2B5EF4-FFF2-40B4-BE49-F238E27FC236}">
                <a16:creationId xmlns:a16="http://schemas.microsoft.com/office/drawing/2014/main" id="{F66DBAF7-482A-42E2-B944-5B60764096FB}"/>
              </a:ext>
            </a:extLst>
          </p:cNvPr>
          <p:cNvSpPr>
            <a:spLocks noGrp="1"/>
          </p:cNvSpPr>
          <p:nvPr>
            <p:ph type="body" sz="quarter" idx="14"/>
          </p:nvPr>
        </p:nvSpPr>
        <p:spPr>
          <a:xfrm>
            <a:off x="4847355" y="2968854"/>
            <a:ext cx="2482850" cy="2008188"/>
          </a:xfrm>
        </p:spPr>
        <p:txBody>
          <a:bodyPr>
            <a:normAutofit/>
          </a:bodyPr>
          <a:lstStyle>
            <a:lvl1pPr marL="0" indent="0">
              <a:buNone/>
              <a:defRPr sz="1800"/>
            </a:lvl1pPr>
          </a:lstStyle>
          <a:p>
            <a:pPr lvl="0"/>
            <a:r>
              <a:rPr lang="cs-CZ"/>
              <a:t>Po kliknutí můžete upravovat styly textu v předloze.</a:t>
            </a:r>
          </a:p>
        </p:txBody>
      </p:sp>
      <p:sp>
        <p:nvSpPr>
          <p:cNvPr id="24" name="Zástupný text 7">
            <a:extLst>
              <a:ext uri="{FF2B5EF4-FFF2-40B4-BE49-F238E27FC236}">
                <a16:creationId xmlns:a16="http://schemas.microsoft.com/office/drawing/2014/main" id="{8394D28F-2D8D-4A21-B199-0B463DF5E180}"/>
              </a:ext>
            </a:extLst>
          </p:cNvPr>
          <p:cNvSpPr>
            <a:spLocks noGrp="1"/>
          </p:cNvSpPr>
          <p:nvPr>
            <p:ph type="body" sz="quarter" idx="15"/>
          </p:nvPr>
        </p:nvSpPr>
        <p:spPr>
          <a:xfrm>
            <a:off x="9226850" y="2954999"/>
            <a:ext cx="2482850" cy="2008188"/>
          </a:xfrm>
        </p:spPr>
        <p:txBody>
          <a:bodyPr>
            <a:normAutofit/>
          </a:bodyPr>
          <a:lstStyle>
            <a:lvl1pPr marL="0" indent="0">
              <a:buNone/>
              <a:defRPr sz="1800"/>
            </a:lvl1pPr>
          </a:lstStyle>
          <a:p>
            <a:pPr lvl="0"/>
            <a:r>
              <a:rPr lang="cs-CZ"/>
              <a:t>Po kliknutí můžete upravovat styly textu v předloze.</a:t>
            </a:r>
          </a:p>
        </p:txBody>
      </p:sp>
      <p:sp>
        <p:nvSpPr>
          <p:cNvPr id="37" name="Zástupný symbol obrázku 16">
            <a:extLst>
              <a:ext uri="{FF2B5EF4-FFF2-40B4-BE49-F238E27FC236}">
                <a16:creationId xmlns:a16="http://schemas.microsoft.com/office/drawing/2014/main" id="{A9981D14-2A50-4381-8203-F3795917B33E}"/>
              </a:ext>
            </a:extLst>
          </p:cNvPr>
          <p:cNvSpPr>
            <a:spLocks noGrp="1"/>
          </p:cNvSpPr>
          <p:nvPr>
            <p:ph type="pic" sz="quarter" idx="21"/>
          </p:nvPr>
        </p:nvSpPr>
        <p:spPr>
          <a:xfrm>
            <a:off x="4656058" y="2290825"/>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38" name="Zástupný symbol obrázku 16">
            <a:extLst>
              <a:ext uri="{FF2B5EF4-FFF2-40B4-BE49-F238E27FC236}">
                <a16:creationId xmlns:a16="http://schemas.microsoft.com/office/drawing/2014/main" id="{EFBCF7C3-EC67-49FA-8B7E-BB9447913A85}"/>
              </a:ext>
            </a:extLst>
          </p:cNvPr>
          <p:cNvSpPr>
            <a:spLocks noGrp="1"/>
          </p:cNvSpPr>
          <p:nvPr>
            <p:ph type="pic" sz="quarter" idx="22"/>
          </p:nvPr>
        </p:nvSpPr>
        <p:spPr>
          <a:xfrm>
            <a:off x="8978703" y="2276994"/>
            <a:ext cx="2979144" cy="2955012"/>
          </a:xfrm>
          <a:solidFill>
            <a:schemeClr val="accent1"/>
          </a:solidFill>
        </p:spPr>
        <p:txBody>
          <a:bodyPr/>
          <a:lstStyle>
            <a:lvl1pPr marL="0" indent="0">
              <a:buNone/>
              <a:defRPr>
                <a:noFill/>
              </a:defRPr>
            </a:lvl1pPr>
          </a:lstStyle>
          <a:p>
            <a:r>
              <a:rPr lang="cs-CZ"/>
              <a:t>Kliknutím na ikonu přidáte obrázek.</a:t>
            </a:r>
          </a:p>
        </p:txBody>
      </p:sp>
      <p:sp>
        <p:nvSpPr>
          <p:cNvPr id="40" name="Zástupný symbol obrázku 39">
            <a:extLst>
              <a:ext uri="{FF2B5EF4-FFF2-40B4-BE49-F238E27FC236}">
                <a16:creationId xmlns:a16="http://schemas.microsoft.com/office/drawing/2014/main" id="{E8E0B1E7-6612-4D2A-84F7-9A7C29A195A4}"/>
              </a:ext>
            </a:extLst>
          </p:cNvPr>
          <p:cNvSpPr>
            <a:spLocks noGrp="1"/>
          </p:cNvSpPr>
          <p:nvPr>
            <p:ph type="pic" sz="quarter" idx="23"/>
          </p:nvPr>
        </p:nvSpPr>
        <p:spPr>
          <a:xfrm>
            <a:off x="5786160"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1" name="Zástupný symbol obrázku 39">
            <a:extLst>
              <a:ext uri="{FF2B5EF4-FFF2-40B4-BE49-F238E27FC236}">
                <a16:creationId xmlns:a16="http://schemas.microsoft.com/office/drawing/2014/main" id="{03E0BC87-314A-4AE8-9B6F-CF946E4C5C9E}"/>
              </a:ext>
            </a:extLst>
          </p:cNvPr>
          <p:cNvSpPr>
            <a:spLocks noGrp="1"/>
          </p:cNvSpPr>
          <p:nvPr>
            <p:ph type="pic" sz="quarter" idx="24"/>
          </p:nvPr>
        </p:nvSpPr>
        <p:spPr>
          <a:xfrm>
            <a:off x="10108805"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2" name="Zástupný symbol obrázku 39">
            <a:extLst>
              <a:ext uri="{FF2B5EF4-FFF2-40B4-BE49-F238E27FC236}">
                <a16:creationId xmlns:a16="http://schemas.microsoft.com/office/drawing/2014/main" id="{E7A53E88-5D0F-4193-BF78-B4AF3009A737}"/>
              </a:ext>
            </a:extLst>
          </p:cNvPr>
          <p:cNvSpPr>
            <a:spLocks noGrp="1"/>
          </p:cNvSpPr>
          <p:nvPr>
            <p:ph type="pic" sz="quarter" idx="25"/>
          </p:nvPr>
        </p:nvSpPr>
        <p:spPr>
          <a:xfrm>
            <a:off x="1350268"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p>
        </p:txBody>
      </p:sp>
      <p:sp>
        <p:nvSpPr>
          <p:cNvPr id="43" name="Zástupný text 7">
            <a:extLst>
              <a:ext uri="{FF2B5EF4-FFF2-40B4-BE49-F238E27FC236}">
                <a16:creationId xmlns:a16="http://schemas.microsoft.com/office/drawing/2014/main" id="{C4C8D1CD-8B58-4AA7-AA69-6BA92E86047C}"/>
              </a:ext>
            </a:extLst>
          </p:cNvPr>
          <p:cNvSpPr>
            <a:spLocks noGrp="1"/>
          </p:cNvSpPr>
          <p:nvPr>
            <p:ph type="body" sz="quarter" idx="26" hasCustomPrompt="1"/>
          </p:nvPr>
        </p:nvSpPr>
        <p:spPr>
          <a:xfrm>
            <a:off x="4830258" y="3139347"/>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sp>
        <p:nvSpPr>
          <p:cNvPr id="44" name="Zástupný text 7">
            <a:extLst>
              <a:ext uri="{FF2B5EF4-FFF2-40B4-BE49-F238E27FC236}">
                <a16:creationId xmlns:a16="http://schemas.microsoft.com/office/drawing/2014/main" id="{6C023C08-9C7C-4B0B-8777-AF099A007C21}"/>
              </a:ext>
            </a:extLst>
          </p:cNvPr>
          <p:cNvSpPr>
            <a:spLocks noGrp="1"/>
          </p:cNvSpPr>
          <p:nvPr>
            <p:ph type="body" sz="quarter" idx="27" hasCustomPrompt="1"/>
          </p:nvPr>
        </p:nvSpPr>
        <p:spPr>
          <a:xfrm>
            <a:off x="9102776" y="3117353"/>
            <a:ext cx="2482850" cy="2008188"/>
          </a:xfrm>
        </p:spPr>
        <p:txBody>
          <a:bodyPr>
            <a:normAutofit/>
          </a:bodyPr>
          <a:lstStyle>
            <a:lvl1pPr marL="0" indent="0">
              <a:buNone/>
              <a:defRPr sz="1800">
                <a:solidFill>
                  <a:schemeClr val="bg1"/>
                </a:solidFill>
              </a:defRPr>
            </a:lvl1pPr>
          </a:lstStyle>
          <a:p>
            <a:pPr lvl="0"/>
            <a:r>
              <a:rPr lang="cs-CZ"/>
              <a:t>Po kliknutí můžete upravovat styly textu v předloze.;</a:t>
            </a:r>
          </a:p>
        </p:txBody>
      </p:sp>
      <p:pic>
        <p:nvPicPr>
          <p:cNvPr id="45" name="Obrázek 44">
            <a:extLst>
              <a:ext uri="{FF2B5EF4-FFF2-40B4-BE49-F238E27FC236}">
                <a16:creationId xmlns:a16="http://schemas.microsoft.com/office/drawing/2014/main" id="{0EBD5522-5E8D-4F4A-9911-B118EBC1780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855523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adpis, 3 obsahy v poli, návaznost">
    <p:spTree>
      <p:nvGrpSpPr>
        <p:cNvPr id="1" name=""/>
        <p:cNvGrpSpPr/>
        <p:nvPr/>
      </p:nvGrpSpPr>
      <p:grpSpPr>
        <a:xfrm>
          <a:off x="0" y="0"/>
          <a:ext cx="0" cy="0"/>
          <a:chOff x="0" y="0"/>
          <a:chExt cx="0" cy="0"/>
        </a:xfrm>
      </p:grpSpPr>
      <p:sp>
        <p:nvSpPr>
          <p:cNvPr id="42" name="Zástupný symbol obrázku 8">
            <a:extLst>
              <a:ext uri="{FF2B5EF4-FFF2-40B4-BE49-F238E27FC236}">
                <a16:creationId xmlns:a16="http://schemas.microsoft.com/office/drawing/2014/main" id="{E368987C-9F27-44C3-84E3-1C169BF87676}"/>
              </a:ext>
            </a:extLst>
          </p:cNvPr>
          <p:cNvSpPr>
            <a:spLocks noGrp="1"/>
          </p:cNvSpPr>
          <p:nvPr>
            <p:ph type="pic" sz="quarter" idx="20"/>
          </p:nvPr>
        </p:nvSpPr>
        <p:spPr>
          <a:xfrm>
            <a:off x="3861499" y="3532951"/>
            <a:ext cx="2298700" cy="2297112"/>
          </a:xfrm>
          <a:solidFill>
            <a:schemeClr val="tx2"/>
          </a:solidFill>
        </p:spPr>
        <p:txBody>
          <a:bodyPr/>
          <a:lstStyle>
            <a:lvl1pPr marL="0" indent="0">
              <a:buNone/>
              <a:defRPr>
                <a:noFill/>
              </a:defRPr>
            </a:lvl1pPr>
          </a:lstStyle>
          <a:p>
            <a:r>
              <a:rPr lang="cs-CZ"/>
              <a:t>Kliknutím na ikonu přidáte obrázek.</a:t>
            </a:r>
          </a:p>
        </p:txBody>
      </p:sp>
      <p:sp>
        <p:nvSpPr>
          <p:cNvPr id="41" name="Zástupný symbol obrázku 8">
            <a:extLst>
              <a:ext uri="{FF2B5EF4-FFF2-40B4-BE49-F238E27FC236}">
                <a16:creationId xmlns:a16="http://schemas.microsoft.com/office/drawing/2014/main" id="{AFA35BC2-C67B-4822-871D-7E1B7A466CED}"/>
              </a:ext>
            </a:extLst>
          </p:cNvPr>
          <p:cNvSpPr>
            <a:spLocks noGrp="1"/>
          </p:cNvSpPr>
          <p:nvPr>
            <p:ph type="pic" sz="quarter" idx="19"/>
          </p:nvPr>
        </p:nvSpPr>
        <p:spPr>
          <a:xfrm>
            <a:off x="6158608" y="3532951"/>
            <a:ext cx="2298700" cy="2297112"/>
          </a:xfrm>
          <a:solidFill>
            <a:schemeClr val="accent2"/>
          </a:solidFill>
        </p:spPr>
        <p:txBody>
          <a:bodyPr/>
          <a:lstStyle>
            <a:lvl1pPr marL="0" indent="0">
              <a:buNone/>
              <a:defRPr>
                <a:noFill/>
              </a:defRPr>
            </a:lvl1pPr>
          </a:lstStyle>
          <a:p>
            <a:r>
              <a:rPr lang="cs-CZ"/>
              <a:t>Kliknutím na ikonu přidáte obrázek.</a:t>
            </a:r>
          </a:p>
        </p:txBody>
      </p:sp>
      <p:sp>
        <p:nvSpPr>
          <p:cNvPr id="40" name="Zástupný symbol obrázku 8">
            <a:extLst>
              <a:ext uri="{FF2B5EF4-FFF2-40B4-BE49-F238E27FC236}">
                <a16:creationId xmlns:a16="http://schemas.microsoft.com/office/drawing/2014/main" id="{ED2EC6AF-130F-4C16-AF32-C979DA56FBAB}"/>
              </a:ext>
            </a:extLst>
          </p:cNvPr>
          <p:cNvSpPr>
            <a:spLocks noGrp="1"/>
          </p:cNvSpPr>
          <p:nvPr>
            <p:ph type="pic" sz="quarter" idx="18"/>
          </p:nvPr>
        </p:nvSpPr>
        <p:spPr>
          <a:xfrm>
            <a:off x="6149736" y="1235839"/>
            <a:ext cx="2298700" cy="2297112"/>
          </a:xfrm>
          <a:solidFill>
            <a:schemeClr val="tx1"/>
          </a:solidFill>
        </p:spPr>
        <p:txBody>
          <a:bodyPr/>
          <a:lstStyle>
            <a:lvl1pPr marL="0" indent="0">
              <a:buNone/>
              <a:defRPr>
                <a:noFill/>
              </a:defRPr>
            </a:lvl1pPr>
          </a:lstStyle>
          <a:p>
            <a:r>
              <a:rPr lang="cs-CZ"/>
              <a:t>Kliknutím na ikonu přidáte obrázek.</a:t>
            </a:r>
          </a:p>
        </p:txBody>
      </p:sp>
      <p:sp>
        <p:nvSpPr>
          <p:cNvPr id="9" name="Zástupný symbol obrázku 8">
            <a:extLst>
              <a:ext uri="{FF2B5EF4-FFF2-40B4-BE49-F238E27FC236}">
                <a16:creationId xmlns:a16="http://schemas.microsoft.com/office/drawing/2014/main" id="{55BED240-3FCD-4150-A474-D38746C7C710}"/>
              </a:ext>
            </a:extLst>
          </p:cNvPr>
          <p:cNvSpPr>
            <a:spLocks noGrp="1"/>
          </p:cNvSpPr>
          <p:nvPr>
            <p:ph type="pic" sz="quarter" idx="17"/>
          </p:nvPr>
        </p:nvSpPr>
        <p:spPr>
          <a:xfrm>
            <a:off x="3861499" y="1235839"/>
            <a:ext cx="2298700" cy="2297112"/>
          </a:xfrm>
          <a:solidFill>
            <a:schemeClr val="accent1"/>
          </a:solidFill>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4" name="Zástupný text 3">
            <a:extLst>
              <a:ext uri="{FF2B5EF4-FFF2-40B4-BE49-F238E27FC236}">
                <a16:creationId xmlns:a16="http://schemas.microsoft.com/office/drawing/2014/main" id="{E9A5159F-E138-456E-851D-834A382CF75E}"/>
              </a:ext>
            </a:extLst>
          </p:cNvPr>
          <p:cNvSpPr>
            <a:spLocks noGrp="1"/>
          </p:cNvSpPr>
          <p:nvPr>
            <p:ph type="body" sz="quarter" idx="13"/>
          </p:nvPr>
        </p:nvSpPr>
        <p:spPr>
          <a:xfrm>
            <a:off x="225425" y="1814379"/>
            <a:ext cx="2846388" cy="1878012"/>
          </a:xfrm>
        </p:spPr>
        <p:txBody>
          <a:bodyPr>
            <a:normAutofit/>
          </a:bodyPr>
          <a:lstStyle>
            <a:lvl1pPr marL="0" indent="0">
              <a:buNone/>
              <a:defRPr sz="1800">
                <a:solidFill>
                  <a:schemeClr val="accent1"/>
                </a:solidFill>
              </a:defRPr>
            </a:lvl1pPr>
          </a:lstStyle>
          <a:p>
            <a:pPr lvl="0"/>
            <a:r>
              <a:rPr lang="cs-CZ"/>
              <a:t>Po kliknutí můžete upravovat styly textu v předloze.</a:t>
            </a:r>
          </a:p>
        </p:txBody>
      </p:sp>
      <p:sp>
        <p:nvSpPr>
          <p:cNvPr id="37" name="Zástupný text 3">
            <a:extLst>
              <a:ext uri="{FF2B5EF4-FFF2-40B4-BE49-F238E27FC236}">
                <a16:creationId xmlns:a16="http://schemas.microsoft.com/office/drawing/2014/main" id="{BA6882FE-C29F-4DF2-894A-0B7E3D9B1228}"/>
              </a:ext>
            </a:extLst>
          </p:cNvPr>
          <p:cNvSpPr>
            <a:spLocks noGrp="1"/>
          </p:cNvSpPr>
          <p:nvPr>
            <p:ph type="body" sz="quarter" idx="14"/>
          </p:nvPr>
        </p:nvSpPr>
        <p:spPr>
          <a:xfrm>
            <a:off x="225371" y="3929207"/>
            <a:ext cx="2846388" cy="1878012"/>
          </a:xfrm>
        </p:spPr>
        <p:txBody>
          <a:bodyPr>
            <a:normAutofit/>
          </a:bodyPr>
          <a:lstStyle>
            <a:lvl1pPr marL="0" indent="0">
              <a:buNone/>
              <a:defRPr sz="1800">
                <a:solidFill>
                  <a:schemeClr val="bg2"/>
                </a:solidFill>
              </a:defRPr>
            </a:lvl1pPr>
          </a:lstStyle>
          <a:p>
            <a:pPr lvl="0"/>
            <a:r>
              <a:rPr lang="cs-CZ"/>
              <a:t>Po kliknutí můžete upravovat styly textu v předloze.</a:t>
            </a:r>
          </a:p>
        </p:txBody>
      </p:sp>
      <p:sp>
        <p:nvSpPr>
          <p:cNvPr id="38" name="Zástupný text 3">
            <a:extLst>
              <a:ext uri="{FF2B5EF4-FFF2-40B4-BE49-F238E27FC236}">
                <a16:creationId xmlns:a16="http://schemas.microsoft.com/office/drawing/2014/main" id="{2D627D65-3FCE-4B0A-989A-838DB04BAD22}"/>
              </a:ext>
            </a:extLst>
          </p:cNvPr>
          <p:cNvSpPr>
            <a:spLocks noGrp="1"/>
          </p:cNvSpPr>
          <p:nvPr>
            <p:ph type="body" sz="quarter" idx="15"/>
          </p:nvPr>
        </p:nvSpPr>
        <p:spPr>
          <a:xfrm>
            <a:off x="9128561" y="3929207"/>
            <a:ext cx="2846388" cy="1878012"/>
          </a:xfrm>
        </p:spPr>
        <p:txBody>
          <a:bodyPr>
            <a:normAutofit/>
          </a:bodyPr>
          <a:lstStyle>
            <a:lvl1pPr marL="0" indent="0">
              <a:buNone/>
              <a:defRPr sz="1800">
                <a:solidFill>
                  <a:schemeClr val="accent2"/>
                </a:solidFill>
              </a:defRPr>
            </a:lvl1pPr>
          </a:lstStyle>
          <a:p>
            <a:pPr lvl="0"/>
            <a:r>
              <a:rPr lang="cs-CZ"/>
              <a:t>Po kliknutí můžete upravovat styly textu v předloze.</a:t>
            </a:r>
          </a:p>
        </p:txBody>
      </p:sp>
      <p:sp>
        <p:nvSpPr>
          <p:cNvPr id="39" name="Zástupný text 3">
            <a:extLst>
              <a:ext uri="{FF2B5EF4-FFF2-40B4-BE49-F238E27FC236}">
                <a16:creationId xmlns:a16="http://schemas.microsoft.com/office/drawing/2014/main" id="{FEDF2A29-C97A-47CF-9D37-89C702C60AD7}"/>
              </a:ext>
            </a:extLst>
          </p:cNvPr>
          <p:cNvSpPr>
            <a:spLocks noGrp="1"/>
          </p:cNvSpPr>
          <p:nvPr>
            <p:ph type="body" sz="quarter" idx="16"/>
          </p:nvPr>
        </p:nvSpPr>
        <p:spPr>
          <a:xfrm>
            <a:off x="9128561" y="1814379"/>
            <a:ext cx="2832533" cy="1878012"/>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3" name="Zástupný symbol obrázku 39">
            <a:extLst>
              <a:ext uri="{FF2B5EF4-FFF2-40B4-BE49-F238E27FC236}">
                <a16:creationId xmlns:a16="http://schemas.microsoft.com/office/drawing/2014/main" id="{C2B7C6BD-5ED9-42FC-AEA2-C5F7AA91EC87}"/>
              </a:ext>
            </a:extLst>
          </p:cNvPr>
          <p:cNvSpPr>
            <a:spLocks noGrp="1"/>
          </p:cNvSpPr>
          <p:nvPr>
            <p:ph type="pic" sz="quarter" idx="25"/>
          </p:nvPr>
        </p:nvSpPr>
        <p:spPr>
          <a:xfrm>
            <a:off x="6866636" y="19478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5" name="Zástupný symbol obrázku 39">
            <a:extLst>
              <a:ext uri="{FF2B5EF4-FFF2-40B4-BE49-F238E27FC236}">
                <a16:creationId xmlns:a16="http://schemas.microsoft.com/office/drawing/2014/main" id="{D6810499-AD35-43AD-B27C-390DC3345CE4}"/>
              </a:ext>
            </a:extLst>
          </p:cNvPr>
          <p:cNvSpPr>
            <a:spLocks noGrp="1"/>
          </p:cNvSpPr>
          <p:nvPr>
            <p:ph type="pic" sz="quarter" idx="27"/>
          </p:nvPr>
        </p:nvSpPr>
        <p:spPr>
          <a:xfrm>
            <a:off x="4603228" y="1960574"/>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6" name="Zástupný symbol obrázku 39">
            <a:extLst>
              <a:ext uri="{FF2B5EF4-FFF2-40B4-BE49-F238E27FC236}">
                <a16:creationId xmlns:a16="http://schemas.microsoft.com/office/drawing/2014/main" id="{5D86F04B-EAD4-4BC2-8DFA-DD492835B2DF}"/>
              </a:ext>
            </a:extLst>
          </p:cNvPr>
          <p:cNvSpPr>
            <a:spLocks noGrp="1"/>
          </p:cNvSpPr>
          <p:nvPr>
            <p:ph type="pic" sz="quarter" idx="28"/>
          </p:nvPr>
        </p:nvSpPr>
        <p:spPr>
          <a:xfrm>
            <a:off x="6879041" y="4257509"/>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7" name="Zástupný symbol obrázku 39">
            <a:extLst>
              <a:ext uri="{FF2B5EF4-FFF2-40B4-BE49-F238E27FC236}">
                <a16:creationId xmlns:a16="http://schemas.microsoft.com/office/drawing/2014/main" id="{17ED2E85-49FA-45B4-8F53-2A746407C8D2}"/>
              </a:ext>
            </a:extLst>
          </p:cNvPr>
          <p:cNvSpPr>
            <a:spLocks noGrp="1"/>
          </p:cNvSpPr>
          <p:nvPr>
            <p:ph type="pic" sz="quarter" idx="29"/>
          </p:nvPr>
        </p:nvSpPr>
        <p:spPr>
          <a:xfrm>
            <a:off x="4603228" y="42511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48" name="Zástupný symbol obrázku 33">
            <a:extLst>
              <a:ext uri="{FF2B5EF4-FFF2-40B4-BE49-F238E27FC236}">
                <a16:creationId xmlns:a16="http://schemas.microsoft.com/office/drawing/2014/main" id="{759D4B05-DAB0-425E-B157-D93646A5FC2B}"/>
              </a:ext>
            </a:extLst>
          </p:cNvPr>
          <p:cNvSpPr>
            <a:spLocks noGrp="1"/>
          </p:cNvSpPr>
          <p:nvPr>
            <p:ph type="pic" sz="quarter" idx="30"/>
          </p:nvPr>
        </p:nvSpPr>
        <p:spPr>
          <a:xfrm rot="10800000">
            <a:off x="3155062" y="2290701"/>
            <a:ext cx="638235" cy="366455"/>
          </a:xfrm>
          <a:blipFill>
            <a:blip r:embed="rId4">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p>
        </p:txBody>
      </p:sp>
      <p:sp>
        <p:nvSpPr>
          <p:cNvPr id="49" name="Zástupný symbol obrázku 33">
            <a:extLst>
              <a:ext uri="{FF2B5EF4-FFF2-40B4-BE49-F238E27FC236}">
                <a16:creationId xmlns:a16="http://schemas.microsoft.com/office/drawing/2014/main" id="{CCFA7C71-5F30-4A00-B908-E2D2EA438BD5}"/>
              </a:ext>
            </a:extLst>
          </p:cNvPr>
          <p:cNvSpPr>
            <a:spLocks noGrp="1"/>
          </p:cNvSpPr>
          <p:nvPr>
            <p:ph type="pic" sz="quarter" idx="31"/>
          </p:nvPr>
        </p:nvSpPr>
        <p:spPr>
          <a:xfrm rot="10800000">
            <a:off x="3155062" y="4491759"/>
            <a:ext cx="638235" cy="366455"/>
          </a:xfrm>
          <a:blipFill>
            <a:blip r:embed="rId4">
              <a:grayscl/>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p>
        </p:txBody>
      </p:sp>
      <p:sp>
        <p:nvSpPr>
          <p:cNvPr id="50" name="Zástupný symbol obrázku 33">
            <a:extLst>
              <a:ext uri="{FF2B5EF4-FFF2-40B4-BE49-F238E27FC236}">
                <a16:creationId xmlns:a16="http://schemas.microsoft.com/office/drawing/2014/main" id="{9C82AA2C-5394-475F-B5B9-CC2699C977E7}"/>
              </a:ext>
            </a:extLst>
          </p:cNvPr>
          <p:cNvSpPr>
            <a:spLocks noGrp="1"/>
          </p:cNvSpPr>
          <p:nvPr>
            <p:ph type="pic" sz="quarter" idx="32"/>
          </p:nvPr>
        </p:nvSpPr>
        <p:spPr>
          <a:xfrm>
            <a:off x="8527102" y="2290701"/>
            <a:ext cx="556592" cy="365125"/>
          </a:xfrm>
          <a:blipFill>
            <a:blip r:embed="rId4">
              <a:biLevel thresh="75000"/>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p>
        </p:txBody>
      </p:sp>
      <p:sp>
        <p:nvSpPr>
          <p:cNvPr id="51" name="Zástupný symbol obrázku 33">
            <a:extLst>
              <a:ext uri="{FF2B5EF4-FFF2-40B4-BE49-F238E27FC236}">
                <a16:creationId xmlns:a16="http://schemas.microsoft.com/office/drawing/2014/main" id="{9593D377-C191-4CD9-BA29-9B02DCD4415B}"/>
              </a:ext>
            </a:extLst>
          </p:cNvPr>
          <p:cNvSpPr>
            <a:spLocks noGrp="1"/>
          </p:cNvSpPr>
          <p:nvPr>
            <p:ph type="pic" sz="quarter" idx="33"/>
          </p:nvPr>
        </p:nvSpPr>
        <p:spPr>
          <a:xfrm>
            <a:off x="8527101" y="4491759"/>
            <a:ext cx="556592" cy="365125"/>
          </a:xfrm>
          <a:blipFill>
            <a:blip r:embed="rId4">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p>
        </p:txBody>
      </p:sp>
      <p:pic>
        <p:nvPicPr>
          <p:cNvPr id="52" name="Obrázek 51">
            <a:extLst>
              <a:ext uri="{FF2B5EF4-FFF2-40B4-BE49-F238E27FC236}">
                <a16:creationId xmlns:a16="http://schemas.microsoft.com/office/drawing/2014/main" id="{AF9BCA5F-4BA4-4EEF-BB0B-BB77E2FC2E0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9723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adpis, 4 ikony, text">
    <p:spTree>
      <p:nvGrpSpPr>
        <p:cNvPr id="1" name=""/>
        <p:cNvGrpSpPr/>
        <p:nvPr/>
      </p:nvGrpSpPr>
      <p:grpSpPr>
        <a:xfrm>
          <a:off x="0" y="0"/>
          <a:ext cx="0" cy="0"/>
          <a:chOff x="0" y="0"/>
          <a:chExt cx="0" cy="0"/>
        </a:xfrm>
      </p:grpSpPr>
      <p:sp>
        <p:nvSpPr>
          <p:cNvPr id="49" name="Zástupný symbol obrázku 16">
            <a:extLst>
              <a:ext uri="{FF2B5EF4-FFF2-40B4-BE49-F238E27FC236}">
                <a16:creationId xmlns:a16="http://schemas.microsoft.com/office/drawing/2014/main" id="{C044D83E-5AC3-463B-8C74-4E915E4C648F}"/>
              </a:ext>
              <a:ext uri="{C183D7F6-B498-43B3-948B-1728B52AA6E4}">
                <adec:decorative xmlns:adec="http://schemas.microsoft.com/office/drawing/2017/decorative" val="0"/>
              </a:ext>
            </a:extLst>
          </p:cNvPr>
          <p:cNvSpPr>
            <a:spLocks noGrp="1"/>
          </p:cNvSpPr>
          <p:nvPr>
            <p:ph type="pic" sz="quarter" idx="20"/>
          </p:nvPr>
        </p:nvSpPr>
        <p:spPr>
          <a:xfrm>
            <a:off x="559272" y="2029360"/>
            <a:ext cx="1942990" cy="1937596"/>
          </a:xfrm>
          <a:solidFill>
            <a:schemeClr val="accent1"/>
          </a:solidFill>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45" name="Zástupný text 3">
            <a:extLst>
              <a:ext uri="{FF2B5EF4-FFF2-40B4-BE49-F238E27FC236}">
                <a16:creationId xmlns:a16="http://schemas.microsoft.com/office/drawing/2014/main" id="{D12ED290-774E-4D84-A55E-37E7F6B4DE84}"/>
              </a:ext>
            </a:extLst>
          </p:cNvPr>
          <p:cNvSpPr>
            <a:spLocks noGrp="1"/>
          </p:cNvSpPr>
          <p:nvPr>
            <p:ph type="body" sz="quarter" idx="13"/>
          </p:nvPr>
        </p:nvSpPr>
        <p:spPr>
          <a:xfrm>
            <a:off x="559272" y="4242786"/>
            <a:ext cx="2558682" cy="1942990"/>
          </a:xfrm>
        </p:spPr>
        <p:txBody>
          <a:bodyPr>
            <a:normAutofit/>
          </a:bodyPr>
          <a:lstStyle>
            <a:lvl1pPr marL="0" indent="0">
              <a:buNone/>
              <a:defRPr sz="1600">
                <a:solidFill>
                  <a:schemeClr val="accent1"/>
                </a:solidFill>
              </a:defRPr>
            </a:lvl1pPr>
          </a:lstStyle>
          <a:p>
            <a:pPr lvl="0"/>
            <a:r>
              <a:rPr lang="cs-CZ"/>
              <a:t>Po kliknutí můžete upravovat styly textu v předloze.</a:t>
            </a:r>
          </a:p>
        </p:txBody>
      </p:sp>
      <p:sp>
        <p:nvSpPr>
          <p:cNvPr id="46" name="Zástupný text 3">
            <a:extLst>
              <a:ext uri="{FF2B5EF4-FFF2-40B4-BE49-F238E27FC236}">
                <a16:creationId xmlns:a16="http://schemas.microsoft.com/office/drawing/2014/main" id="{C2D0A69D-F862-4242-86FD-B024D05BA427}"/>
              </a:ext>
            </a:extLst>
          </p:cNvPr>
          <p:cNvSpPr>
            <a:spLocks noGrp="1"/>
          </p:cNvSpPr>
          <p:nvPr>
            <p:ph type="body" sz="quarter" idx="14"/>
          </p:nvPr>
        </p:nvSpPr>
        <p:spPr>
          <a:xfrm>
            <a:off x="3435531" y="4270624"/>
            <a:ext cx="2558682" cy="1942990"/>
          </a:xfrm>
        </p:spPr>
        <p:txBody>
          <a:bodyPr>
            <a:normAutofit/>
          </a:bodyPr>
          <a:lstStyle>
            <a:lvl1pPr marL="0" indent="0">
              <a:buNone/>
              <a:defRPr sz="1600">
                <a:solidFill>
                  <a:schemeClr val="bg2"/>
                </a:solidFill>
              </a:defRPr>
            </a:lvl1pPr>
          </a:lstStyle>
          <a:p>
            <a:pPr lvl="0"/>
            <a:r>
              <a:rPr lang="cs-CZ"/>
              <a:t>Po kliknutí můžete upravovat styly textu v předloze.</a:t>
            </a:r>
          </a:p>
        </p:txBody>
      </p:sp>
      <p:sp>
        <p:nvSpPr>
          <p:cNvPr id="47" name="Zástupný text 3">
            <a:extLst>
              <a:ext uri="{FF2B5EF4-FFF2-40B4-BE49-F238E27FC236}">
                <a16:creationId xmlns:a16="http://schemas.microsoft.com/office/drawing/2014/main" id="{0F736CF1-CE79-45E7-B354-4DABEE51D13D}"/>
              </a:ext>
            </a:extLst>
          </p:cNvPr>
          <p:cNvSpPr>
            <a:spLocks noGrp="1"/>
          </p:cNvSpPr>
          <p:nvPr>
            <p:ph type="body" sz="quarter" idx="15"/>
          </p:nvPr>
        </p:nvSpPr>
        <p:spPr>
          <a:xfrm>
            <a:off x="6311790" y="4242786"/>
            <a:ext cx="2558682" cy="1942990"/>
          </a:xfrm>
        </p:spPr>
        <p:txBody>
          <a:bodyPr>
            <a:normAutofit/>
          </a:bodyPr>
          <a:lstStyle>
            <a:lvl1pPr marL="0" indent="0">
              <a:buNone/>
              <a:defRPr sz="1600">
                <a:solidFill>
                  <a:schemeClr val="tx1"/>
                </a:solidFill>
              </a:defRPr>
            </a:lvl1pPr>
          </a:lstStyle>
          <a:p>
            <a:pPr lvl="0"/>
            <a:r>
              <a:rPr lang="cs-CZ"/>
              <a:t>Po kliknutí můžete upravovat styly textu v předloze.</a:t>
            </a:r>
          </a:p>
        </p:txBody>
      </p:sp>
      <p:sp>
        <p:nvSpPr>
          <p:cNvPr id="48" name="Zástupný text 3">
            <a:extLst>
              <a:ext uri="{FF2B5EF4-FFF2-40B4-BE49-F238E27FC236}">
                <a16:creationId xmlns:a16="http://schemas.microsoft.com/office/drawing/2014/main" id="{0CC0C46A-1785-4FFB-9C8B-CF0F998BD31D}"/>
              </a:ext>
            </a:extLst>
          </p:cNvPr>
          <p:cNvSpPr>
            <a:spLocks noGrp="1"/>
          </p:cNvSpPr>
          <p:nvPr>
            <p:ph type="body" sz="quarter" idx="16"/>
          </p:nvPr>
        </p:nvSpPr>
        <p:spPr>
          <a:xfrm>
            <a:off x="9188049" y="4242786"/>
            <a:ext cx="2558682" cy="1942990"/>
          </a:xfrm>
        </p:spPr>
        <p:txBody>
          <a:bodyPr>
            <a:normAutofit/>
          </a:bodyPr>
          <a:lstStyle>
            <a:lvl1pPr marL="0" indent="0">
              <a:buNone/>
              <a:defRPr sz="1600">
                <a:solidFill>
                  <a:schemeClr val="accent2"/>
                </a:solidFill>
              </a:defRPr>
            </a:lvl1pPr>
          </a:lstStyle>
          <a:p>
            <a:pPr lvl="0"/>
            <a:r>
              <a:rPr lang="cs-CZ"/>
              <a:t>Po kliknutí můžete upravovat styly textu v předloze.</a:t>
            </a:r>
          </a:p>
        </p:txBody>
      </p:sp>
      <p:sp>
        <p:nvSpPr>
          <p:cNvPr id="50" name="Zástupný symbol obrázku 16">
            <a:extLst>
              <a:ext uri="{FF2B5EF4-FFF2-40B4-BE49-F238E27FC236}">
                <a16:creationId xmlns:a16="http://schemas.microsoft.com/office/drawing/2014/main" id="{0BEC3823-40B5-477F-8378-456A466E7B5B}"/>
              </a:ext>
            </a:extLst>
          </p:cNvPr>
          <p:cNvSpPr>
            <a:spLocks noGrp="1"/>
          </p:cNvSpPr>
          <p:nvPr>
            <p:ph type="pic" sz="quarter" idx="21"/>
          </p:nvPr>
        </p:nvSpPr>
        <p:spPr>
          <a:xfrm>
            <a:off x="3435531" y="2029360"/>
            <a:ext cx="1942990" cy="1937596"/>
          </a:xfrm>
          <a:solidFill>
            <a:schemeClr val="tx2"/>
          </a:solidFill>
        </p:spPr>
        <p:txBody>
          <a:bodyPr/>
          <a:lstStyle>
            <a:lvl1pPr marL="0" indent="0">
              <a:buNone/>
              <a:defRPr>
                <a:noFill/>
              </a:defRPr>
            </a:lvl1pPr>
          </a:lstStyle>
          <a:p>
            <a:r>
              <a:rPr lang="cs-CZ"/>
              <a:t>Kliknutím na ikonu přidáte obrázek.</a:t>
            </a:r>
          </a:p>
        </p:txBody>
      </p:sp>
      <p:sp>
        <p:nvSpPr>
          <p:cNvPr id="51" name="Zástupný symbol obrázku 16">
            <a:extLst>
              <a:ext uri="{FF2B5EF4-FFF2-40B4-BE49-F238E27FC236}">
                <a16:creationId xmlns:a16="http://schemas.microsoft.com/office/drawing/2014/main" id="{935927A9-BEB9-4441-9C69-AC760D9A65E3}"/>
              </a:ext>
            </a:extLst>
          </p:cNvPr>
          <p:cNvSpPr>
            <a:spLocks noGrp="1"/>
          </p:cNvSpPr>
          <p:nvPr>
            <p:ph type="pic" sz="quarter" idx="22"/>
          </p:nvPr>
        </p:nvSpPr>
        <p:spPr>
          <a:xfrm>
            <a:off x="6311790" y="2029360"/>
            <a:ext cx="1942990" cy="1937596"/>
          </a:xfrm>
          <a:solidFill>
            <a:schemeClr val="tx1"/>
          </a:solidFill>
        </p:spPr>
        <p:txBody>
          <a:bodyPr/>
          <a:lstStyle>
            <a:lvl1pPr marL="0" indent="0">
              <a:buNone/>
              <a:defRPr>
                <a:noFill/>
              </a:defRPr>
            </a:lvl1pPr>
          </a:lstStyle>
          <a:p>
            <a:r>
              <a:rPr lang="cs-CZ"/>
              <a:t>Kliknutím na ikonu přidáte obrázek.</a:t>
            </a:r>
          </a:p>
        </p:txBody>
      </p:sp>
      <p:sp>
        <p:nvSpPr>
          <p:cNvPr id="52" name="Zástupný symbol obrázku 16">
            <a:extLst>
              <a:ext uri="{FF2B5EF4-FFF2-40B4-BE49-F238E27FC236}">
                <a16:creationId xmlns:a16="http://schemas.microsoft.com/office/drawing/2014/main" id="{01F2A144-E88E-4444-B84C-C4321227BA58}"/>
              </a:ext>
            </a:extLst>
          </p:cNvPr>
          <p:cNvSpPr>
            <a:spLocks noGrp="1"/>
          </p:cNvSpPr>
          <p:nvPr>
            <p:ph type="pic" sz="quarter" idx="23"/>
          </p:nvPr>
        </p:nvSpPr>
        <p:spPr>
          <a:xfrm>
            <a:off x="9188049" y="2029360"/>
            <a:ext cx="1942990" cy="1937596"/>
          </a:xfrm>
          <a:solidFill>
            <a:schemeClr val="accent2"/>
          </a:solidFill>
        </p:spPr>
        <p:txBody>
          <a:bodyPr/>
          <a:lstStyle>
            <a:lvl1pPr marL="0" indent="0">
              <a:buNone/>
              <a:defRPr>
                <a:noFill/>
              </a:defRPr>
            </a:lvl1pPr>
          </a:lstStyle>
          <a:p>
            <a:r>
              <a:rPr lang="cs-CZ"/>
              <a:t>Kliknutím na ikonu přidáte obrázek.</a:t>
            </a:r>
          </a:p>
        </p:txBody>
      </p:sp>
      <p:sp>
        <p:nvSpPr>
          <p:cNvPr id="53" name="Zástupný symbol obrázku 39">
            <a:extLst>
              <a:ext uri="{FF2B5EF4-FFF2-40B4-BE49-F238E27FC236}">
                <a16:creationId xmlns:a16="http://schemas.microsoft.com/office/drawing/2014/main" id="{BCD8BE59-3932-4CC0-BA0C-90EEB14E18C5}"/>
              </a:ext>
            </a:extLst>
          </p:cNvPr>
          <p:cNvSpPr>
            <a:spLocks noGrp="1"/>
          </p:cNvSpPr>
          <p:nvPr>
            <p:ph type="pic" sz="quarter" idx="24"/>
          </p:nvPr>
        </p:nvSpPr>
        <p:spPr>
          <a:xfrm>
            <a:off x="1060961" y="2580193"/>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4" name="Zástupný symbol obrázku 39">
            <a:extLst>
              <a:ext uri="{FF2B5EF4-FFF2-40B4-BE49-F238E27FC236}">
                <a16:creationId xmlns:a16="http://schemas.microsoft.com/office/drawing/2014/main" id="{4A548FC4-FEFD-41F9-9089-7CD11326E6A9}"/>
              </a:ext>
            </a:extLst>
          </p:cNvPr>
          <p:cNvSpPr>
            <a:spLocks noGrp="1"/>
          </p:cNvSpPr>
          <p:nvPr>
            <p:ph type="pic" sz="quarter" idx="25"/>
          </p:nvPr>
        </p:nvSpPr>
        <p:spPr>
          <a:xfrm>
            <a:off x="3982740" y="2580766"/>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5" name="Zástupný symbol obrázku 39">
            <a:extLst>
              <a:ext uri="{FF2B5EF4-FFF2-40B4-BE49-F238E27FC236}">
                <a16:creationId xmlns:a16="http://schemas.microsoft.com/office/drawing/2014/main" id="{DD2C49B2-E64D-4CC7-8059-EED612A6143D}"/>
              </a:ext>
            </a:extLst>
          </p:cNvPr>
          <p:cNvSpPr>
            <a:spLocks noGrp="1"/>
          </p:cNvSpPr>
          <p:nvPr>
            <p:ph type="pic" sz="quarter" idx="26"/>
          </p:nvPr>
        </p:nvSpPr>
        <p:spPr>
          <a:xfrm>
            <a:off x="6858999"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56" name="Zástupný symbol obrázku 39">
            <a:extLst>
              <a:ext uri="{FF2B5EF4-FFF2-40B4-BE49-F238E27FC236}">
                <a16:creationId xmlns:a16="http://schemas.microsoft.com/office/drawing/2014/main" id="{2AF98002-CB18-453B-9737-EA3107B9855D}"/>
              </a:ext>
            </a:extLst>
          </p:cNvPr>
          <p:cNvSpPr>
            <a:spLocks noGrp="1"/>
          </p:cNvSpPr>
          <p:nvPr>
            <p:ph type="pic" sz="quarter" idx="27"/>
          </p:nvPr>
        </p:nvSpPr>
        <p:spPr>
          <a:xfrm>
            <a:off x="9735258"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pic>
        <p:nvPicPr>
          <p:cNvPr id="57" name="Obrázek 56">
            <a:extLst>
              <a:ext uri="{FF2B5EF4-FFF2-40B4-BE49-F238E27FC236}">
                <a16:creationId xmlns:a16="http://schemas.microsoft.com/office/drawing/2014/main" id="{46B4A3CD-4750-435D-9CCB-59104297F7E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5536701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dpis, 4 ikony, návaznost, podnadpis, text">
    <p:spTree>
      <p:nvGrpSpPr>
        <p:cNvPr id="1" name=""/>
        <p:cNvGrpSpPr/>
        <p:nvPr/>
      </p:nvGrpSpPr>
      <p:grpSpPr>
        <a:xfrm>
          <a:off x="0" y="0"/>
          <a:ext cx="0" cy="0"/>
          <a:chOff x="0" y="0"/>
          <a:chExt cx="0" cy="0"/>
        </a:xfrm>
      </p:grpSpPr>
      <p:sp>
        <p:nvSpPr>
          <p:cNvPr id="58" name="Zástupný symbol obrázku 9">
            <a:extLst>
              <a:ext uri="{FF2B5EF4-FFF2-40B4-BE49-F238E27FC236}">
                <a16:creationId xmlns:a16="http://schemas.microsoft.com/office/drawing/2014/main" id="{4DA24082-D753-4B7A-B543-2E0E54A401F2}"/>
              </a:ext>
            </a:extLst>
          </p:cNvPr>
          <p:cNvSpPr>
            <a:spLocks noGrp="1"/>
          </p:cNvSpPr>
          <p:nvPr>
            <p:ph type="pic" sz="quarter" idx="36"/>
          </p:nvPr>
        </p:nvSpPr>
        <p:spPr>
          <a:xfrm>
            <a:off x="9190538" y="3467580"/>
            <a:ext cx="1943100" cy="1034520"/>
          </a:xfrm>
          <a:noFill/>
          <a:ln>
            <a:solidFill>
              <a:schemeClr val="accent2"/>
            </a:solidFill>
          </a:ln>
        </p:spPr>
        <p:txBody>
          <a:bodyPr/>
          <a:lstStyle>
            <a:lvl1pPr marL="0" indent="0">
              <a:buNone/>
              <a:defRPr>
                <a:noFill/>
              </a:defRPr>
            </a:lvl1pPr>
          </a:lstStyle>
          <a:p>
            <a:r>
              <a:rPr lang="cs-CZ"/>
              <a:t>Kliknutím na ikonu přidáte obrázek.</a:t>
            </a:r>
          </a:p>
        </p:txBody>
      </p:sp>
      <p:sp>
        <p:nvSpPr>
          <p:cNvPr id="57" name="Zástupný symbol obrázku 9">
            <a:extLst>
              <a:ext uri="{FF2B5EF4-FFF2-40B4-BE49-F238E27FC236}">
                <a16:creationId xmlns:a16="http://schemas.microsoft.com/office/drawing/2014/main" id="{816DBEB3-AEB9-401A-8531-B86845DE8918}"/>
              </a:ext>
            </a:extLst>
          </p:cNvPr>
          <p:cNvSpPr>
            <a:spLocks noGrp="1"/>
          </p:cNvSpPr>
          <p:nvPr>
            <p:ph type="pic" sz="quarter" idx="35"/>
          </p:nvPr>
        </p:nvSpPr>
        <p:spPr>
          <a:xfrm>
            <a:off x="6312859" y="3474006"/>
            <a:ext cx="1943100" cy="1034520"/>
          </a:xfrm>
          <a:noFill/>
          <a:ln>
            <a:solidFill>
              <a:schemeClr val="tx1"/>
            </a:solidFill>
          </a:ln>
        </p:spPr>
        <p:txBody>
          <a:bodyPr/>
          <a:lstStyle>
            <a:lvl1pPr marL="0" indent="0">
              <a:buNone/>
              <a:defRPr>
                <a:noFill/>
              </a:defRPr>
            </a:lvl1pPr>
          </a:lstStyle>
          <a:p>
            <a:r>
              <a:rPr lang="cs-CZ"/>
              <a:t>Kliknutím na ikonu přidáte obrázek.</a:t>
            </a:r>
          </a:p>
        </p:txBody>
      </p:sp>
      <p:sp>
        <p:nvSpPr>
          <p:cNvPr id="56" name="Zástupný symbol obrázku 9">
            <a:extLst>
              <a:ext uri="{FF2B5EF4-FFF2-40B4-BE49-F238E27FC236}">
                <a16:creationId xmlns:a16="http://schemas.microsoft.com/office/drawing/2014/main" id="{F6C9705B-810A-4F64-BF3B-1ABA5BBE9CB2}"/>
              </a:ext>
            </a:extLst>
          </p:cNvPr>
          <p:cNvSpPr>
            <a:spLocks noGrp="1"/>
          </p:cNvSpPr>
          <p:nvPr>
            <p:ph type="pic" sz="quarter" idx="34"/>
          </p:nvPr>
        </p:nvSpPr>
        <p:spPr>
          <a:xfrm>
            <a:off x="3446012" y="3467580"/>
            <a:ext cx="1943100" cy="1034520"/>
          </a:xfrm>
          <a:noFill/>
          <a:ln>
            <a:solidFill>
              <a:schemeClr val="bg2"/>
            </a:solidFill>
          </a:ln>
        </p:spPr>
        <p:txBody>
          <a:bodyPr/>
          <a:lstStyle>
            <a:lvl1pPr marL="0" indent="0">
              <a:buNone/>
              <a:defRPr>
                <a:noFill/>
              </a:defRPr>
            </a:lvl1pPr>
          </a:lstStyle>
          <a:p>
            <a:r>
              <a:rPr lang="cs-CZ"/>
              <a:t>Kliknutím na ikonu přidáte obrázek.</a:t>
            </a:r>
          </a:p>
        </p:txBody>
      </p:sp>
      <p:sp>
        <p:nvSpPr>
          <p:cNvPr id="10" name="Zástupný symbol obrázku 9">
            <a:extLst>
              <a:ext uri="{FF2B5EF4-FFF2-40B4-BE49-F238E27FC236}">
                <a16:creationId xmlns:a16="http://schemas.microsoft.com/office/drawing/2014/main" id="{969019DC-53A3-4158-8E79-2795E1AA95CE}"/>
              </a:ext>
            </a:extLst>
          </p:cNvPr>
          <p:cNvSpPr>
            <a:spLocks noGrp="1"/>
          </p:cNvSpPr>
          <p:nvPr>
            <p:ph type="pic" sz="quarter" idx="26"/>
          </p:nvPr>
        </p:nvSpPr>
        <p:spPr>
          <a:xfrm>
            <a:off x="548791" y="3467581"/>
            <a:ext cx="1943100" cy="1034520"/>
          </a:xfrm>
          <a:noFill/>
          <a:ln>
            <a:solidFill>
              <a:schemeClr val="accent1"/>
            </a:solidFill>
          </a:ln>
        </p:spPr>
        <p:txBody>
          <a:bodyPr/>
          <a:lstStyle>
            <a:lvl1pPr marL="0" indent="0">
              <a:buNone/>
              <a:defRPr>
                <a:noFill/>
              </a:defRPr>
            </a:lvl1pPr>
          </a:lstStyle>
          <a:p>
            <a:r>
              <a:rPr lang="cs-CZ"/>
              <a:t>Kliknutím na ikonu přidáte obrázek.</a:t>
            </a:r>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a:p>
        </p:txBody>
      </p:sp>
      <p:sp>
        <p:nvSpPr>
          <p:cNvPr id="25" name="TextovéPole 24">
            <a:extLst>
              <a:ext uri="{FF2B5EF4-FFF2-40B4-BE49-F238E27FC236}">
                <a16:creationId xmlns:a16="http://schemas.microsoft.com/office/drawing/2014/main" id="{0B950680-D496-46AC-AF5C-82202A3FAD42}"/>
              </a:ext>
            </a:extLst>
          </p:cNvPr>
          <p:cNvSpPr txBox="1"/>
          <p:nvPr userDrawn="1"/>
        </p:nvSpPr>
        <p:spPr>
          <a:xfrm>
            <a:off x="1105009"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1_</a:t>
            </a:r>
          </a:p>
        </p:txBody>
      </p:sp>
      <p:sp>
        <p:nvSpPr>
          <p:cNvPr id="26" name="TextovéPole 25">
            <a:extLst>
              <a:ext uri="{FF2B5EF4-FFF2-40B4-BE49-F238E27FC236}">
                <a16:creationId xmlns:a16="http://schemas.microsoft.com/office/drawing/2014/main" id="{303D6F57-4590-42E8-8A87-768E1F446B2C}"/>
              </a:ext>
            </a:extLst>
          </p:cNvPr>
          <p:cNvSpPr txBox="1"/>
          <p:nvPr userDrawn="1"/>
        </p:nvSpPr>
        <p:spPr>
          <a:xfrm>
            <a:off x="3983291"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2_</a:t>
            </a:r>
          </a:p>
        </p:txBody>
      </p:sp>
      <p:sp>
        <p:nvSpPr>
          <p:cNvPr id="27" name="TextovéPole 26">
            <a:extLst>
              <a:ext uri="{FF2B5EF4-FFF2-40B4-BE49-F238E27FC236}">
                <a16:creationId xmlns:a16="http://schemas.microsoft.com/office/drawing/2014/main" id="{38CFFF01-65E2-4B86-9908-5AF61AB9E062}"/>
              </a:ext>
            </a:extLst>
          </p:cNvPr>
          <p:cNvSpPr txBox="1"/>
          <p:nvPr userDrawn="1"/>
        </p:nvSpPr>
        <p:spPr>
          <a:xfrm>
            <a:off x="6861573"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3_</a:t>
            </a:r>
          </a:p>
        </p:txBody>
      </p:sp>
      <p:sp>
        <p:nvSpPr>
          <p:cNvPr id="28" name="TextovéPole 27">
            <a:extLst>
              <a:ext uri="{FF2B5EF4-FFF2-40B4-BE49-F238E27FC236}">
                <a16:creationId xmlns:a16="http://schemas.microsoft.com/office/drawing/2014/main" id="{27C58960-E850-4FCE-9E37-A4BE1EE7C5E2}"/>
              </a:ext>
            </a:extLst>
          </p:cNvPr>
          <p:cNvSpPr txBox="1"/>
          <p:nvPr userDrawn="1"/>
        </p:nvSpPr>
        <p:spPr>
          <a:xfrm>
            <a:off x="9739855" y="2023107"/>
            <a:ext cx="851515" cy="707886"/>
          </a:xfrm>
          <a:prstGeom prst="rect">
            <a:avLst/>
          </a:prstGeom>
          <a:noFill/>
        </p:spPr>
        <p:txBody>
          <a:bodyPr wrap="none" rtlCol="0">
            <a:spAutoFit/>
          </a:bodyPr>
          <a:lstStyle/>
          <a:p>
            <a:pPr algn="ctr"/>
            <a:r>
              <a:rPr lang="cs-CZ" sz="4000">
                <a:solidFill>
                  <a:schemeClr val="bg1"/>
                </a:solidFill>
                <a:latin typeface="Azeret Mono Medium" pitchFamily="2" charset="0"/>
                <a:cs typeface="Azeret Mono Medium" pitchFamily="2" charset="0"/>
              </a:rPr>
              <a:t>4_</a:t>
            </a:r>
          </a:p>
        </p:txBody>
      </p:sp>
      <p:sp>
        <p:nvSpPr>
          <p:cNvPr id="33" name="Zástupný symbol obrázku 16">
            <a:extLst>
              <a:ext uri="{FF2B5EF4-FFF2-40B4-BE49-F238E27FC236}">
                <a16:creationId xmlns:a16="http://schemas.microsoft.com/office/drawing/2014/main" id="{2EA48A7A-9BF1-4EDC-9398-DCD358A80F1D}"/>
              </a:ext>
            </a:extLst>
          </p:cNvPr>
          <p:cNvSpPr>
            <a:spLocks noGrp="1"/>
          </p:cNvSpPr>
          <p:nvPr>
            <p:ph type="pic" sz="quarter" idx="20"/>
          </p:nvPr>
        </p:nvSpPr>
        <p:spPr>
          <a:xfrm>
            <a:off x="548791" y="1422215"/>
            <a:ext cx="1942990" cy="1937596"/>
          </a:xfrm>
          <a:solidFill>
            <a:schemeClr val="accent1"/>
          </a:solidFill>
          <a:ln>
            <a:noFill/>
          </a:ln>
        </p:spPr>
        <p:txBody>
          <a:bodyPr/>
          <a:lstStyle>
            <a:lvl1pPr marL="0" indent="0">
              <a:buNone/>
              <a:defRPr>
                <a:noFill/>
              </a:defRPr>
            </a:lvl1pPr>
          </a:lstStyle>
          <a:p>
            <a:r>
              <a:rPr lang="cs-CZ"/>
              <a:t>Kliknutím na ikonu přidáte obrázek.</a:t>
            </a:r>
          </a:p>
        </p:txBody>
      </p:sp>
      <p:sp>
        <p:nvSpPr>
          <p:cNvPr id="34" name="Zástupný symbol obrázku 16">
            <a:extLst>
              <a:ext uri="{FF2B5EF4-FFF2-40B4-BE49-F238E27FC236}">
                <a16:creationId xmlns:a16="http://schemas.microsoft.com/office/drawing/2014/main" id="{AE61755D-3148-4D21-9E2A-07AF1ACCCD9D}"/>
              </a:ext>
            </a:extLst>
          </p:cNvPr>
          <p:cNvSpPr>
            <a:spLocks noGrp="1"/>
          </p:cNvSpPr>
          <p:nvPr>
            <p:ph type="pic" sz="quarter" idx="21"/>
          </p:nvPr>
        </p:nvSpPr>
        <p:spPr>
          <a:xfrm>
            <a:off x="3446012" y="1422215"/>
            <a:ext cx="1942990" cy="1937596"/>
          </a:xfrm>
          <a:solidFill>
            <a:schemeClr val="tx2"/>
          </a:solidFill>
        </p:spPr>
        <p:txBody>
          <a:bodyPr/>
          <a:lstStyle>
            <a:lvl1pPr marL="0" indent="0">
              <a:buNone/>
              <a:defRPr>
                <a:noFill/>
              </a:defRPr>
            </a:lvl1pPr>
          </a:lstStyle>
          <a:p>
            <a:r>
              <a:rPr lang="cs-CZ"/>
              <a:t>Kliknutím na ikonu přidáte obrázek.</a:t>
            </a:r>
          </a:p>
        </p:txBody>
      </p:sp>
      <p:sp>
        <p:nvSpPr>
          <p:cNvPr id="35" name="Zástupný symbol obrázku 16">
            <a:extLst>
              <a:ext uri="{FF2B5EF4-FFF2-40B4-BE49-F238E27FC236}">
                <a16:creationId xmlns:a16="http://schemas.microsoft.com/office/drawing/2014/main" id="{C9A2F87A-D3F9-4858-B190-FE0CE902FB20}"/>
              </a:ext>
            </a:extLst>
          </p:cNvPr>
          <p:cNvSpPr>
            <a:spLocks noGrp="1"/>
          </p:cNvSpPr>
          <p:nvPr>
            <p:ph type="pic" sz="quarter" idx="22"/>
          </p:nvPr>
        </p:nvSpPr>
        <p:spPr>
          <a:xfrm>
            <a:off x="6315835" y="1429939"/>
            <a:ext cx="1942990" cy="1937596"/>
          </a:xfrm>
          <a:solidFill>
            <a:schemeClr val="tx1"/>
          </a:solidFill>
        </p:spPr>
        <p:txBody>
          <a:bodyPr/>
          <a:lstStyle>
            <a:lvl1pPr marL="0" indent="0">
              <a:buNone/>
              <a:defRPr/>
            </a:lvl1pPr>
          </a:lstStyle>
          <a:p>
            <a:r>
              <a:rPr lang="cs-CZ"/>
              <a:t>Kliknutím na ikonu přidáte obrázek.</a:t>
            </a:r>
          </a:p>
        </p:txBody>
      </p:sp>
      <p:sp>
        <p:nvSpPr>
          <p:cNvPr id="36" name="Zástupný symbol obrázku 16">
            <a:extLst>
              <a:ext uri="{FF2B5EF4-FFF2-40B4-BE49-F238E27FC236}">
                <a16:creationId xmlns:a16="http://schemas.microsoft.com/office/drawing/2014/main" id="{6771481D-3D65-4A64-A155-DF6B04927B3F}"/>
              </a:ext>
            </a:extLst>
          </p:cNvPr>
          <p:cNvSpPr>
            <a:spLocks noGrp="1"/>
          </p:cNvSpPr>
          <p:nvPr>
            <p:ph type="pic" sz="quarter" idx="23"/>
          </p:nvPr>
        </p:nvSpPr>
        <p:spPr>
          <a:xfrm>
            <a:off x="9190538" y="1408252"/>
            <a:ext cx="1942990" cy="1937596"/>
          </a:xfrm>
          <a:solidFill>
            <a:schemeClr val="accent2"/>
          </a:solidFill>
        </p:spPr>
        <p:txBody>
          <a:bodyPr/>
          <a:lstStyle>
            <a:lvl1pPr marL="0" indent="0">
              <a:buNone/>
              <a:defRPr>
                <a:noFill/>
              </a:defRPr>
            </a:lvl1pPr>
          </a:lstStyle>
          <a:p>
            <a:r>
              <a:rPr lang="cs-CZ"/>
              <a:t>Kliknutím na ikonu přidáte obrázek.</a:t>
            </a:r>
          </a:p>
        </p:txBody>
      </p:sp>
      <p:sp>
        <p:nvSpPr>
          <p:cNvPr id="37" name="Zástupný symbol obrázku 33">
            <a:extLst>
              <a:ext uri="{FF2B5EF4-FFF2-40B4-BE49-F238E27FC236}">
                <a16:creationId xmlns:a16="http://schemas.microsoft.com/office/drawing/2014/main" id="{E1218D58-127A-4520-9DA9-E181108CAA4D}"/>
              </a:ext>
            </a:extLst>
          </p:cNvPr>
          <p:cNvSpPr>
            <a:spLocks noGrp="1"/>
          </p:cNvSpPr>
          <p:nvPr>
            <p:ph type="pic" sz="quarter" idx="18"/>
          </p:nvPr>
        </p:nvSpPr>
        <p:spPr>
          <a:xfrm>
            <a:off x="2669203"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38" name="Zástupný symbol obrázku 33">
            <a:extLst>
              <a:ext uri="{FF2B5EF4-FFF2-40B4-BE49-F238E27FC236}">
                <a16:creationId xmlns:a16="http://schemas.microsoft.com/office/drawing/2014/main" id="{9C40A35C-96DB-4FC8-94AB-601DD11D4EBA}"/>
              </a:ext>
            </a:extLst>
          </p:cNvPr>
          <p:cNvSpPr>
            <a:spLocks noGrp="1"/>
          </p:cNvSpPr>
          <p:nvPr>
            <p:ph type="pic" sz="quarter" idx="24"/>
          </p:nvPr>
        </p:nvSpPr>
        <p:spPr>
          <a:xfrm>
            <a:off x="5563985" y="2193822"/>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39" name="Zástupný symbol obrázku 33">
            <a:extLst>
              <a:ext uri="{FF2B5EF4-FFF2-40B4-BE49-F238E27FC236}">
                <a16:creationId xmlns:a16="http://schemas.microsoft.com/office/drawing/2014/main" id="{B68FA9E4-A981-4C7D-A71D-B577B2D18376}"/>
              </a:ext>
            </a:extLst>
          </p:cNvPr>
          <p:cNvSpPr>
            <a:spLocks noGrp="1"/>
          </p:cNvSpPr>
          <p:nvPr>
            <p:ph type="pic" sz="quarter" idx="25"/>
          </p:nvPr>
        </p:nvSpPr>
        <p:spPr>
          <a:xfrm>
            <a:off x="8438687"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p>
        </p:txBody>
      </p:sp>
      <p:sp>
        <p:nvSpPr>
          <p:cNvPr id="12" name="Zástupný text 11">
            <a:extLst>
              <a:ext uri="{FF2B5EF4-FFF2-40B4-BE49-F238E27FC236}">
                <a16:creationId xmlns:a16="http://schemas.microsoft.com/office/drawing/2014/main" id="{F3E48A29-6F41-463B-94B9-58C686B40050}"/>
              </a:ext>
            </a:extLst>
          </p:cNvPr>
          <p:cNvSpPr>
            <a:spLocks noGrp="1"/>
          </p:cNvSpPr>
          <p:nvPr>
            <p:ph type="body" sz="quarter" idx="30" hasCustomPrompt="1"/>
          </p:nvPr>
        </p:nvSpPr>
        <p:spPr>
          <a:xfrm>
            <a:off x="700924" y="3791537"/>
            <a:ext cx="1581427" cy="350838"/>
          </a:xfrm>
        </p:spPr>
        <p:txBody>
          <a:bodyPr>
            <a:noAutofit/>
          </a:bodyPr>
          <a:lstStyle>
            <a:lvl2pPr marL="457200" indent="0" algn="ctr">
              <a:buNone/>
              <a:defRPr sz="1600">
                <a:solidFill>
                  <a:schemeClr val="accent1"/>
                </a:solidFill>
              </a:defRPr>
            </a:lvl2pPr>
          </a:lstStyle>
          <a:p>
            <a:pPr lvl="1"/>
            <a:r>
              <a:rPr lang="cs-CZ"/>
              <a:t>podnadpis</a:t>
            </a:r>
          </a:p>
        </p:txBody>
      </p:sp>
      <p:sp>
        <p:nvSpPr>
          <p:cNvPr id="53" name="Zástupný text 11">
            <a:extLst>
              <a:ext uri="{FF2B5EF4-FFF2-40B4-BE49-F238E27FC236}">
                <a16:creationId xmlns:a16="http://schemas.microsoft.com/office/drawing/2014/main" id="{0A8DF439-5336-472F-8852-26205D3682FE}"/>
              </a:ext>
            </a:extLst>
          </p:cNvPr>
          <p:cNvSpPr>
            <a:spLocks noGrp="1"/>
          </p:cNvSpPr>
          <p:nvPr>
            <p:ph type="body" sz="quarter" idx="31" hasCustomPrompt="1"/>
          </p:nvPr>
        </p:nvSpPr>
        <p:spPr>
          <a:xfrm>
            <a:off x="3598309" y="3834065"/>
            <a:ext cx="1581427" cy="350838"/>
          </a:xfrm>
        </p:spPr>
        <p:txBody>
          <a:bodyPr>
            <a:noAutofit/>
          </a:bodyPr>
          <a:lstStyle>
            <a:lvl2pPr marL="457200" indent="0" algn="ctr">
              <a:buNone/>
              <a:defRPr sz="1600">
                <a:solidFill>
                  <a:schemeClr val="bg2"/>
                </a:solidFill>
              </a:defRPr>
            </a:lvl2pPr>
          </a:lstStyle>
          <a:p>
            <a:pPr lvl="1"/>
            <a:r>
              <a:rPr lang="cs-CZ"/>
              <a:t>podnadpis</a:t>
            </a:r>
          </a:p>
        </p:txBody>
      </p:sp>
      <p:sp>
        <p:nvSpPr>
          <p:cNvPr id="54" name="Zástupný text 11">
            <a:extLst>
              <a:ext uri="{FF2B5EF4-FFF2-40B4-BE49-F238E27FC236}">
                <a16:creationId xmlns:a16="http://schemas.microsoft.com/office/drawing/2014/main" id="{8E8E8505-0F7B-4872-8F58-7B73FF65B658}"/>
              </a:ext>
            </a:extLst>
          </p:cNvPr>
          <p:cNvSpPr>
            <a:spLocks noGrp="1"/>
          </p:cNvSpPr>
          <p:nvPr>
            <p:ph type="body" sz="quarter" idx="32" hasCustomPrompt="1"/>
          </p:nvPr>
        </p:nvSpPr>
        <p:spPr>
          <a:xfrm>
            <a:off x="6470600" y="3830906"/>
            <a:ext cx="1581427" cy="350838"/>
          </a:xfrm>
        </p:spPr>
        <p:txBody>
          <a:bodyPr anchor="t" anchorCtr="0">
            <a:noAutofit/>
          </a:bodyPr>
          <a:lstStyle>
            <a:lvl2pPr marL="457200" indent="0" algn="l">
              <a:buNone/>
              <a:defRPr sz="1600">
                <a:solidFill>
                  <a:schemeClr val="tx1"/>
                </a:solidFill>
              </a:defRPr>
            </a:lvl2pPr>
          </a:lstStyle>
          <a:p>
            <a:pPr lvl="1"/>
            <a:r>
              <a:rPr lang="cs-CZ"/>
              <a:t>podnadpis</a:t>
            </a:r>
          </a:p>
        </p:txBody>
      </p:sp>
      <p:sp>
        <p:nvSpPr>
          <p:cNvPr id="55" name="Zástupný text 11">
            <a:extLst>
              <a:ext uri="{FF2B5EF4-FFF2-40B4-BE49-F238E27FC236}">
                <a16:creationId xmlns:a16="http://schemas.microsoft.com/office/drawing/2014/main" id="{999FA6C6-10D2-4DD4-8CDF-BB21A668C188}"/>
              </a:ext>
            </a:extLst>
          </p:cNvPr>
          <p:cNvSpPr>
            <a:spLocks noGrp="1"/>
          </p:cNvSpPr>
          <p:nvPr>
            <p:ph type="body" sz="quarter" idx="33" hasCustomPrompt="1"/>
          </p:nvPr>
        </p:nvSpPr>
        <p:spPr>
          <a:xfrm>
            <a:off x="9374898" y="3830906"/>
            <a:ext cx="1581427" cy="350838"/>
          </a:xfrm>
        </p:spPr>
        <p:txBody>
          <a:bodyPr>
            <a:noAutofit/>
          </a:bodyPr>
          <a:lstStyle>
            <a:lvl2pPr marL="457200" indent="0" algn="ctr">
              <a:buNone/>
              <a:defRPr sz="1600">
                <a:solidFill>
                  <a:schemeClr val="accent2"/>
                </a:solidFill>
              </a:defRPr>
            </a:lvl2pPr>
          </a:lstStyle>
          <a:p>
            <a:pPr lvl="1"/>
            <a:r>
              <a:rPr lang="cs-CZ"/>
              <a:t>podnadpis</a:t>
            </a:r>
          </a:p>
        </p:txBody>
      </p:sp>
      <p:sp>
        <p:nvSpPr>
          <p:cNvPr id="17" name="Zástupný text 16">
            <a:extLst>
              <a:ext uri="{FF2B5EF4-FFF2-40B4-BE49-F238E27FC236}">
                <a16:creationId xmlns:a16="http://schemas.microsoft.com/office/drawing/2014/main" id="{846841E6-45E1-4521-9C20-4F363C9D6556}"/>
              </a:ext>
            </a:extLst>
          </p:cNvPr>
          <p:cNvSpPr>
            <a:spLocks noGrp="1"/>
          </p:cNvSpPr>
          <p:nvPr>
            <p:ph type="body" sz="quarter" idx="37" hasCustomPrompt="1"/>
          </p:nvPr>
        </p:nvSpPr>
        <p:spPr>
          <a:xfrm>
            <a:off x="1090394" y="2048878"/>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1_</a:t>
            </a:r>
          </a:p>
        </p:txBody>
      </p:sp>
      <p:sp>
        <p:nvSpPr>
          <p:cNvPr id="59" name="Zástupný text 16">
            <a:extLst>
              <a:ext uri="{FF2B5EF4-FFF2-40B4-BE49-F238E27FC236}">
                <a16:creationId xmlns:a16="http://schemas.microsoft.com/office/drawing/2014/main" id="{519DAB48-A27F-4F53-B8DC-33A66F7E3340}"/>
              </a:ext>
            </a:extLst>
          </p:cNvPr>
          <p:cNvSpPr>
            <a:spLocks noGrp="1"/>
          </p:cNvSpPr>
          <p:nvPr>
            <p:ph type="body" sz="quarter" idx="38" hasCustomPrompt="1"/>
          </p:nvPr>
        </p:nvSpPr>
        <p:spPr>
          <a:xfrm>
            <a:off x="3978309" y="2054572"/>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2_</a:t>
            </a:r>
          </a:p>
        </p:txBody>
      </p:sp>
      <p:sp>
        <p:nvSpPr>
          <p:cNvPr id="60" name="Zástupný text 16">
            <a:extLst>
              <a:ext uri="{FF2B5EF4-FFF2-40B4-BE49-F238E27FC236}">
                <a16:creationId xmlns:a16="http://schemas.microsoft.com/office/drawing/2014/main" id="{F7FBF71B-3C85-42BF-9358-A312AE273097}"/>
              </a:ext>
            </a:extLst>
          </p:cNvPr>
          <p:cNvSpPr>
            <a:spLocks noGrp="1"/>
          </p:cNvSpPr>
          <p:nvPr>
            <p:ph type="body" sz="quarter" idx="39" hasCustomPrompt="1"/>
          </p:nvPr>
        </p:nvSpPr>
        <p:spPr>
          <a:xfrm>
            <a:off x="6859878" y="2054573"/>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3_</a:t>
            </a:r>
          </a:p>
        </p:txBody>
      </p:sp>
      <p:sp>
        <p:nvSpPr>
          <p:cNvPr id="61" name="Zástupný text 16">
            <a:extLst>
              <a:ext uri="{FF2B5EF4-FFF2-40B4-BE49-F238E27FC236}">
                <a16:creationId xmlns:a16="http://schemas.microsoft.com/office/drawing/2014/main" id="{8F4EF0E5-B6F9-48F8-B4C0-AFF96F451189}"/>
              </a:ext>
            </a:extLst>
          </p:cNvPr>
          <p:cNvSpPr>
            <a:spLocks noGrp="1"/>
          </p:cNvSpPr>
          <p:nvPr>
            <p:ph type="body" sz="quarter" idx="40" hasCustomPrompt="1"/>
          </p:nvPr>
        </p:nvSpPr>
        <p:spPr>
          <a:xfrm>
            <a:off x="9731586" y="2049221"/>
            <a:ext cx="859784" cy="751171"/>
          </a:xfrm>
        </p:spPr>
        <p:txBody>
          <a:bodyPr>
            <a:noAutofit/>
          </a:bodyPr>
          <a:lstStyle>
            <a:lvl1pPr marL="0" indent="0">
              <a:buNone/>
              <a:defRPr sz="4000">
                <a:solidFill>
                  <a:schemeClr val="bg1"/>
                </a:solidFill>
                <a:latin typeface="+mn-lt"/>
                <a:cs typeface="Azeret Mono Medium" panose="020B0604020202020204" charset="-18"/>
              </a:defRPr>
            </a:lvl1pPr>
          </a:lstStyle>
          <a:p>
            <a:pPr lvl="0"/>
            <a:r>
              <a:rPr lang="cs-CZ"/>
              <a:t>4_</a:t>
            </a:r>
          </a:p>
        </p:txBody>
      </p:sp>
      <p:sp>
        <p:nvSpPr>
          <p:cNvPr id="62" name="Zástupný text 3">
            <a:extLst>
              <a:ext uri="{FF2B5EF4-FFF2-40B4-BE49-F238E27FC236}">
                <a16:creationId xmlns:a16="http://schemas.microsoft.com/office/drawing/2014/main" id="{F2002307-8B4E-4009-A404-65FB857D0189}"/>
              </a:ext>
            </a:extLst>
          </p:cNvPr>
          <p:cNvSpPr>
            <a:spLocks noGrp="1"/>
          </p:cNvSpPr>
          <p:nvPr>
            <p:ph type="body" sz="quarter" idx="13"/>
          </p:nvPr>
        </p:nvSpPr>
        <p:spPr>
          <a:xfrm>
            <a:off x="548791" y="4545474"/>
            <a:ext cx="2440021" cy="1777425"/>
          </a:xfrm>
        </p:spPr>
        <p:txBody>
          <a:bodyPr>
            <a:normAutofit/>
          </a:bodyPr>
          <a:lstStyle>
            <a:lvl1pPr marL="0" indent="0">
              <a:buNone/>
              <a:defRPr sz="1400">
                <a:solidFill>
                  <a:schemeClr val="accent1"/>
                </a:solidFill>
              </a:defRPr>
            </a:lvl1pPr>
          </a:lstStyle>
          <a:p>
            <a:pPr lvl="0"/>
            <a:r>
              <a:rPr lang="cs-CZ"/>
              <a:t>Po kliknutí můžete upravovat styly textu v předloze.</a:t>
            </a:r>
          </a:p>
        </p:txBody>
      </p:sp>
      <p:sp>
        <p:nvSpPr>
          <p:cNvPr id="63" name="Zástupný text 3">
            <a:extLst>
              <a:ext uri="{FF2B5EF4-FFF2-40B4-BE49-F238E27FC236}">
                <a16:creationId xmlns:a16="http://schemas.microsoft.com/office/drawing/2014/main" id="{01B3FBB7-4D07-48E9-B4E8-BDCE1FD6B19A}"/>
              </a:ext>
            </a:extLst>
          </p:cNvPr>
          <p:cNvSpPr>
            <a:spLocks noGrp="1"/>
          </p:cNvSpPr>
          <p:nvPr>
            <p:ph type="body" sz="quarter" idx="14"/>
          </p:nvPr>
        </p:nvSpPr>
        <p:spPr>
          <a:xfrm>
            <a:off x="3446012" y="4551388"/>
            <a:ext cx="2440021" cy="1756063"/>
          </a:xfrm>
        </p:spPr>
        <p:txBody>
          <a:bodyPr>
            <a:normAutofit/>
          </a:bodyPr>
          <a:lstStyle>
            <a:lvl1pPr marL="0" indent="0">
              <a:buNone/>
              <a:defRPr sz="1400">
                <a:solidFill>
                  <a:schemeClr val="bg2"/>
                </a:solidFill>
              </a:defRPr>
            </a:lvl1pPr>
          </a:lstStyle>
          <a:p>
            <a:pPr lvl="0"/>
            <a:r>
              <a:rPr lang="cs-CZ"/>
              <a:t>Po kliknutí můžete upravovat styly textu v předloze.</a:t>
            </a:r>
          </a:p>
        </p:txBody>
      </p:sp>
      <p:sp>
        <p:nvSpPr>
          <p:cNvPr id="64" name="Zástupný text 3">
            <a:extLst>
              <a:ext uri="{FF2B5EF4-FFF2-40B4-BE49-F238E27FC236}">
                <a16:creationId xmlns:a16="http://schemas.microsoft.com/office/drawing/2014/main" id="{CB36178A-30DB-44CC-BEC9-B68BF25A387E}"/>
              </a:ext>
            </a:extLst>
          </p:cNvPr>
          <p:cNvSpPr>
            <a:spLocks noGrp="1"/>
          </p:cNvSpPr>
          <p:nvPr>
            <p:ph type="body" sz="quarter" idx="15"/>
          </p:nvPr>
        </p:nvSpPr>
        <p:spPr>
          <a:xfrm>
            <a:off x="6305969" y="4545474"/>
            <a:ext cx="2440021" cy="1756063"/>
          </a:xfrm>
        </p:spPr>
        <p:txBody>
          <a:bodyPr>
            <a:normAutofit/>
          </a:bodyPr>
          <a:lstStyle>
            <a:lvl1pPr marL="0" indent="0">
              <a:buNone/>
              <a:defRPr sz="1400">
                <a:solidFill>
                  <a:schemeClr val="tx1"/>
                </a:solidFill>
              </a:defRPr>
            </a:lvl1pPr>
          </a:lstStyle>
          <a:p>
            <a:pPr lvl="0"/>
            <a:r>
              <a:rPr lang="cs-CZ"/>
              <a:t>Po kliknutí můžete upravovat styly textu v předloze.</a:t>
            </a:r>
          </a:p>
        </p:txBody>
      </p:sp>
      <p:sp>
        <p:nvSpPr>
          <p:cNvPr id="65" name="Zástupný text 3">
            <a:extLst>
              <a:ext uri="{FF2B5EF4-FFF2-40B4-BE49-F238E27FC236}">
                <a16:creationId xmlns:a16="http://schemas.microsoft.com/office/drawing/2014/main" id="{C5937999-AE16-40DA-B090-44D64F8D1916}"/>
              </a:ext>
            </a:extLst>
          </p:cNvPr>
          <p:cNvSpPr>
            <a:spLocks noGrp="1"/>
          </p:cNvSpPr>
          <p:nvPr>
            <p:ph type="body" sz="quarter" idx="16"/>
          </p:nvPr>
        </p:nvSpPr>
        <p:spPr>
          <a:xfrm>
            <a:off x="9211468" y="4556154"/>
            <a:ext cx="2371833" cy="1756063"/>
          </a:xfrm>
        </p:spPr>
        <p:txBody>
          <a:bodyPr>
            <a:normAutofit/>
          </a:bodyPr>
          <a:lstStyle>
            <a:lvl1pPr marL="0" indent="0">
              <a:buNone/>
              <a:defRPr sz="1400">
                <a:solidFill>
                  <a:schemeClr val="accent2"/>
                </a:solidFill>
              </a:defRPr>
            </a:lvl1pPr>
          </a:lstStyle>
          <a:p>
            <a:pPr lvl="0"/>
            <a:r>
              <a:rPr lang="cs-CZ"/>
              <a:t>Po kliknutí můžete upravovat styly textu v předloze.</a:t>
            </a:r>
          </a:p>
        </p:txBody>
      </p:sp>
      <p:pic>
        <p:nvPicPr>
          <p:cNvPr id="66" name="Obrázek 65">
            <a:extLst>
              <a:ext uri="{FF2B5EF4-FFF2-40B4-BE49-F238E27FC236}">
                <a16:creationId xmlns:a16="http://schemas.microsoft.com/office/drawing/2014/main" id="{D72E068E-4342-40B4-A8DF-90D541C17CE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0361471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VIDEO_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7" name="Zástupný objekt multimédií 6">
            <a:extLst>
              <a:ext uri="{FF2B5EF4-FFF2-40B4-BE49-F238E27FC236}">
                <a16:creationId xmlns:a16="http://schemas.microsoft.com/office/drawing/2014/main" id="{6768607E-2686-49FF-A0FC-DA201F46A640}"/>
              </a:ext>
            </a:extLst>
          </p:cNvPr>
          <p:cNvSpPr>
            <a:spLocks noGrp="1"/>
          </p:cNvSpPr>
          <p:nvPr>
            <p:ph type="media" sz="quarter" idx="13"/>
          </p:nvPr>
        </p:nvSpPr>
        <p:spPr>
          <a:xfrm>
            <a:off x="468313" y="1733550"/>
            <a:ext cx="10515600" cy="4257675"/>
          </a:xfrm>
        </p:spPr>
        <p:txBody>
          <a:bodyPr/>
          <a:lstStyle>
            <a:lvl1pPr>
              <a:defRPr>
                <a:noFill/>
              </a:defRPr>
            </a:lvl1pPr>
          </a:lstStyle>
          <a:p>
            <a:r>
              <a:rPr lang="cs-CZ"/>
              <a:t>Kliknutím na ikonu přidáte multimédia.</a:t>
            </a: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2602900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f">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NADPIS_GRAFU_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 name="Zástupný objekt grafu 3">
            <a:extLst>
              <a:ext uri="{FF2B5EF4-FFF2-40B4-BE49-F238E27FC236}">
                <a16:creationId xmlns:a16="http://schemas.microsoft.com/office/drawing/2014/main" id="{5B90D002-41E3-4C1C-9BD9-5EB0580266D9}"/>
              </a:ext>
            </a:extLst>
          </p:cNvPr>
          <p:cNvSpPr>
            <a:spLocks noGrp="1"/>
          </p:cNvSpPr>
          <p:nvPr>
            <p:ph type="chart" sz="quarter" idx="16"/>
          </p:nvPr>
        </p:nvSpPr>
        <p:spPr>
          <a:xfrm>
            <a:off x="4545013" y="1854200"/>
            <a:ext cx="6438900" cy="3932238"/>
          </a:xfrm>
        </p:spPr>
        <p:txBody>
          <a:bodyPr/>
          <a:lstStyle>
            <a:lvl1pPr>
              <a:defRPr>
                <a:noFill/>
              </a:defRPr>
            </a:lvl1pPr>
          </a:lstStyle>
          <a:p>
            <a:r>
              <a:rPr lang="cs-CZ"/>
              <a:t>Kliknutím na ikonu přidáte graf.</a:t>
            </a:r>
          </a:p>
        </p:txBody>
      </p:sp>
      <p:pic>
        <p:nvPicPr>
          <p:cNvPr id="9" name="Obrázek 8">
            <a:extLst>
              <a:ext uri="{FF2B5EF4-FFF2-40B4-BE49-F238E27FC236}">
                <a16:creationId xmlns:a16="http://schemas.microsoft.com/office/drawing/2014/main" id="{8042047E-2231-465E-A94D-52ED1DD8C8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462291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ul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NADPIS_TABULKY_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7" name="Zástupný symbol pro tabulku 6">
            <a:extLst>
              <a:ext uri="{FF2B5EF4-FFF2-40B4-BE49-F238E27FC236}">
                <a16:creationId xmlns:a16="http://schemas.microsoft.com/office/drawing/2014/main" id="{BEAA2F43-4B11-4245-9088-826D13643747}"/>
              </a:ext>
            </a:extLst>
          </p:cNvPr>
          <p:cNvSpPr>
            <a:spLocks noGrp="1"/>
          </p:cNvSpPr>
          <p:nvPr>
            <p:ph type="tbl" sz="quarter" idx="16"/>
          </p:nvPr>
        </p:nvSpPr>
        <p:spPr>
          <a:xfrm>
            <a:off x="4530725" y="1854200"/>
            <a:ext cx="6453188" cy="3932238"/>
          </a:xfrm>
        </p:spPr>
        <p:txBody>
          <a:bodyPr/>
          <a:lstStyle>
            <a:lvl1pPr>
              <a:defRPr>
                <a:noFill/>
              </a:defRPr>
            </a:lvl1pPr>
          </a:lstStyle>
          <a:p>
            <a:r>
              <a:rPr lang="cs-CZ"/>
              <a:t>Kliknutím na ikonu přidáte tabulku.</a:t>
            </a:r>
          </a:p>
        </p:txBody>
      </p:sp>
      <p:pic>
        <p:nvPicPr>
          <p:cNvPr id="9" name="Obrázek 8">
            <a:extLst>
              <a:ext uri="{FF2B5EF4-FFF2-40B4-BE49-F238E27FC236}">
                <a16:creationId xmlns:a16="http://schemas.microsoft.com/office/drawing/2014/main" id="{26AB70FA-C781-4B39-BFD1-EA8276514C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6298134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Záhlaví oddílu">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44ED9C7-790E-4C6A-85CD-789710B557EF}"/>
              </a:ext>
            </a:extLst>
          </p:cNvPr>
          <p:cNvSpPr>
            <a:spLocks noGrp="1"/>
          </p:cNvSpPr>
          <p:nvPr>
            <p:ph type="title" hasCustomPrompt="1"/>
          </p:nvPr>
        </p:nvSpPr>
        <p:spPr>
          <a:xfrm>
            <a:off x="468000" y="252000"/>
            <a:ext cx="10263780" cy="1141364"/>
          </a:xfrm>
        </p:spPr>
        <p:txBody>
          <a:bodyPr anchor="b">
            <a:normAutofit/>
          </a:bodyPr>
          <a:lstStyle>
            <a:lvl1pPr>
              <a:defRPr sz="4800" b="1">
                <a:solidFill>
                  <a:schemeClr val="bg1"/>
                </a:solidFill>
              </a:defRPr>
            </a:lvl1pPr>
          </a:lstStyle>
          <a:p>
            <a:r>
              <a:rPr lang="cs-CZ"/>
              <a:t>DĚKUJEME_ZA_POZORNOST_</a:t>
            </a:r>
          </a:p>
        </p:txBody>
      </p:sp>
      <p:sp>
        <p:nvSpPr>
          <p:cNvPr id="3" name="Zástupný text 2">
            <a:extLst>
              <a:ext uri="{FF2B5EF4-FFF2-40B4-BE49-F238E27FC236}">
                <a16:creationId xmlns:a16="http://schemas.microsoft.com/office/drawing/2014/main" id="{978EEEFF-E4EA-465E-920C-3F0795A79AD4}"/>
              </a:ext>
            </a:extLst>
          </p:cNvPr>
          <p:cNvSpPr>
            <a:spLocks noGrp="1"/>
          </p:cNvSpPr>
          <p:nvPr>
            <p:ph type="body" idx="1" hasCustomPrompt="1"/>
          </p:nvPr>
        </p:nvSpPr>
        <p:spPr>
          <a:xfrm>
            <a:off x="468000" y="3620069"/>
            <a:ext cx="10515600" cy="1500187"/>
          </a:xfrm>
        </p:spPr>
        <p:txBody>
          <a:bodyPr>
            <a:normAutofit/>
          </a:bodyPr>
          <a:lstStyle>
            <a:lvl1pPr marL="0" indent="0">
              <a:buNone/>
              <a:defRPr sz="3600">
                <a:solidFill>
                  <a:schemeClr val="accent1"/>
                </a:solidFill>
                <a:latin typeface="+mj-lt"/>
                <a:cs typeface="Azeret Mono Medium" panose="020B0604020202020204" charset="-1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Čas na vaše dotazy</a:t>
            </a:r>
          </a:p>
        </p:txBody>
      </p:sp>
      <p:sp>
        <p:nvSpPr>
          <p:cNvPr id="5" name="Zástupný symbol pro zápatí 4">
            <a:extLst>
              <a:ext uri="{FF2B5EF4-FFF2-40B4-BE49-F238E27FC236}">
                <a16:creationId xmlns:a16="http://schemas.microsoft.com/office/drawing/2014/main" id="{9684B514-AE9D-4B87-9B3D-59F6AD263659}"/>
              </a:ext>
            </a:extLst>
          </p:cNvPr>
          <p:cNvSpPr>
            <a:spLocks noGrp="1"/>
          </p:cNvSpPr>
          <p:nvPr>
            <p:ph type="ftr" sz="quarter" idx="11"/>
          </p:nvPr>
        </p:nvSpPr>
        <p:spPr/>
        <p:txBody>
          <a:bodyPr/>
          <a:lstStyle>
            <a:lvl1pPr>
              <a:defRPr>
                <a:latin typeface="+mn-lt"/>
              </a:defRPr>
            </a:lvl1pPr>
          </a:lstStyle>
          <a:p>
            <a:r>
              <a:rPr lang="cs-CZ">
                <a:solidFill>
                  <a:schemeClr val="bg1"/>
                </a:solidFill>
                <a:ea typeface="Roboto" panose="02000000000000000000" pitchFamily="2" charset="0"/>
                <a:cs typeface="Azeret Mono" pitchFamily="2" charset="0"/>
              </a:rPr>
              <a:t>DIA.GOV.CZ_+420 000 000 000_INFO@DIA.GOV.CZ</a:t>
            </a:r>
            <a:endParaRPr lang="cs-CZ"/>
          </a:p>
        </p:txBody>
      </p:sp>
      <p:sp>
        <p:nvSpPr>
          <p:cNvPr id="6" name="Zástupný symbol pro číslo snímku 5">
            <a:extLst>
              <a:ext uri="{FF2B5EF4-FFF2-40B4-BE49-F238E27FC236}">
                <a16:creationId xmlns:a16="http://schemas.microsoft.com/office/drawing/2014/main" id="{D7A1B506-51B9-4564-92A7-B26E87DEEF74}"/>
              </a:ext>
            </a:extLst>
          </p:cNvPr>
          <p:cNvSpPr>
            <a:spLocks noGrp="1"/>
          </p:cNvSpPr>
          <p:nvPr>
            <p:ph type="sldNum" sz="quarter" idx="12"/>
          </p:nvPr>
        </p:nvSpPr>
        <p:spPr/>
        <p:txBody>
          <a:bodyPr/>
          <a:lstStyle>
            <a:lvl1pPr>
              <a:defRPr>
                <a:latin typeface="+mn-lt"/>
              </a:defRPr>
            </a:lvl1pPr>
          </a:lstStyle>
          <a:p>
            <a:r>
              <a:rPr lang="cs-CZ">
                <a:solidFill>
                  <a:schemeClr val="bg1"/>
                </a:solidFill>
                <a:ea typeface="Roboto" panose="02000000000000000000" pitchFamily="2" charset="0"/>
              </a:rPr>
              <a:t>NÁZEV_PREZENTACE_</a:t>
            </a:r>
            <a:r>
              <a:rPr lang="cs-CZ">
                <a:solidFill>
                  <a:schemeClr val="accent1"/>
                </a:solidFill>
                <a:ea typeface="Roboto" panose="02000000000000000000" pitchFamily="2" charset="0"/>
              </a:rPr>
              <a:t>SLIDE_</a:t>
            </a:r>
            <a:fld id="{C7B39456-88E6-483E-B1FA-F210B27965A0}" type="slidenum">
              <a:rPr lang="cs-CZ" smtClean="0">
                <a:solidFill>
                  <a:schemeClr val="accent1"/>
                </a:solidFill>
              </a:rPr>
              <a:pPr/>
              <a:t>‹#›</a:t>
            </a:fld>
            <a:endParaRPr lang="cs-CZ">
              <a:solidFill>
                <a:schemeClr val="accent1"/>
              </a:solidFill>
            </a:endParaRPr>
          </a:p>
        </p:txBody>
      </p:sp>
      <p:pic>
        <p:nvPicPr>
          <p:cNvPr id="7" name="Obrázek 6">
            <a:extLst>
              <a:ext uri="{FF2B5EF4-FFF2-40B4-BE49-F238E27FC236}">
                <a16:creationId xmlns:a16="http://schemas.microsoft.com/office/drawing/2014/main" id="{C956130D-B02F-48EC-BC99-907DC25E3273}"/>
              </a:ext>
            </a:extLst>
          </p:cNvPr>
          <p:cNvPicPr>
            <a:picLocks noChangeAspect="1"/>
          </p:cNvPicPr>
          <p:nvPr userDrawn="1"/>
        </p:nvPicPr>
        <p:blipFill>
          <a:blip r:embed="rId3"/>
          <a:stretch>
            <a:fillRect/>
          </a:stretch>
        </p:blipFill>
        <p:spPr>
          <a:xfrm>
            <a:off x="557229" y="6112582"/>
            <a:ext cx="1076499" cy="481258"/>
          </a:xfrm>
          <a:prstGeom prst="rect">
            <a:avLst/>
          </a:prstGeom>
        </p:spPr>
      </p:pic>
    </p:spTree>
    <p:extLst>
      <p:ext uri="{BB962C8B-B14F-4D97-AF65-F5344CB8AC3E}">
        <p14:creationId xmlns:p14="http://schemas.microsoft.com/office/powerpoint/2010/main" val="3237512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kon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b="1">
                <a:latin typeface="+mj-lt"/>
                <a:cs typeface="Azeret Mono Medium" panose="020B0604020202020204" charset="-18"/>
              </a:defRPr>
            </a:lvl1pPr>
          </a:lstStyle>
          <a:p>
            <a:r>
              <a:rPr lang="cs-CZ"/>
              <a:t>IKONY_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lvl1pPr>
              <a:defRPr>
                <a:latin typeface="+mn-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lvl1pPr>
              <a:defRPr>
                <a:latin typeface="+mn-lt"/>
              </a:defRPr>
            </a:lvl1p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18" name="Zástupný symbol obrázku 17">
            <a:extLst>
              <a:ext uri="{FF2B5EF4-FFF2-40B4-BE49-F238E27FC236}">
                <a16:creationId xmlns:a16="http://schemas.microsoft.com/office/drawing/2014/main" id="{5F527819-1530-402B-A7D6-0C560D3F9CE6}"/>
              </a:ext>
            </a:extLst>
          </p:cNvPr>
          <p:cNvSpPr>
            <a:spLocks noGrp="1"/>
          </p:cNvSpPr>
          <p:nvPr>
            <p:ph type="pic" sz="quarter" idx="16"/>
          </p:nvPr>
        </p:nvSpPr>
        <p:spPr>
          <a:xfrm>
            <a:off x="831850" y="2921000"/>
            <a:ext cx="914400" cy="914400"/>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p>
        </p:txBody>
      </p:sp>
      <p:sp>
        <p:nvSpPr>
          <p:cNvPr id="25" name="Zástupný symbol obrázku 33">
            <a:extLst>
              <a:ext uri="{FF2B5EF4-FFF2-40B4-BE49-F238E27FC236}">
                <a16:creationId xmlns:a16="http://schemas.microsoft.com/office/drawing/2014/main" id="{2CF407D4-1633-4D30-84B9-188147083365}"/>
              </a:ext>
            </a:extLst>
          </p:cNvPr>
          <p:cNvSpPr>
            <a:spLocks noGrp="1"/>
          </p:cNvSpPr>
          <p:nvPr>
            <p:ph type="pic" sz="quarter" idx="20"/>
          </p:nvPr>
        </p:nvSpPr>
        <p:spPr>
          <a:xfrm>
            <a:off x="934569" y="4734319"/>
            <a:ext cx="999709" cy="678662"/>
          </a:xfrm>
          <a:blipFill>
            <a:blip r:embed="rId5">
              <a:extLst>
                <a:ext uri="{96DAC541-7B7A-43D3-8B79-37D633B846F1}">
                  <asvg:svgBlip xmlns:asvg="http://schemas.microsoft.com/office/drawing/2016/SVG/main" r:embed="rId6"/>
                </a:ext>
              </a:extLst>
            </a:blip>
            <a:stretch>
              <a:fillRect t="1" b="100"/>
            </a:stretch>
          </a:blipFill>
        </p:spPr>
        <p:txBody>
          <a:bodyPr/>
          <a:lstStyle>
            <a:lvl1pPr>
              <a:defRPr>
                <a:noFill/>
              </a:defRPr>
            </a:lvl1pPr>
          </a:lstStyle>
          <a:p>
            <a:r>
              <a:rPr lang="cs-CZ"/>
              <a:t>Kliknutím na ikonu přidáte obrázek.</a:t>
            </a:r>
          </a:p>
        </p:txBody>
      </p:sp>
      <p:sp>
        <p:nvSpPr>
          <p:cNvPr id="26" name="Zástupný symbol obrázku 17">
            <a:extLst>
              <a:ext uri="{FF2B5EF4-FFF2-40B4-BE49-F238E27FC236}">
                <a16:creationId xmlns:a16="http://schemas.microsoft.com/office/drawing/2014/main" id="{2EE5EF1B-C47B-4146-A630-1D67EC0D8D15}"/>
              </a:ext>
            </a:extLst>
          </p:cNvPr>
          <p:cNvSpPr>
            <a:spLocks noGrp="1"/>
          </p:cNvSpPr>
          <p:nvPr>
            <p:ph type="pic" sz="quarter" idx="21"/>
          </p:nvPr>
        </p:nvSpPr>
        <p:spPr>
          <a:xfrm>
            <a:off x="2948390" y="2639806"/>
            <a:ext cx="914400" cy="1195594"/>
          </a:xfrm>
          <a:blipFill>
            <a:blip r:embed="rId7">
              <a:extLst>
                <a:ext uri="{96DAC541-7B7A-43D3-8B79-37D633B846F1}">
                  <asvg:svgBlip xmlns:asvg="http://schemas.microsoft.com/office/drawing/2016/SVG/main" r:embed="rId8"/>
                </a:ext>
              </a:extLst>
            </a:blip>
            <a:stretch>
              <a:fillRect t="1" b="100"/>
            </a:stretch>
          </a:blipFill>
        </p:spPr>
        <p:txBody>
          <a:bodyPr/>
          <a:lstStyle>
            <a:lvl1pPr>
              <a:defRPr>
                <a:noFill/>
              </a:defRPr>
            </a:lvl1pPr>
          </a:lstStyle>
          <a:p>
            <a:r>
              <a:rPr lang="cs-CZ"/>
              <a:t>Kliknutím na ikonu přidáte obrázek.</a:t>
            </a:r>
          </a:p>
        </p:txBody>
      </p:sp>
      <p:sp>
        <p:nvSpPr>
          <p:cNvPr id="27" name="Zástupný symbol obrázku 17">
            <a:extLst>
              <a:ext uri="{FF2B5EF4-FFF2-40B4-BE49-F238E27FC236}">
                <a16:creationId xmlns:a16="http://schemas.microsoft.com/office/drawing/2014/main" id="{AB8D0A0F-06B8-46B5-9628-6FFAB73B6B27}"/>
              </a:ext>
            </a:extLst>
          </p:cNvPr>
          <p:cNvSpPr>
            <a:spLocks noGrp="1"/>
          </p:cNvSpPr>
          <p:nvPr>
            <p:ph type="pic" sz="quarter" idx="22"/>
          </p:nvPr>
        </p:nvSpPr>
        <p:spPr>
          <a:xfrm>
            <a:off x="4959350" y="2241541"/>
            <a:ext cx="914400" cy="914400"/>
          </a:xfrm>
          <a:blipFill>
            <a:blip r:embed="rId9">
              <a:extLst>
                <a:ext uri="{96DAC541-7B7A-43D3-8B79-37D633B846F1}">
                  <asvg:svgBlip xmlns:asvg="http://schemas.microsoft.com/office/drawing/2016/SVG/main" r:embed="rId10"/>
                </a:ext>
              </a:extLst>
            </a:blip>
            <a:stretch>
              <a:fillRect t="1" b="100"/>
            </a:stretch>
          </a:blipFill>
        </p:spPr>
        <p:txBody>
          <a:bodyPr/>
          <a:lstStyle>
            <a:lvl1pPr>
              <a:defRPr>
                <a:noFill/>
              </a:defRPr>
            </a:lvl1pPr>
          </a:lstStyle>
          <a:p>
            <a:r>
              <a:rPr lang="cs-CZ"/>
              <a:t>Kliknutím na ikonu přidáte obrázek.</a:t>
            </a:r>
          </a:p>
        </p:txBody>
      </p:sp>
      <p:sp>
        <p:nvSpPr>
          <p:cNvPr id="28" name="Zástupný symbol obrázku 17">
            <a:extLst>
              <a:ext uri="{FF2B5EF4-FFF2-40B4-BE49-F238E27FC236}">
                <a16:creationId xmlns:a16="http://schemas.microsoft.com/office/drawing/2014/main" id="{441E6065-4740-454F-9656-FBBF029C8FDF}"/>
              </a:ext>
            </a:extLst>
          </p:cNvPr>
          <p:cNvSpPr>
            <a:spLocks noGrp="1"/>
          </p:cNvSpPr>
          <p:nvPr>
            <p:ph type="pic" sz="quarter" idx="23"/>
          </p:nvPr>
        </p:nvSpPr>
        <p:spPr>
          <a:xfrm>
            <a:off x="6893730" y="3517173"/>
            <a:ext cx="914400" cy="914400"/>
          </a:xfrm>
          <a:blipFill>
            <a:blip r:embed="rId11">
              <a:extLst>
                <a:ext uri="{96DAC541-7B7A-43D3-8B79-37D633B846F1}">
                  <asvg:svgBlip xmlns:asvg="http://schemas.microsoft.com/office/drawing/2016/SVG/main" r:embed="rId12"/>
                </a:ext>
              </a:extLst>
            </a:blip>
            <a:stretch>
              <a:fillRect t="1" b="100"/>
            </a:stretch>
          </a:blipFill>
        </p:spPr>
        <p:txBody>
          <a:bodyPr/>
          <a:lstStyle>
            <a:lvl1pPr>
              <a:defRPr>
                <a:noFill/>
              </a:defRPr>
            </a:lvl1pPr>
          </a:lstStyle>
          <a:p>
            <a:r>
              <a:rPr lang="cs-CZ"/>
              <a:t>Kliknutím na ikonu přidáte obrázek.</a:t>
            </a:r>
          </a:p>
        </p:txBody>
      </p:sp>
      <p:sp>
        <p:nvSpPr>
          <p:cNvPr id="29" name="Zástupný symbol obrázku 17">
            <a:extLst>
              <a:ext uri="{FF2B5EF4-FFF2-40B4-BE49-F238E27FC236}">
                <a16:creationId xmlns:a16="http://schemas.microsoft.com/office/drawing/2014/main" id="{CE598B2A-8BB7-4031-B101-192E337712F0}"/>
              </a:ext>
            </a:extLst>
          </p:cNvPr>
          <p:cNvSpPr>
            <a:spLocks noGrp="1"/>
          </p:cNvSpPr>
          <p:nvPr>
            <p:ph type="pic" sz="quarter" idx="24"/>
          </p:nvPr>
        </p:nvSpPr>
        <p:spPr>
          <a:xfrm>
            <a:off x="4287008" y="4664075"/>
            <a:ext cx="914400" cy="914400"/>
          </a:xfrm>
          <a:blipFill>
            <a:blip r:embed="rId13">
              <a:extLst>
                <a:ext uri="{96DAC541-7B7A-43D3-8B79-37D633B846F1}">
                  <asvg:svgBlip xmlns:asvg="http://schemas.microsoft.com/office/drawing/2016/SVG/main" r:embed="rId14"/>
                </a:ext>
              </a:extLst>
            </a:blip>
            <a:stretch>
              <a:fillRect t="1" b="100"/>
            </a:stretch>
          </a:blipFill>
        </p:spPr>
        <p:txBody>
          <a:bodyPr/>
          <a:lstStyle>
            <a:lvl1pPr>
              <a:defRPr>
                <a:noFill/>
              </a:defRPr>
            </a:lvl1pPr>
          </a:lstStyle>
          <a:p>
            <a:r>
              <a:rPr lang="cs-CZ"/>
              <a:t>Kliknutím na ikonu přidáte obrázek.</a:t>
            </a:r>
          </a:p>
        </p:txBody>
      </p:sp>
      <p:sp>
        <p:nvSpPr>
          <p:cNvPr id="30" name="Zástupný symbol obrázku 17">
            <a:extLst>
              <a:ext uri="{FF2B5EF4-FFF2-40B4-BE49-F238E27FC236}">
                <a16:creationId xmlns:a16="http://schemas.microsoft.com/office/drawing/2014/main" id="{5DEC2063-68C4-4701-92CA-32935E902106}"/>
              </a:ext>
            </a:extLst>
          </p:cNvPr>
          <p:cNvSpPr>
            <a:spLocks noGrp="1"/>
          </p:cNvSpPr>
          <p:nvPr>
            <p:ph type="pic" sz="quarter" idx="25"/>
          </p:nvPr>
        </p:nvSpPr>
        <p:spPr>
          <a:xfrm>
            <a:off x="8610600" y="2090168"/>
            <a:ext cx="914400" cy="1325562"/>
          </a:xfrm>
          <a:blipFill>
            <a:blip r:embed="rId15">
              <a:extLst>
                <a:ext uri="{96DAC541-7B7A-43D3-8B79-37D633B846F1}">
                  <asvg:svgBlip xmlns:asvg="http://schemas.microsoft.com/office/drawing/2016/SVG/main" r:embed="rId16"/>
                </a:ext>
              </a:extLst>
            </a:blip>
            <a:stretch>
              <a:fillRect t="1" b="100"/>
            </a:stretch>
          </a:blipFill>
        </p:spPr>
        <p:txBody>
          <a:bodyPr/>
          <a:lstStyle>
            <a:lvl1pPr>
              <a:defRPr>
                <a:noFill/>
              </a:defRPr>
            </a:lvl1pPr>
          </a:lstStyle>
          <a:p>
            <a:r>
              <a:rPr lang="cs-CZ"/>
              <a:t>Kliknutím na ikonu přidáte obrázek.</a:t>
            </a:r>
          </a:p>
        </p:txBody>
      </p:sp>
      <p:sp>
        <p:nvSpPr>
          <p:cNvPr id="31" name="Zástupný symbol obrázku 17">
            <a:extLst>
              <a:ext uri="{FF2B5EF4-FFF2-40B4-BE49-F238E27FC236}">
                <a16:creationId xmlns:a16="http://schemas.microsoft.com/office/drawing/2014/main" id="{7BF70B3A-64A0-4551-A956-E132098A6BFB}"/>
              </a:ext>
            </a:extLst>
          </p:cNvPr>
          <p:cNvSpPr>
            <a:spLocks noGrp="1"/>
          </p:cNvSpPr>
          <p:nvPr>
            <p:ph type="pic" sz="quarter" idx="26"/>
          </p:nvPr>
        </p:nvSpPr>
        <p:spPr>
          <a:xfrm>
            <a:off x="9309384" y="4616450"/>
            <a:ext cx="914400" cy="914400"/>
          </a:xfrm>
          <a:blipFill>
            <a:blip r:embed="rId17">
              <a:extLst>
                <a:ext uri="{96DAC541-7B7A-43D3-8B79-37D633B846F1}">
                  <asvg:svgBlip xmlns:asvg="http://schemas.microsoft.com/office/drawing/2016/SVG/main" r:embed="rId18"/>
                </a:ext>
              </a:extLst>
            </a:blip>
            <a:stretch>
              <a:fillRect t="1" b="100"/>
            </a:stretch>
          </a:blipFill>
        </p:spPr>
        <p:txBody>
          <a:bodyPr/>
          <a:lstStyle>
            <a:lvl1pPr>
              <a:defRPr>
                <a:noFill/>
              </a:defRPr>
            </a:lvl1pPr>
          </a:lstStyle>
          <a:p>
            <a:r>
              <a:rPr lang="cs-CZ"/>
              <a:t>Kliknutím na ikonu přidáte obrázek.</a:t>
            </a:r>
          </a:p>
        </p:txBody>
      </p:sp>
    </p:spTree>
    <p:extLst>
      <p:ext uri="{BB962C8B-B14F-4D97-AF65-F5344CB8AC3E}">
        <p14:creationId xmlns:p14="http://schemas.microsoft.com/office/powerpoint/2010/main" val="362074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Název sekce-zelená+tex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latin typeface="+mn-lt"/>
              </a:defRPr>
            </a:lvl1pPr>
          </a:lstStyle>
          <a:p>
            <a:r>
              <a:rPr lang="cs-CZ">
                <a:ea typeface="Roboto" panose="02000000000000000000" pitchFamily="2" charset="0"/>
                <a:cs typeface="Azeret Mono" pitchFamily="2" charset="0"/>
              </a:rPr>
              <a:t>DIA.</a:t>
            </a:r>
            <a:r>
              <a:rPr lang="cs-CZ">
                <a:solidFill>
                  <a:schemeClr val="bg1"/>
                </a:solidFill>
                <a:ea typeface="Roboto" panose="02000000000000000000" pitchFamily="2" charset="0"/>
                <a:cs typeface="Azeret Mono" pitchFamily="2" charset="0"/>
              </a:rPr>
              <a:t>GOV.CZ</a:t>
            </a:r>
            <a:r>
              <a:rPr lang="cs-CZ">
                <a:ea typeface="Roboto" panose="02000000000000000000" pitchFamily="2" charset="0"/>
                <a:cs typeface="Azeret Mono" pitchFamily="2" charset="0"/>
              </a:rPr>
              <a:t>_+420 000 000 000_INFO@DIA.</a:t>
            </a:r>
            <a:r>
              <a:rPr lang="cs-CZ">
                <a:solidFill>
                  <a:schemeClr val="bg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mn-lt"/>
                <a:cs typeface="Azeret Mono" panose="020B0604020202020204" charset="-18"/>
              </a:defRPr>
            </a:lvl1pPr>
          </a:lstStyle>
          <a:p>
            <a:r>
              <a:rPr lang="cs-CZ">
                <a:solidFill>
                  <a:schemeClr val="bg1"/>
                </a:solidFill>
                <a:ea typeface="Roboto" panose="02000000000000000000" pitchFamily="2" charset="0"/>
              </a:rPr>
              <a:t>NÁZEV_PREZENTACE_</a:t>
            </a:r>
            <a:r>
              <a:rPr lang="cs-CZ">
                <a:ea typeface="Roboto" panose="02000000000000000000" pitchFamily="2" charset="0"/>
              </a:rPr>
              <a:t>SLIDE_</a:t>
            </a:r>
            <a:fld id="{C7B39456-88E6-483E-B1FA-F210B27965A0}" type="slidenum">
              <a:rPr lang="cs-CZ" smtClean="0"/>
              <a:pPr/>
              <a:t>‹#›</a:t>
            </a:fld>
            <a:endParaRPr lang="cs-CZ"/>
          </a:p>
        </p:txBody>
      </p:sp>
      <p:sp>
        <p:nvSpPr>
          <p:cNvPr id="8" name="Zástupný text 2">
            <a:extLst>
              <a:ext uri="{FF2B5EF4-FFF2-40B4-BE49-F238E27FC236}">
                <a16:creationId xmlns:a16="http://schemas.microsoft.com/office/drawing/2014/main" id="{87AC8E8A-836E-402C-9C16-6320C1B22711}"/>
              </a:ext>
            </a:extLst>
          </p:cNvPr>
          <p:cNvSpPr>
            <a:spLocks noGrp="1"/>
          </p:cNvSpPr>
          <p:nvPr>
            <p:ph type="body" idx="1"/>
          </p:nvPr>
        </p:nvSpPr>
        <p:spPr>
          <a:xfrm>
            <a:off x="617126" y="342900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pic>
        <p:nvPicPr>
          <p:cNvPr id="9" name="Obrázek 8">
            <a:extLst>
              <a:ext uri="{FF2B5EF4-FFF2-40B4-BE49-F238E27FC236}">
                <a16:creationId xmlns:a16="http://schemas.microsoft.com/office/drawing/2014/main" id="{4A09A920-B7CD-46CC-8CA8-093DAAFBAB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2" name="Zástupný text 2">
            <a:extLst>
              <a:ext uri="{FF2B5EF4-FFF2-40B4-BE49-F238E27FC236}">
                <a16:creationId xmlns:a16="http://schemas.microsoft.com/office/drawing/2014/main" id="{AC9FC587-AAF8-6EE5-B2B9-F40741D403AB}"/>
              </a:ext>
            </a:extLst>
          </p:cNvPr>
          <p:cNvSpPr>
            <a:spLocks noGrp="1"/>
          </p:cNvSpPr>
          <p:nvPr>
            <p:ph type="body" idx="13" hasCustomPrompt="1"/>
          </p:nvPr>
        </p:nvSpPr>
        <p:spPr>
          <a:xfrm>
            <a:off x="617126" y="1215231"/>
            <a:ext cx="10515600" cy="1500187"/>
          </a:xfrm>
        </p:spPr>
        <p:txBody>
          <a:bodyPr>
            <a:noAutofit/>
          </a:bodyPr>
          <a:lstStyle>
            <a:lvl1pPr marL="0" indent="0">
              <a:buNone/>
              <a:defRPr sz="4800" b="1" cap="all" baseline="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a:t>
            </a:r>
          </a:p>
        </p:txBody>
      </p:sp>
    </p:spTree>
    <p:extLst>
      <p:ext uri="{BB962C8B-B14F-4D97-AF65-F5344CB8AC3E}">
        <p14:creationId xmlns:p14="http://schemas.microsoft.com/office/powerpoint/2010/main" val="156242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Úvodní snímek">
    <p:spTree>
      <p:nvGrpSpPr>
        <p:cNvPr id="1" name=""/>
        <p:cNvGrpSpPr/>
        <p:nvPr/>
      </p:nvGrpSpPr>
      <p:grpSpPr>
        <a:xfrm>
          <a:off x="0" y="0"/>
          <a:ext cx="0" cy="0"/>
          <a:chOff x="0" y="0"/>
          <a:chExt cx="0" cy="0"/>
        </a:xfrm>
      </p:grpSpPr>
      <p:pic>
        <p:nvPicPr>
          <p:cNvPr id="3" name="Obrázek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81" y="-27384"/>
            <a:ext cx="12237937" cy="6885384"/>
          </a:xfrm>
          <a:prstGeom prst="rect">
            <a:avLst/>
          </a:prstGeom>
        </p:spPr>
      </p:pic>
      <p:sp>
        <p:nvSpPr>
          <p:cNvPr id="2" name="Nadpis 1"/>
          <p:cNvSpPr>
            <a:spLocks noGrp="1"/>
          </p:cNvSpPr>
          <p:nvPr>
            <p:ph type="ctrTitle" hasCustomPrompt="1"/>
          </p:nvPr>
        </p:nvSpPr>
        <p:spPr>
          <a:xfrm>
            <a:off x="914401" y="4149080"/>
            <a:ext cx="10462187" cy="1512168"/>
          </a:xfrm>
        </p:spPr>
        <p:txBody>
          <a:bodyPr>
            <a:normAutofit/>
          </a:bodyPr>
          <a:lstStyle>
            <a:lvl1pPr algn="ctr">
              <a:defRPr sz="2600" baseline="0">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r>
              <a:rPr lang="cs-CZ"/>
              <a:t>NÁZEV</a:t>
            </a:r>
            <a:br>
              <a:rPr lang="cs-CZ"/>
            </a:br>
            <a:r>
              <a:rPr lang="cs-CZ"/>
              <a:t>PREZENTACE</a:t>
            </a:r>
          </a:p>
        </p:txBody>
      </p:sp>
      <p:sp>
        <p:nvSpPr>
          <p:cNvPr id="12" name="Zástupný symbol pro text 11"/>
          <p:cNvSpPr>
            <a:spLocks noGrp="1"/>
          </p:cNvSpPr>
          <p:nvPr>
            <p:ph type="body" sz="quarter" idx="10" hasCustomPrompt="1"/>
          </p:nvPr>
        </p:nvSpPr>
        <p:spPr>
          <a:xfrm>
            <a:off x="911787" y="6308998"/>
            <a:ext cx="10464800" cy="360362"/>
          </a:xfrm>
        </p:spPr>
        <p:txBody>
          <a:bodyPr>
            <a:normAutofit/>
          </a:bodyPr>
          <a:lstStyle>
            <a:lvl1pPr algn="ctr">
              <a:buNone/>
              <a:defRPr sz="1200" b="0" i="1">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pPr lvl="0"/>
            <a:r>
              <a:rPr lang="cs-CZ"/>
              <a:t>funkce</a:t>
            </a:r>
          </a:p>
        </p:txBody>
      </p:sp>
      <p:sp>
        <p:nvSpPr>
          <p:cNvPr id="15" name="Zástupný symbol pro text 11"/>
          <p:cNvSpPr>
            <a:spLocks noGrp="1"/>
          </p:cNvSpPr>
          <p:nvPr>
            <p:ph type="body" sz="quarter" idx="11" hasCustomPrompt="1"/>
          </p:nvPr>
        </p:nvSpPr>
        <p:spPr>
          <a:xfrm>
            <a:off x="911787" y="5949280"/>
            <a:ext cx="10464800" cy="360362"/>
          </a:xfrm>
        </p:spPr>
        <p:txBody>
          <a:bodyPr>
            <a:normAutofit/>
          </a:bodyPr>
          <a:lstStyle>
            <a:lvl1pPr algn="ctr">
              <a:buNone/>
              <a:defRPr sz="1600" baseline="0">
                <a:solidFill>
                  <a:schemeClr val="bg1"/>
                </a:solidFill>
                <a:effectLst>
                  <a:outerShdw blurRad="38100" dist="38100" dir="2700000" algn="tl">
                    <a:srgbClr val="000000">
                      <a:alpha val="43137"/>
                    </a:srgbClr>
                  </a:outerShdw>
                </a:effectLst>
                <a:latin typeface="Arial" pitchFamily="34" charset="0"/>
                <a:cs typeface="Arial" pitchFamily="34" charset="0"/>
              </a:defRPr>
            </a:lvl1pPr>
          </a:lstStyle>
          <a:p>
            <a:pPr lvl="0"/>
            <a:r>
              <a:rPr lang="cs-CZ"/>
              <a:t>jméno</a:t>
            </a:r>
          </a:p>
        </p:txBody>
      </p:sp>
    </p:spTree>
    <p:extLst>
      <p:ext uri="{BB962C8B-B14F-4D97-AF65-F5344CB8AC3E}">
        <p14:creationId xmlns:p14="http://schemas.microsoft.com/office/powerpoint/2010/main" val="31810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l="-26000" r="-26000"/>
          </a:stretch>
        </a:blipFill>
        <a:effectLst/>
      </p:bgPr>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36DC3873-E2A0-429C-A63C-5335E27414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C032B974-5F84-4B11-835A-B2ED4CEEAA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zápatí 4">
            <a:extLst>
              <a:ext uri="{FF2B5EF4-FFF2-40B4-BE49-F238E27FC236}">
                <a16:creationId xmlns:a16="http://schemas.microsoft.com/office/drawing/2014/main" id="{061E2F15-4DFC-4419-B6AA-183F3531A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mj-lt"/>
              </a:defRPr>
            </a:lvl1pPr>
          </a:lstStyle>
          <a:p>
            <a:r>
              <a:rPr lang="cs-CZ">
                <a:solidFill>
                  <a:srgbClr val="40852D"/>
                </a:solidFill>
                <a:ea typeface="Roboto" panose="02000000000000000000" pitchFamily="2" charset="0"/>
                <a:cs typeface="Azeret Mono" pitchFamily="2" charset="0"/>
              </a:rPr>
              <a:t>DIA.</a:t>
            </a:r>
            <a:r>
              <a:rPr lang="cs-CZ">
                <a:solidFill>
                  <a:schemeClr val="tx1"/>
                </a:solidFill>
                <a:ea typeface="Roboto" panose="02000000000000000000" pitchFamily="2" charset="0"/>
                <a:cs typeface="Azeret Mono" pitchFamily="2" charset="0"/>
              </a:rPr>
              <a:t>GOV.CZ</a:t>
            </a:r>
            <a:r>
              <a:rPr lang="cs-CZ">
                <a:solidFill>
                  <a:srgbClr val="40852D"/>
                </a:solidFill>
                <a:ea typeface="Roboto" panose="02000000000000000000" pitchFamily="2" charset="0"/>
                <a:cs typeface="Azeret Mono" pitchFamily="2" charset="0"/>
              </a:rPr>
              <a:t>_+420 000 000 000_INFO@DIA.</a:t>
            </a:r>
            <a:r>
              <a:rPr lang="cs-CZ">
                <a:solidFill>
                  <a:schemeClr val="tx1"/>
                </a:solidFill>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3CE7C2B7-3F35-4FDE-892A-D7B1C3816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mj-lt"/>
              </a:defRPr>
            </a:lvl1p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a:solidFill>
                <a:schemeClr val="accent2"/>
              </a:solidFill>
            </a:endParaRPr>
          </a:p>
        </p:txBody>
      </p:sp>
    </p:spTree>
    <p:extLst>
      <p:ext uri="{BB962C8B-B14F-4D97-AF65-F5344CB8AC3E}">
        <p14:creationId xmlns:p14="http://schemas.microsoft.com/office/powerpoint/2010/main" val="2940434150"/>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60" r:id="rId3"/>
    <p:sldLayoutId id="2147483661" r:id="rId4"/>
    <p:sldLayoutId id="2147483650"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51" r:id="rId21"/>
    <p:sldLayoutId id="2147483677" r:id="rId22"/>
    <p:sldLayoutId id="2147483678" r:id="rId23"/>
    <p:sldLayoutId id="2147483679" r:id="rId24"/>
  </p:sldLayoutIdLst>
  <p:hf hdr="0" dt="0"/>
  <p:txStyles>
    <p:titleStyle>
      <a:lvl1pPr algn="l" defTabSz="914400" rtl="0" eaLnBrk="1" latinLnBrk="0" hangingPunct="1">
        <a:lnSpc>
          <a:spcPct val="90000"/>
        </a:lnSpc>
        <a:spcBef>
          <a:spcPct val="0"/>
        </a:spcBef>
        <a:buNone/>
        <a:defRPr sz="4400" kern="1200" cap="all"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archi.gov.cz/znalostni_baze:implementace_zopds" TargetMode="External"/><Relationship Id="rId1" Type="http://schemas.openxmlformats.org/officeDocument/2006/relationships/slideLayout" Target="../slideLayouts/slideLayout10.xml"/><Relationship Id="rId4" Type="http://schemas.openxmlformats.org/officeDocument/2006/relationships/image" Target="../media/image2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forms.office.com/e/2a9Ebjtrw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4C6A5C5-5A19-4AB6-9856-92BA4A5841C8}"/>
              </a:ext>
            </a:extLst>
          </p:cNvPr>
          <p:cNvSpPr>
            <a:spLocks noGrp="1"/>
          </p:cNvSpPr>
          <p:nvPr>
            <p:ph type="ctrTitle"/>
          </p:nvPr>
        </p:nvSpPr>
        <p:spPr>
          <a:xfrm>
            <a:off x="468000" y="252000"/>
            <a:ext cx="10352400" cy="1655762"/>
          </a:xfrm>
        </p:spPr>
        <p:txBody>
          <a:bodyPr>
            <a:noAutofit/>
          </a:bodyPr>
          <a:lstStyle/>
          <a:p>
            <a:r>
              <a:rPr lang="cs-CZ" sz="3600" err="1"/>
              <a:t>Implementace_Zákona</a:t>
            </a:r>
            <a:r>
              <a:rPr lang="cs-CZ" sz="3600"/>
              <a:t>_ o_ </a:t>
            </a:r>
            <a:r>
              <a:rPr lang="cs-CZ" sz="3600" err="1"/>
              <a:t>právu_na</a:t>
            </a:r>
            <a:r>
              <a:rPr lang="cs-CZ" sz="3600"/>
              <a:t>_</a:t>
            </a:r>
            <a:br>
              <a:rPr lang="cs-CZ" sz="3600"/>
            </a:br>
            <a:r>
              <a:rPr lang="cs-CZ" sz="3600"/>
              <a:t>digitální_Služby_-_Třetí_ Etapa_</a:t>
            </a:r>
          </a:p>
        </p:txBody>
      </p:sp>
      <p:sp>
        <p:nvSpPr>
          <p:cNvPr id="3" name="Podnadpis 2">
            <a:extLst>
              <a:ext uri="{FF2B5EF4-FFF2-40B4-BE49-F238E27FC236}">
                <a16:creationId xmlns:a16="http://schemas.microsoft.com/office/drawing/2014/main" id="{631613EC-51A8-432F-B97D-192683EE86A7}"/>
              </a:ext>
            </a:extLst>
          </p:cNvPr>
          <p:cNvSpPr>
            <a:spLocks noGrp="1"/>
          </p:cNvSpPr>
          <p:nvPr>
            <p:ph type="subTitle" idx="1"/>
          </p:nvPr>
        </p:nvSpPr>
        <p:spPr/>
        <p:txBody>
          <a:bodyPr>
            <a:normAutofit fontScale="70000" lnSpcReduction="20000"/>
          </a:bodyPr>
          <a:lstStyle/>
          <a:p>
            <a:r>
              <a:rPr lang="cs-CZ" err="1"/>
              <a:t>TOMáš_šedivec</a:t>
            </a:r>
            <a:r>
              <a:rPr lang="cs-CZ"/>
              <a:t>_</a:t>
            </a:r>
          </a:p>
          <a:p>
            <a:r>
              <a:rPr lang="cs-CZ" err="1"/>
              <a:t>Šimon_trusina</a:t>
            </a:r>
            <a:r>
              <a:rPr lang="cs-CZ"/>
              <a:t>_</a:t>
            </a:r>
          </a:p>
          <a:p>
            <a:r>
              <a:rPr lang="cs-CZ" err="1"/>
              <a:t>Adam_jareš</a:t>
            </a:r>
            <a:r>
              <a:rPr lang="cs-CZ"/>
              <a:t>_</a:t>
            </a:r>
          </a:p>
          <a:p>
            <a:r>
              <a:rPr lang="cs-CZ"/>
              <a:t>JAN_PETR_</a:t>
            </a:r>
          </a:p>
          <a:p>
            <a:endParaRPr lang="cs-CZ"/>
          </a:p>
        </p:txBody>
      </p:sp>
      <p:sp>
        <p:nvSpPr>
          <p:cNvPr id="6" name="Zástupný symbol pro zápatí 3">
            <a:extLst>
              <a:ext uri="{FF2B5EF4-FFF2-40B4-BE49-F238E27FC236}">
                <a16:creationId xmlns:a16="http://schemas.microsoft.com/office/drawing/2014/main" id="{1849DF53-8A1B-6437-4760-E33CBDFA38F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D4EC1518-11F1-554B-5906-90727ABE3E5F}"/>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a:t>
            </a:fld>
            <a:endParaRPr lang="cs-CZ">
              <a:solidFill>
                <a:schemeClr val="accent2"/>
              </a:solidFill>
            </a:endParaRPr>
          </a:p>
        </p:txBody>
      </p:sp>
    </p:spTree>
    <p:extLst>
      <p:ext uri="{BB962C8B-B14F-4D97-AF65-F5344CB8AC3E}">
        <p14:creationId xmlns:p14="http://schemas.microsoft.com/office/powerpoint/2010/main" val="360680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C6D5753-275C-718D-B877-FF6C811C85BC}"/>
              </a:ext>
            </a:extLst>
          </p:cNvPr>
          <p:cNvSpPr>
            <a:spLocks noGrp="1"/>
          </p:cNvSpPr>
          <p:nvPr>
            <p:ph type="title"/>
          </p:nvPr>
        </p:nvSpPr>
        <p:spPr>
          <a:xfrm>
            <a:off x="468000" y="252000"/>
            <a:ext cx="10515600" cy="773611"/>
          </a:xfrm>
        </p:spPr>
        <p:txBody>
          <a:bodyPr/>
          <a:lstStyle/>
          <a:p>
            <a:r>
              <a:rPr lang="cs-CZ"/>
              <a:t>ROADMAP_IMPLEMENTACE_ZOPDS_</a:t>
            </a:r>
          </a:p>
        </p:txBody>
      </p:sp>
      <p:sp>
        <p:nvSpPr>
          <p:cNvPr id="25" name="Rectangle 1">
            <a:extLst>
              <a:ext uri="{FF2B5EF4-FFF2-40B4-BE49-F238E27FC236}">
                <a16:creationId xmlns:a16="http://schemas.microsoft.com/office/drawing/2014/main" id="{089E261C-0B38-CF9D-E11D-69ACB52FC5FC}"/>
              </a:ext>
            </a:extLst>
          </p:cNvPr>
          <p:cNvSpPr/>
          <p:nvPr/>
        </p:nvSpPr>
        <p:spPr>
          <a:xfrm>
            <a:off x="3189992" y="1371601"/>
            <a:ext cx="5397954" cy="4884816"/>
          </a:xfrm>
          <a:custGeom>
            <a:avLst/>
            <a:gdLst>
              <a:gd name="connsiteX0" fmla="*/ 0 w 4303060"/>
              <a:gd name="connsiteY0" fmla="*/ 0 h 954741"/>
              <a:gd name="connsiteX1" fmla="*/ 4303060 w 4303060"/>
              <a:gd name="connsiteY1" fmla="*/ 0 h 954741"/>
              <a:gd name="connsiteX2" fmla="*/ 4303060 w 4303060"/>
              <a:gd name="connsiteY2" fmla="*/ 954741 h 954741"/>
              <a:gd name="connsiteX3" fmla="*/ 0 w 4303060"/>
              <a:gd name="connsiteY3" fmla="*/ 954741 h 954741"/>
              <a:gd name="connsiteX4" fmla="*/ 0 w 4303060"/>
              <a:gd name="connsiteY4" fmla="*/ 0 h 954741"/>
              <a:gd name="connsiteX0" fmla="*/ 0 w 6481483"/>
              <a:gd name="connsiteY0" fmla="*/ 0 h 1492623"/>
              <a:gd name="connsiteX1" fmla="*/ 6481483 w 6481483"/>
              <a:gd name="connsiteY1" fmla="*/ 537882 h 1492623"/>
              <a:gd name="connsiteX2" fmla="*/ 6481483 w 6481483"/>
              <a:gd name="connsiteY2" fmla="*/ 1492623 h 1492623"/>
              <a:gd name="connsiteX3" fmla="*/ 2178423 w 6481483"/>
              <a:gd name="connsiteY3" fmla="*/ 1492623 h 1492623"/>
              <a:gd name="connsiteX4" fmla="*/ 0 w 6481483"/>
              <a:gd name="connsiteY4" fmla="*/ 0 h 1492623"/>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50575 h 2743198"/>
              <a:gd name="connsiteX1" fmla="*/ 1250577 w 6481483"/>
              <a:gd name="connsiteY1" fmla="*/ 0 h 2743198"/>
              <a:gd name="connsiteX2" fmla="*/ 1707777 w 6481483"/>
              <a:gd name="connsiteY2" fmla="*/ 1048869 h 2743198"/>
              <a:gd name="connsiteX3" fmla="*/ 6481483 w 6481483"/>
              <a:gd name="connsiteY3" fmla="*/ 2743198 h 2743198"/>
              <a:gd name="connsiteX4" fmla="*/ 2178423 w 6481483"/>
              <a:gd name="connsiteY4" fmla="*/ 2743198 h 2743198"/>
              <a:gd name="connsiteX5" fmla="*/ 0 w 6481483"/>
              <a:gd name="connsiteY5" fmla="*/ 1250575 h 2743198"/>
              <a:gd name="connsiteX0" fmla="*/ 61419 w 6542902"/>
              <a:gd name="connsiteY0" fmla="*/ 1250575 h 2743198"/>
              <a:gd name="connsiteX1" fmla="*/ 1311996 w 6542902"/>
              <a:gd name="connsiteY1" fmla="*/ 0 h 2743198"/>
              <a:gd name="connsiteX2" fmla="*/ 1769196 w 6542902"/>
              <a:gd name="connsiteY2" fmla="*/ 1048869 h 2743198"/>
              <a:gd name="connsiteX3" fmla="*/ 6542902 w 6542902"/>
              <a:gd name="connsiteY3" fmla="*/ 2743198 h 2743198"/>
              <a:gd name="connsiteX4" fmla="*/ 2239842 w 6542902"/>
              <a:gd name="connsiteY4" fmla="*/ 2743198 h 2743198"/>
              <a:gd name="connsiteX5" fmla="*/ 61419 w 6542902"/>
              <a:gd name="connsiteY5" fmla="*/ 1250575 h 2743198"/>
              <a:gd name="connsiteX0" fmla="*/ 59567 w 6541050"/>
              <a:gd name="connsiteY0" fmla="*/ 1277470 h 2770093"/>
              <a:gd name="connsiteX1" fmla="*/ 1323591 w 6541050"/>
              <a:gd name="connsiteY1" fmla="*/ 0 h 2770093"/>
              <a:gd name="connsiteX2" fmla="*/ 1767344 w 6541050"/>
              <a:gd name="connsiteY2" fmla="*/ 1075764 h 2770093"/>
              <a:gd name="connsiteX3" fmla="*/ 6541050 w 6541050"/>
              <a:gd name="connsiteY3" fmla="*/ 2770093 h 2770093"/>
              <a:gd name="connsiteX4" fmla="*/ 2237990 w 6541050"/>
              <a:gd name="connsiteY4" fmla="*/ 2770093 h 2770093"/>
              <a:gd name="connsiteX5" fmla="*/ 59567 w 6541050"/>
              <a:gd name="connsiteY5" fmla="*/ 1277470 h 2770093"/>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2202012 h 3694635"/>
              <a:gd name="connsiteX1" fmla="*/ 1323591 w 6541050"/>
              <a:gd name="connsiteY1" fmla="*/ 924542 h 3694635"/>
              <a:gd name="connsiteX2" fmla="*/ 4214709 w 6541050"/>
              <a:gd name="connsiteY2" fmla="*/ 373214 h 3694635"/>
              <a:gd name="connsiteX3" fmla="*/ 5411497 w 6541050"/>
              <a:gd name="connsiteY3" fmla="*/ 10143 h 3694635"/>
              <a:gd name="connsiteX4" fmla="*/ 4470203 w 6541050"/>
              <a:gd name="connsiteY4" fmla="*/ 816967 h 3694635"/>
              <a:gd name="connsiteX5" fmla="*/ 1767344 w 6541050"/>
              <a:gd name="connsiteY5" fmla="*/ 2000306 h 3694635"/>
              <a:gd name="connsiteX6" fmla="*/ 6541050 w 6541050"/>
              <a:gd name="connsiteY6" fmla="*/ 3694635 h 3694635"/>
              <a:gd name="connsiteX7" fmla="*/ 2237990 w 6541050"/>
              <a:gd name="connsiteY7" fmla="*/ 3694635 h 3694635"/>
              <a:gd name="connsiteX8" fmla="*/ 59567 w 6541050"/>
              <a:gd name="connsiteY8" fmla="*/ 2202012 h 36946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3209926 h 4702549"/>
              <a:gd name="connsiteX1" fmla="*/ 1323591 w 6541050"/>
              <a:gd name="connsiteY1" fmla="*/ 1932456 h 4702549"/>
              <a:gd name="connsiteX2" fmla="*/ 4214709 w 6541050"/>
              <a:gd name="connsiteY2" fmla="*/ 1381128 h 4702549"/>
              <a:gd name="connsiteX3" fmla="*/ 2991026 w 6541050"/>
              <a:gd name="connsiteY3" fmla="*/ 587752 h 4702549"/>
              <a:gd name="connsiteX4" fmla="*/ 4618121 w 6541050"/>
              <a:gd name="connsiteY4" fmla="*/ 9528 h 4702549"/>
              <a:gd name="connsiteX5" fmla="*/ 4523991 w 6541050"/>
              <a:gd name="connsiteY5" fmla="*/ 265022 h 4702549"/>
              <a:gd name="connsiteX6" fmla="*/ 5411497 w 6541050"/>
              <a:gd name="connsiteY6" fmla="*/ 1018057 h 4702549"/>
              <a:gd name="connsiteX7" fmla="*/ 4470203 w 6541050"/>
              <a:gd name="connsiteY7" fmla="*/ 1824881 h 4702549"/>
              <a:gd name="connsiteX8" fmla="*/ 1767344 w 6541050"/>
              <a:gd name="connsiteY8" fmla="*/ 3008220 h 4702549"/>
              <a:gd name="connsiteX9" fmla="*/ 6541050 w 6541050"/>
              <a:gd name="connsiteY9" fmla="*/ 4702549 h 4702549"/>
              <a:gd name="connsiteX10" fmla="*/ 2237990 w 6541050"/>
              <a:gd name="connsiteY10" fmla="*/ 4702549 h 4702549"/>
              <a:gd name="connsiteX11" fmla="*/ 59567 w 6541050"/>
              <a:gd name="connsiteY11" fmla="*/ 3209926 h 4702549"/>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43216 w 6524699"/>
              <a:gd name="connsiteY0" fmla="*/ 3160057 h 4652680"/>
              <a:gd name="connsiteX1" fmla="*/ 1307240 w 6524699"/>
              <a:gd name="connsiteY1" fmla="*/ 1882587 h 4652680"/>
              <a:gd name="connsiteX2" fmla="*/ 4198358 w 6524699"/>
              <a:gd name="connsiteY2" fmla="*/ 1331259 h 4652680"/>
              <a:gd name="connsiteX3" fmla="*/ 2974675 w 6524699"/>
              <a:gd name="connsiteY3" fmla="*/ 537883 h 4652680"/>
              <a:gd name="connsiteX4" fmla="*/ 4561428 w 6524699"/>
              <a:gd name="connsiteY4" fmla="*/ 0 h 4652680"/>
              <a:gd name="connsiteX5" fmla="*/ 5166546 w 6524699"/>
              <a:gd name="connsiteY5" fmla="*/ 147918 h 4652680"/>
              <a:gd name="connsiteX6" fmla="*/ 5395146 w 6524699"/>
              <a:gd name="connsiteY6" fmla="*/ 968188 h 4652680"/>
              <a:gd name="connsiteX7" fmla="*/ 4453852 w 6524699"/>
              <a:gd name="connsiteY7" fmla="*/ 1775012 h 4652680"/>
              <a:gd name="connsiteX8" fmla="*/ 1750993 w 6524699"/>
              <a:gd name="connsiteY8" fmla="*/ 2958351 h 4652680"/>
              <a:gd name="connsiteX9" fmla="*/ 6524699 w 6524699"/>
              <a:gd name="connsiteY9" fmla="*/ 4652680 h 4652680"/>
              <a:gd name="connsiteX10" fmla="*/ 2221639 w 6524699"/>
              <a:gd name="connsiteY10" fmla="*/ 4652680 h 4652680"/>
              <a:gd name="connsiteX11" fmla="*/ 43216 w 6524699"/>
              <a:gd name="connsiteY11" fmla="*/ 3160057 h 4652680"/>
              <a:gd name="connsiteX0" fmla="*/ 70641 w 6552124"/>
              <a:gd name="connsiteY0" fmla="*/ 3160057 h 4652680"/>
              <a:gd name="connsiteX1" fmla="*/ 1334665 w 6552124"/>
              <a:gd name="connsiteY1" fmla="*/ 1882587 h 4652680"/>
              <a:gd name="connsiteX2" fmla="*/ 4225783 w 6552124"/>
              <a:gd name="connsiteY2" fmla="*/ 1331259 h 4652680"/>
              <a:gd name="connsiteX3" fmla="*/ 3002100 w 6552124"/>
              <a:gd name="connsiteY3" fmla="*/ 537883 h 4652680"/>
              <a:gd name="connsiteX4" fmla="*/ 4588853 w 6552124"/>
              <a:gd name="connsiteY4" fmla="*/ 0 h 4652680"/>
              <a:gd name="connsiteX5" fmla="*/ 5193971 w 6552124"/>
              <a:gd name="connsiteY5" fmla="*/ 147918 h 4652680"/>
              <a:gd name="connsiteX6" fmla="*/ 5422571 w 6552124"/>
              <a:gd name="connsiteY6" fmla="*/ 968188 h 4652680"/>
              <a:gd name="connsiteX7" fmla="*/ 4481277 w 6552124"/>
              <a:gd name="connsiteY7" fmla="*/ 1775012 h 4652680"/>
              <a:gd name="connsiteX8" fmla="*/ 1778418 w 6552124"/>
              <a:gd name="connsiteY8" fmla="*/ 2958351 h 4652680"/>
              <a:gd name="connsiteX9" fmla="*/ 6552124 w 6552124"/>
              <a:gd name="connsiteY9" fmla="*/ 4652680 h 4652680"/>
              <a:gd name="connsiteX10" fmla="*/ 2249064 w 6552124"/>
              <a:gd name="connsiteY10" fmla="*/ 4652680 h 4652680"/>
              <a:gd name="connsiteX11" fmla="*/ 70641 w 6552124"/>
              <a:gd name="connsiteY11" fmla="*/ 3160057 h 4652680"/>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203877 h 4696500"/>
              <a:gd name="connsiteX1" fmla="*/ 1334665 w 6552124"/>
              <a:gd name="connsiteY1" fmla="*/ 1926407 h 4696500"/>
              <a:gd name="connsiteX2" fmla="*/ 4225783 w 6552124"/>
              <a:gd name="connsiteY2" fmla="*/ 1375079 h 4696500"/>
              <a:gd name="connsiteX3" fmla="*/ 3002100 w 6552124"/>
              <a:gd name="connsiteY3" fmla="*/ 581703 h 4696500"/>
              <a:gd name="connsiteX4" fmla="*/ 4661281 w 6552124"/>
              <a:gd name="connsiteY4" fmla="*/ 30240 h 4696500"/>
              <a:gd name="connsiteX5" fmla="*/ 5499659 w 6552124"/>
              <a:gd name="connsiteY5" fmla="*/ 60063 h 4696500"/>
              <a:gd name="connsiteX6" fmla="*/ 5193971 w 6552124"/>
              <a:gd name="connsiteY6" fmla="*/ 191738 h 4696500"/>
              <a:gd name="connsiteX7" fmla="*/ 5422571 w 6552124"/>
              <a:gd name="connsiteY7" fmla="*/ 1012008 h 4696500"/>
              <a:gd name="connsiteX8" fmla="*/ 4481277 w 6552124"/>
              <a:gd name="connsiteY8" fmla="*/ 1818832 h 4696500"/>
              <a:gd name="connsiteX9" fmla="*/ 1778418 w 6552124"/>
              <a:gd name="connsiteY9" fmla="*/ 3002171 h 4696500"/>
              <a:gd name="connsiteX10" fmla="*/ 6552124 w 6552124"/>
              <a:gd name="connsiteY10" fmla="*/ 4696500 h 4696500"/>
              <a:gd name="connsiteX11" fmla="*/ 2249064 w 6552124"/>
              <a:gd name="connsiteY11" fmla="*/ 4696500 h 4696500"/>
              <a:gd name="connsiteX12" fmla="*/ 70641 w 6552124"/>
              <a:gd name="connsiteY12" fmla="*/ 3203877 h 4696500"/>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533230 h 5025853"/>
              <a:gd name="connsiteX1" fmla="*/ 1334665 w 6552124"/>
              <a:gd name="connsiteY1" fmla="*/ 2255760 h 5025853"/>
              <a:gd name="connsiteX2" fmla="*/ 4225783 w 6552124"/>
              <a:gd name="connsiteY2" fmla="*/ 1704432 h 5025853"/>
              <a:gd name="connsiteX3" fmla="*/ 3002100 w 6552124"/>
              <a:gd name="connsiteY3" fmla="*/ 911056 h 5025853"/>
              <a:gd name="connsiteX4" fmla="*/ 4634121 w 6552124"/>
              <a:gd name="connsiteY4" fmla="*/ 350540 h 5025853"/>
              <a:gd name="connsiteX5" fmla="*/ 4884023 w 6552124"/>
              <a:gd name="connsiteY5" fmla="*/ 119 h 5025853"/>
              <a:gd name="connsiteX6" fmla="*/ 5499659 w 6552124"/>
              <a:gd name="connsiteY6" fmla="*/ 389416 h 5025853"/>
              <a:gd name="connsiteX7" fmla="*/ 5193971 w 6552124"/>
              <a:gd name="connsiteY7" fmla="*/ 521091 h 5025853"/>
              <a:gd name="connsiteX8" fmla="*/ 5422571 w 6552124"/>
              <a:gd name="connsiteY8" fmla="*/ 1341361 h 5025853"/>
              <a:gd name="connsiteX9" fmla="*/ 4481277 w 6552124"/>
              <a:gd name="connsiteY9" fmla="*/ 2148185 h 5025853"/>
              <a:gd name="connsiteX10" fmla="*/ 1778418 w 6552124"/>
              <a:gd name="connsiteY10" fmla="*/ 3331524 h 5025853"/>
              <a:gd name="connsiteX11" fmla="*/ 6552124 w 6552124"/>
              <a:gd name="connsiteY11" fmla="*/ 5025853 h 5025853"/>
              <a:gd name="connsiteX12" fmla="*/ 2249064 w 6552124"/>
              <a:gd name="connsiteY12" fmla="*/ 5025853 h 5025853"/>
              <a:gd name="connsiteX13" fmla="*/ 70641 w 6552124"/>
              <a:gd name="connsiteY13" fmla="*/ 3533230 h 5025853"/>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4094446 h 5587069"/>
              <a:gd name="connsiteX1" fmla="*/ 1334665 w 6552124"/>
              <a:gd name="connsiteY1" fmla="*/ 2816976 h 5587069"/>
              <a:gd name="connsiteX2" fmla="*/ 4225783 w 6552124"/>
              <a:gd name="connsiteY2" fmla="*/ 2265648 h 5587069"/>
              <a:gd name="connsiteX3" fmla="*/ 3002100 w 6552124"/>
              <a:gd name="connsiteY3" fmla="*/ 1472272 h 5587069"/>
              <a:gd name="connsiteX4" fmla="*/ 4634121 w 6552124"/>
              <a:gd name="connsiteY4" fmla="*/ 911756 h 5587069"/>
              <a:gd name="connsiteX5" fmla="*/ 4874969 w 6552124"/>
              <a:gd name="connsiteY5" fmla="*/ 565862 h 5587069"/>
              <a:gd name="connsiteX6" fmla="*/ 5508712 w 6552124"/>
              <a:gd name="connsiteY6" fmla="*/ 20 h 5587069"/>
              <a:gd name="connsiteX7" fmla="*/ 5658094 w 6552124"/>
              <a:gd name="connsiteY7" fmla="*/ 588496 h 5587069"/>
              <a:gd name="connsiteX8" fmla="*/ 5508712 w 6552124"/>
              <a:gd name="connsiteY8" fmla="*/ 968739 h 5587069"/>
              <a:gd name="connsiteX9" fmla="*/ 5193971 w 6552124"/>
              <a:gd name="connsiteY9" fmla="*/ 1082307 h 5587069"/>
              <a:gd name="connsiteX10" fmla="*/ 5422571 w 6552124"/>
              <a:gd name="connsiteY10" fmla="*/ 1902577 h 5587069"/>
              <a:gd name="connsiteX11" fmla="*/ 4481277 w 6552124"/>
              <a:gd name="connsiteY11" fmla="*/ 2709401 h 5587069"/>
              <a:gd name="connsiteX12" fmla="*/ 1778418 w 6552124"/>
              <a:gd name="connsiteY12" fmla="*/ 3892740 h 5587069"/>
              <a:gd name="connsiteX13" fmla="*/ 6552124 w 6552124"/>
              <a:gd name="connsiteY13" fmla="*/ 5587069 h 5587069"/>
              <a:gd name="connsiteX14" fmla="*/ 2249064 w 6552124"/>
              <a:gd name="connsiteY14" fmla="*/ 5587069 h 5587069"/>
              <a:gd name="connsiteX15" fmla="*/ 70641 w 6552124"/>
              <a:gd name="connsiteY15" fmla="*/ 4094446 h 5587069"/>
              <a:gd name="connsiteX0" fmla="*/ 70641 w 6552124"/>
              <a:gd name="connsiteY0" fmla="*/ 4095830 h 5588453"/>
              <a:gd name="connsiteX1" fmla="*/ 1334665 w 6552124"/>
              <a:gd name="connsiteY1" fmla="*/ 2818360 h 5588453"/>
              <a:gd name="connsiteX2" fmla="*/ 4225783 w 6552124"/>
              <a:gd name="connsiteY2" fmla="*/ 2267032 h 5588453"/>
              <a:gd name="connsiteX3" fmla="*/ 3002100 w 6552124"/>
              <a:gd name="connsiteY3" fmla="*/ 1473656 h 5588453"/>
              <a:gd name="connsiteX4" fmla="*/ 4634121 w 6552124"/>
              <a:gd name="connsiteY4" fmla="*/ 913140 h 5588453"/>
              <a:gd name="connsiteX5" fmla="*/ 4874969 w 6552124"/>
              <a:gd name="connsiteY5" fmla="*/ 567246 h 5588453"/>
              <a:gd name="connsiteX6" fmla="*/ 4408716 w 6552124"/>
              <a:gd name="connsiteY6" fmla="*/ 485765 h 5588453"/>
              <a:gd name="connsiteX7" fmla="*/ 5508712 w 6552124"/>
              <a:gd name="connsiteY7" fmla="*/ 1404 h 5588453"/>
              <a:gd name="connsiteX8" fmla="*/ 5658094 w 6552124"/>
              <a:gd name="connsiteY8" fmla="*/ 589880 h 5588453"/>
              <a:gd name="connsiteX9" fmla="*/ 5508712 w 6552124"/>
              <a:gd name="connsiteY9" fmla="*/ 970123 h 5588453"/>
              <a:gd name="connsiteX10" fmla="*/ 5193971 w 6552124"/>
              <a:gd name="connsiteY10" fmla="*/ 1083691 h 5588453"/>
              <a:gd name="connsiteX11" fmla="*/ 5422571 w 6552124"/>
              <a:gd name="connsiteY11" fmla="*/ 1903961 h 5588453"/>
              <a:gd name="connsiteX12" fmla="*/ 4481277 w 6552124"/>
              <a:gd name="connsiteY12" fmla="*/ 2710785 h 5588453"/>
              <a:gd name="connsiteX13" fmla="*/ 1778418 w 6552124"/>
              <a:gd name="connsiteY13" fmla="*/ 3894124 h 5588453"/>
              <a:gd name="connsiteX14" fmla="*/ 6552124 w 6552124"/>
              <a:gd name="connsiteY14" fmla="*/ 5588453 h 5588453"/>
              <a:gd name="connsiteX15" fmla="*/ 2249064 w 6552124"/>
              <a:gd name="connsiteY15" fmla="*/ 5588453 h 5588453"/>
              <a:gd name="connsiteX16" fmla="*/ 70641 w 6552124"/>
              <a:gd name="connsiteY16" fmla="*/ 4095830 h 5588453"/>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3073 w 6552124"/>
              <a:gd name="connsiteY8" fmla="*/ 606582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7599 w 6552124"/>
              <a:gd name="connsiteY8" fmla="*/ 597529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3567 w 6552124"/>
              <a:gd name="connsiteY9" fmla="*/ 62921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3546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4690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72499 w 6552124"/>
              <a:gd name="connsiteY10" fmla="*/ 950612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81553 w 6552124"/>
              <a:gd name="connsiteY10" fmla="*/ 959666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193971 w 6552124"/>
              <a:gd name="connsiteY10" fmla="*/ 1082287 h 5587049"/>
              <a:gd name="connsiteX11" fmla="*/ 5422571 w 6552124"/>
              <a:gd name="connsiteY11" fmla="*/ 1902557 h 5587049"/>
              <a:gd name="connsiteX12" fmla="*/ 4481277 w 6552124"/>
              <a:gd name="connsiteY12" fmla="*/ 2709381 h 5587049"/>
              <a:gd name="connsiteX13" fmla="*/ 1778418 w 6552124"/>
              <a:gd name="connsiteY13" fmla="*/ 3892720 h 5587049"/>
              <a:gd name="connsiteX14" fmla="*/ 6552124 w 6552124"/>
              <a:gd name="connsiteY14" fmla="*/ 5587049 h 5587049"/>
              <a:gd name="connsiteX15" fmla="*/ 2249064 w 6552124"/>
              <a:gd name="connsiteY15" fmla="*/ 5587049 h 5587049"/>
              <a:gd name="connsiteX16" fmla="*/ 70641 w 6552124"/>
              <a:gd name="connsiteY16"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26406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53567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8647 w 6552124"/>
              <a:gd name="connsiteY4" fmla="*/ 947950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420577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52124" h="5634204">
                <a:moveTo>
                  <a:pt x="70641" y="4141581"/>
                </a:moveTo>
                <a:cubicBezTo>
                  <a:pt x="-108653" y="3805404"/>
                  <a:pt x="-32452" y="3213735"/>
                  <a:pt x="1334665" y="2864111"/>
                </a:cubicBezTo>
                <a:cubicBezTo>
                  <a:pt x="2175106" y="2635512"/>
                  <a:pt x="3661006" y="2505524"/>
                  <a:pt x="4225783" y="2312783"/>
                </a:cubicBezTo>
                <a:cubicBezTo>
                  <a:pt x="5046054" y="2039360"/>
                  <a:pt x="3380858" y="1875754"/>
                  <a:pt x="3002100" y="1519407"/>
                </a:cubicBezTo>
                <a:cubicBezTo>
                  <a:pt x="2616221" y="1140226"/>
                  <a:pt x="4293284" y="999366"/>
                  <a:pt x="4616013" y="958891"/>
                </a:cubicBezTo>
                <a:cubicBezTo>
                  <a:pt x="4734263" y="938343"/>
                  <a:pt x="4830300" y="728740"/>
                  <a:pt x="4874969" y="612997"/>
                </a:cubicBezTo>
                <a:cubicBezTo>
                  <a:pt x="4765729" y="602879"/>
                  <a:pt x="4570169" y="566975"/>
                  <a:pt x="4395136" y="554149"/>
                </a:cubicBezTo>
                <a:lnTo>
                  <a:pt x="5357317" y="0"/>
                </a:lnTo>
                <a:lnTo>
                  <a:pt x="6020233" y="658264"/>
                </a:lnTo>
                <a:lnTo>
                  <a:pt x="5649040" y="658263"/>
                </a:lnTo>
                <a:cubicBezTo>
                  <a:pt x="5633197" y="794819"/>
                  <a:pt x="5586820" y="896606"/>
                  <a:pt x="5513239" y="979662"/>
                </a:cubicBezTo>
                <a:cubicBezTo>
                  <a:pt x="5439658" y="1062718"/>
                  <a:pt x="5340120" y="1123326"/>
                  <a:pt x="5207551" y="1156602"/>
                </a:cubicBezTo>
                <a:cubicBezTo>
                  <a:pt x="3736490" y="1525848"/>
                  <a:pt x="4448078" y="1302503"/>
                  <a:pt x="5422571" y="1949712"/>
                </a:cubicBezTo>
                <a:cubicBezTo>
                  <a:pt x="6014242" y="2326229"/>
                  <a:pt x="5188368" y="2595545"/>
                  <a:pt x="4481277" y="2756536"/>
                </a:cubicBezTo>
                <a:cubicBezTo>
                  <a:pt x="4039765" y="2886523"/>
                  <a:pt x="810230" y="3074782"/>
                  <a:pt x="1778418" y="3939875"/>
                </a:cubicBezTo>
                <a:cubicBezTo>
                  <a:pt x="3248630" y="4975299"/>
                  <a:pt x="5808054" y="5392157"/>
                  <a:pt x="6552124" y="5634204"/>
                </a:cubicBezTo>
                <a:lnTo>
                  <a:pt x="2249064" y="5634204"/>
                </a:lnTo>
                <a:cubicBezTo>
                  <a:pt x="1227088" y="5244240"/>
                  <a:pt x="353030" y="4598781"/>
                  <a:pt x="70641" y="4141581"/>
                </a:cubicBezTo>
                <a:close/>
              </a:path>
            </a:pathLst>
          </a:custGeom>
          <a:solidFill>
            <a:schemeClr val="tx1">
              <a:lumMod val="95000"/>
              <a:lumOff val="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26" name="Freeform 159">
            <a:extLst>
              <a:ext uri="{FF2B5EF4-FFF2-40B4-BE49-F238E27FC236}">
                <a16:creationId xmlns:a16="http://schemas.microsoft.com/office/drawing/2014/main" id="{E88ACC7A-7FAA-5AE6-A20D-396457B1614F}"/>
              </a:ext>
            </a:extLst>
          </p:cNvPr>
          <p:cNvSpPr/>
          <p:nvPr/>
        </p:nvSpPr>
        <p:spPr>
          <a:xfrm>
            <a:off x="3758811" y="1894994"/>
            <a:ext cx="3714196" cy="4338234"/>
          </a:xfrm>
          <a:custGeom>
            <a:avLst/>
            <a:gdLst>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153730 w 4448140"/>
              <a:gd name="connsiteY10" fmla="*/ 4975761 h 4975761"/>
              <a:gd name="connsiteX11" fmla="*/ 3224982 w 4448140"/>
              <a:gd name="connsiteY11"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224982 w 4448140"/>
              <a:gd name="connsiteY10"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224982 w 4448140"/>
              <a:gd name="connsiteY9" fmla="*/ 4963886 h 4975761"/>
              <a:gd name="connsiteX0" fmla="*/ 4448140 w 4448140"/>
              <a:gd name="connsiteY0" fmla="*/ 0 h 4963886"/>
              <a:gd name="connsiteX1" fmla="*/ 4103756 w 4448140"/>
              <a:gd name="connsiteY1" fmla="*/ 308759 h 4963886"/>
              <a:gd name="connsiteX2" fmla="*/ 2916223 w 4448140"/>
              <a:gd name="connsiteY2" fmla="*/ 665019 h 4963886"/>
              <a:gd name="connsiteX3" fmla="*/ 4341262 w 4448140"/>
              <a:gd name="connsiteY3" fmla="*/ 1413164 h 4963886"/>
              <a:gd name="connsiteX4" fmla="*/ 1324930 w 4448140"/>
              <a:gd name="connsiteY4" fmla="*/ 2244437 h 4963886"/>
              <a:gd name="connsiteX5" fmla="*/ 66145 w 4448140"/>
              <a:gd name="connsiteY5" fmla="*/ 2719450 h 4963886"/>
              <a:gd name="connsiteX6" fmla="*/ 3201231 w 4448140"/>
              <a:gd name="connsiteY6" fmla="*/ 4952011 h 4963886"/>
              <a:gd name="connsiteX7" fmla="*/ 3201231 w 4448140"/>
              <a:gd name="connsiteY7" fmla="*/ 4952011 h 4963886"/>
              <a:gd name="connsiteX8" fmla="*/ 3224982 w 4448140"/>
              <a:gd name="connsiteY8" fmla="*/ 4963886 h 4963886"/>
              <a:gd name="connsiteX0" fmla="*/ 4448140 w 4448140"/>
              <a:gd name="connsiteY0" fmla="*/ 0 h 4952011"/>
              <a:gd name="connsiteX1" fmla="*/ 4103756 w 4448140"/>
              <a:gd name="connsiteY1" fmla="*/ 308759 h 4952011"/>
              <a:gd name="connsiteX2" fmla="*/ 2916223 w 4448140"/>
              <a:gd name="connsiteY2" fmla="*/ 665019 h 4952011"/>
              <a:gd name="connsiteX3" fmla="*/ 4341262 w 4448140"/>
              <a:gd name="connsiteY3" fmla="*/ 1413164 h 4952011"/>
              <a:gd name="connsiteX4" fmla="*/ 1324930 w 4448140"/>
              <a:gd name="connsiteY4" fmla="*/ 2244437 h 4952011"/>
              <a:gd name="connsiteX5" fmla="*/ 66145 w 4448140"/>
              <a:gd name="connsiteY5" fmla="*/ 2719450 h 4952011"/>
              <a:gd name="connsiteX6" fmla="*/ 3201231 w 4448140"/>
              <a:gd name="connsiteY6" fmla="*/ 4952011 h 4952011"/>
              <a:gd name="connsiteX7" fmla="*/ 3201231 w 4448140"/>
              <a:gd name="connsiteY7" fmla="*/ 4952011 h 4952011"/>
              <a:gd name="connsiteX0" fmla="*/ 4557343 w 4557343"/>
              <a:gd name="connsiteY0" fmla="*/ 0 h 4952011"/>
              <a:gd name="connsiteX1" fmla="*/ 4212959 w 4557343"/>
              <a:gd name="connsiteY1" fmla="*/ 308759 h 4952011"/>
              <a:gd name="connsiteX2" fmla="*/ 3025426 w 4557343"/>
              <a:gd name="connsiteY2" fmla="*/ 665019 h 4952011"/>
              <a:gd name="connsiteX3" fmla="*/ 4450465 w 4557343"/>
              <a:gd name="connsiteY3" fmla="*/ 1413164 h 4952011"/>
              <a:gd name="connsiteX4" fmla="*/ 1434133 w 4557343"/>
              <a:gd name="connsiteY4" fmla="*/ 2244437 h 4952011"/>
              <a:gd name="connsiteX5" fmla="*/ 61048 w 4557343"/>
              <a:gd name="connsiteY5" fmla="*/ 3056000 h 4952011"/>
              <a:gd name="connsiteX6" fmla="*/ 3310434 w 4557343"/>
              <a:gd name="connsiteY6" fmla="*/ 4952011 h 4952011"/>
              <a:gd name="connsiteX7" fmla="*/ 3310434 w 4557343"/>
              <a:gd name="connsiteY7" fmla="*/ 4952011 h 4952011"/>
              <a:gd name="connsiteX0" fmla="*/ 4612220 w 4612220"/>
              <a:gd name="connsiteY0" fmla="*/ 0 h 4952011"/>
              <a:gd name="connsiteX1" fmla="*/ 4267836 w 4612220"/>
              <a:gd name="connsiteY1" fmla="*/ 308759 h 4952011"/>
              <a:gd name="connsiteX2" fmla="*/ 3080303 w 4612220"/>
              <a:gd name="connsiteY2" fmla="*/ 665019 h 4952011"/>
              <a:gd name="connsiteX3" fmla="*/ 4505342 w 4612220"/>
              <a:gd name="connsiteY3" fmla="*/ 1413164 h 4952011"/>
              <a:gd name="connsiteX4" fmla="*/ 1489010 w 4612220"/>
              <a:gd name="connsiteY4" fmla="*/ 2244437 h 4952011"/>
              <a:gd name="connsiteX5" fmla="*/ 58775 w 4612220"/>
              <a:gd name="connsiteY5" fmla="*/ 3094100 h 4952011"/>
              <a:gd name="connsiteX6" fmla="*/ 3365311 w 4612220"/>
              <a:gd name="connsiteY6" fmla="*/ 4952011 h 4952011"/>
              <a:gd name="connsiteX7" fmla="*/ 3365311 w 4612220"/>
              <a:gd name="connsiteY7" fmla="*/ 4952011 h 4952011"/>
              <a:gd name="connsiteX0" fmla="*/ 4553445 w 4553445"/>
              <a:gd name="connsiteY0" fmla="*/ 0 h 4952011"/>
              <a:gd name="connsiteX1" fmla="*/ 4209061 w 4553445"/>
              <a:gd name="connsiteY1" fmla="*/ 308759 h 4952011"/>
              <a:gd name="connsiteX2" fmla="*/ 3021528 w 4553445"/>
              <a:gd name="connsiteY2" fmla="*/ 665019 h 4952011"/>
              <a:gd name="connsiteX3" fmla="*/ 4446567 w 4553445"/>
              <a:gd name="connsiteY3" fmla="*/ 1413164 h 4952011"/>
              <a:gd name="connsiteX4" fmla="*/ 0 w 4553445"/>
              <a:gd name="connsiteY4" fmla="*/ 3094100 h 4952011"/>
              <a:gd name="connsiteX5" fmla="*/ 3306536 w 4553445"/>
              <a:gd name="connsiteY5" fmla="*/ 4952011 h 4952011"/>
              <a:gd name="connsiteX6" fmla="*/ 3306536 w 4553445"/>
              <a:gd name="connsiteY6" fmla="*/ 4952011 h 4952011"/>
              <a:gd name="connsiteX0" fmla="*/ 4553705 w 4553705"/>
              <a:gd name="connsiteY0" fmla="*/ 0 h 4952011"/>
              <a:gd name="connsiteX1" fmla="*/ 4209321 w 4553705"/>
              <a:gd name="connsiteY1" fmla="*/ 308759 h 4952011"/>
              <a:gd name="connsiteX2" fmla="*/ 3021788 w 4553705"/>
              <a:gd name="connsiteY2" fmla="*/ 665019 h 4952011"/>
              <a:gd name="connsiteX3" fmla="*/ 4446827 w 4553705"/>
              <a:gd name="connsiteY3" fmla="*/ 1413164 h 4952011"/>
              <a:gd name="connsiteX4" fmla="*/ 260 w 4553705"/>
              <a:gd name="connsiteY4" fmla="*/ 3094100 h 4952011"/>
              <a:gd name="connsiteX5" fmla="*/ 3306796 w 4553705"/>
              <a:gd name="connsiteY5" fmla="*/ 4952011 h 4952011"/>
              <a:gd name="connsiteX6" fmla="*/ 3306796 w 4553705"/>
              <a:gd name="connsiteY6" fmla="*/ 4952011 h 4952011"/>
              <a:gd name="connsiteX0" fmla="*/ 4554909 w 4554909"/>
              <a:gd name="connsiteY0" fmla="*/ 0 h 4952011"/>
              <a:gd name="connsiteX1" fmla="*/ 4210525 w 4554909"/>
              <a:gd name="connsiteY1" fmla="*/ 308759 h 4952011"/>
              <a:gd name="connsiteX2" fmla="*/ 3022992 w 4554909"/>
              <a:gd name="connsiteY2" fmla="*/ 665019 h 4952011"/>
              <a:gd name="connsiteX3" fmla="*/ 4448031 w 4554909"/>
              <a:gd name="connsiteY3" fmla="*/ 1413164 h 4952011"/>
              <a:gd name="connsiteX4" fmla="*/ 1464 w 4554909"/>
              <a:gd name="connsiteY4" fmla="*/ 3094100 h 4952011"/>
              <a:gd name="connsiteX5" fmla="*/ 3308000 w 4554909"/>
              <a:gd name="connsiteY5" fmla="*/ 4952011 h 4952011"/>
              <a:gd name="connsiteX6" fmla="*/ 3308000 w 4554909"/>
              <a:gd name="connsiteY6" fmla="*/ 4952011 h 4952011"/>
              <a:gd name="connsiteX0" fmla="*/ 4563191 w 4603121"/>
              <a:gd name="connsiteY0" fmla="*/ 0 h 4952011"/>
              <a:gd name="connsiteX1" fmla="*/ 4218807 w 4603121"/>
              <a:gd name="connsiteY1" fmla="*/ 308759 h 4952011"/>
              <a:gd name="connsiteX2" fmla="*/ 3031274 w 4603121"/>
              <a:gd name="connsiteY2" fmla="*/ 665019 h 4952011"/>
              <a:gd name="connsiteX3" fmla="*/ 4519813 w 4603121"/>
              <a:gd name="connsiteY3" fmla="*/ 1565564 h 4952011"/>
              <a:gd name="connsiteX4" fmla="*/ 9746 w 4603121"/>
              <a:gd name="connsiteY4" fmla="*/ 3094100 h 4952011"/>
              <a:gd name="connsiteX5" fmla="*/ 3316282 w 4603121"/>
              <a:gd name="connsiteY5" fmla="*/ 4952011 h 4952011"/>
              <a:gd name="connsiteX6" fmla="*/ 3316282 w 4603121"/>
              <a:gd name="connsiteY6" fmla="*/ 4952011 h 4952011"/>
              <a:gd name="connsiteX0" fmla="*/ 4563191 w 4757714"/>
              <a:gd name="connsiteY0" fmla="*/ 0 h 4952011"/>
              <a:gd name="connsiteX1" fmla="*/ 4218807 w 4757714"/>
              <a:gd name="connsiteY1" fmla="*/ 308759 h 4952011"/>
              <a:gd name="connsiteX2" fmla="*/ 3031274 w 4757714"/>
              <a:gd name="connsiteY2" fmla="*/ 665019 h 4952011"/>
              <a:gd name="connsiteX3" fmla="*/ 4519813 w 4757714"/>
              <a:gd name="connsiteY3" fmla="*/ 1565564 h 4952011"/>
              <a:gd name="connsiteX4" fmla="*/ 9746 w 4757714"/>
              <a:gd name="connsiteY4" fmla="*/ 3094100 h 4952011"/>
              <a:gd name="connsiteX5" fmla="*/ 3316282 w 4757714"/>
              <a:gd name="connsiteY5" fmla="*/ 4952011 h 4952011"/>
              <a:gd name="connsiteX6" fmla="*/ 3316282 w 4757714"/>
              <a:gd name="connsiteY6" fmla="*/ 4952011 h 4952011"/>
              <a:gd name="connsiteX0" fmla="*/ 4568001 w 4568001"/>
              <a:gd name="connsiteY0" fmla="*/ 0 h 4952011"/>
              <a:gd name="connsiteX1" fmla="*/ 4223617 w 4568001"/>
              <a:gd name="connsiteY1" fmla="*/ 308759 h 4952011"/>
              <a:gd name="connsiteX2" fmla="*/ 3036084 w 4568001"/>
              <a:gd name="connsiteY2" fmla="*/ 665019 h 4952011"/>
              <a:gd name="connsiteX3" fmla="*/ 4524623 w 4568001"/>
              <a:gd name="connsiteY3" fmla="*/ 1565564 h 4952011"/>
              <a:gd name="connsiteX4" fmla="*/ 2210007 w 4568001"/>
              <a:gd name="connsiteY4" fmla="*/ 2180278 h 4952011"/>
              <a:gd name="connsiteX5" fmla="*/ 14556 w 4568001"/>
              <a:gd name="connsiteY5" fmla="*/ 3094100 h 4952011"/>
              <a:gd name="connsiteX6" fmla="*/ 3321092 w 4568001"/>
              <a:gd name="connsiteY6" fmla="*/ 4952011 h 4952011"/>
              <a:gd name="connsiteX7" fmla="*/ 3321092 w 4568001"/>
              <a:gd name="connsiteY7" fmla="*/ 4952011 h 4952011"/>
              <a:gd name="connsiteX0" fmla="*/ 4570585 w 4570585"/>
              <a:gd name="connsiteY0" fmla="*/ 0 h 4952011"/>
              <a:gd name="connsiteX1" fmla="*/ 4226201 w 4570585"/>
              <a:gd name="connsiteY1" fmla="*/ 308759 h 4952011"/>
              <a:gd name="connsiteX2" fmla="*/ 3038668 w 4570585"/>
              <a:gd name="connsiteY2" fmla="*/ 665019 h 4952011"/>
              <a:gd name="connsiteX3" fmla="*/ 4527207 w 4570585"/>
              <a:gd name="connsiteY3" fmla="*/ 1565564 h 4952011"/>
              <a:gd name="connsiteX4" fmla="*/ 2136391 w 4570585"/>
              <a:gd name="connsiteY4" fmla="*/ 2110428 h 4952011"/>
              <a:gd name="connsiteX5" fmla="*/ 17140 w 4570585"/>
              <a:gd name="connsiteY5" fmla="*/ 3094100 h 4952011"/>
              <a:gd name="connsiteX6" fmla="*/ 3323676 w 4570585"/>
              <a:gd name="connsiteY6" fmla="*/ 4952011 h 4952011"/>
              <a:gd name="connsiteX7" fmla="*/ 3323676 w 4570585"/>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569 w 4575569"/>
              <a:gd name="connsiteY0" fmla="*/ 0 h 4952011"/>
              <a:gd name="connsiteX1" fmla="*/ 4231185 w 4575569"/>
              <a:gd name="connsiteY1" fmla="*/ 308759 h 4952011"/>
              <a:gd name="connsiteX2" fmla="*/ 3043652 w 4575569"/>
              <a:gd name="connsiteY2" fmla="*/ 6650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600969 w 4600969"/>
              <a:gd name="connsiteY0" fmla="*/ 0 h 5009161"/>
              <a:gd name="connsiteX1" fmla="*/ 4231185 w 4600969"/>
              <a:gd name="connsiteY1" fmla="*/ 36590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46976 w 4646976"/>
              <a:gd name="connsiteY0" fmla="*/ 0 h 5003770"/>
              <a:gd name="connsiteX1" fmla="*/ 4237535 w 4646976"/>
              <a:gd name="connsiteY1" fmla="*/ 417668 h 5003770"/>
              <a:gd name="connsiteX2" fmla="*/ 2815052 w 4646976"/>
              <a:gd name="connsiteY2" fmla="*/ 754878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35822 w 4646976"/>
              <a:gd name="connsiteY2" fmla="*/ 765661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05234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567555 w 4567555"/>
              <a:gd name="connsiteY0" fmla="*/ 0 h 5003770"/>
              <a:gd name="connsiteX1" fmla="*/ 4158114 w 4567555"/>
              <a:gd name="connsiteY1" fmla="*/ 417668 h 5003770"/>
              <a:gd name="connsiteX2" fmla="*/ 2873654 w 4567555"/>
              <a:gd name="connsiteY2" fmla="*/ 814182 h 5003770"/>
              <a:gd name="connsiteX3" fmla="*/ 4425813 w 4567555"/>
              <a:gd name="connsiteY3" fmla="*/ 1579223 h 5003770"/>
              <a:gd name="connsiteX4" fmla="*/ 2061954 w 4567555"/>
              <a:gd name="connsiteY4" fmla="*/ 2162187 h 5003770"/>
              <a:gd name="connsiteX5" fmla="*/ 23216 w 4567555"/>
              <a:gd name="connsiteY5" fmla="*/ 3151250 h 5003770"/>
              <a:gd name="connsiteX6" fmla="*/ 3249239 w 4567555"/>
              <a:gd name="connsiteY6" fmla="*/ 5003770 h 5003770"/>
              <a:gd name="connsiteX7" fmla="*/ 3249239 w 4567555"/>
              <a:gd name="connsiteY7" fmla="*/ 5003770 h 5003770"/>
              <a:gd name="connsiteX0" fmla="*/ 4545124 w 4545124"/>
              <a:gd name="connsiteY0" fmla="*/ 0 h 5003770"/>
              <a:gd name="connsiteX1" fmla="*/ 4135683 w 4545124"/>
              <a:gd name="connsiteY1" fmla="*/ 417668 h 5003770"/>
              <a:gd name="connsiteX2" fmla="*/ 2851223 w 4545124"/>
              <a:gd name="connsiteY2" fmla="*/ 814182 h 5003770"/>
              <a:gd name="connsiteX3" fmla="*/ 4403382 w 4545124"/>
              <a:gd name="connsiteY3" fmla="*/ 1579223 h 5003770"/>
              <a:gd name="connsiteX4" fmla="*/ 2039523 w 4545124"/>
              <a:gd name="connsiteY4" fmla="*/ 2162187 h 5003770"/>
              <a:gd name="connsiteX5" fmla="*/ 785 w 4545124"/>
              <a:gd name="connsiteY5" fmla="*/ 3151250 h 5003770"/>
              <a:gd name="connsiteX6" fmla="*/ 3226808 w 4545124"/>
              <a:gd name="connsiteY6" fmla="*/ 5003770 h 5003770"/>
              <a:gd name="connsiteX7" fmla="*/ 3226808 w 4545124"/>
              <a:gd name="connsiteY7" fmla="*/ 5003770 h 5003770"/>
              <a:gd name="connsiteX0" fmla="*/ 4545094 w 4545094"/>
              <a:gd name="connsiteY0" fmla="*/ 0 h 5003770"/>
              <a:gd name="connsiteX1" fmla="*/ 4135653 w 4545094"/>
              <a:gd name="connsiteY1" fmla="*/ 417668 h 5003770"/>
              <a:gd name="connsiteX2" fmla="*/ 2851193 w 4545094"/>
              <a:gd name="connsiteY2" fmla="*/ 814182 h 5003770"/>
              <a:gd name="connsiteX3" fmla="*/ 4403352 w 4545094"/>
              <a:gd name="connsiteY3" fmla="*/ 1579223 h 5003770"/>
              <a:gd name="connsiteX4" fmla="*/ 2039493 w 4545094"/>
              <a:gd name="connsiteY4" fmla="*/ 2162187 h 5003770"/>
              <a:gd name="connsiteX5" fmla="*/ 755 w 4545094"/>
              <a:gd name="connsiteY5" fmla="*/ 3151250 h 5003770"/>
              <a:gd name="connsiteX6" fmla="*/ 3226778 w 4545094"/>
              <a:gd name="connsiteY6" fmla="*/ 5003770 h 5003770"/>
              <a:gd name="connsiteX7" fmla="*/ 3226778 w 4545094"/>
              <a:gd name="connsiteY7" fmla="*/ 5003770 h 5003770"/>
              <a:gd name="connsiteX0" fmla="*/ 4545419 w 4545419"/>
              <a:gd name="connsiteY0" fmla="*/ 0 h 5003770"/>
              <a:gd name="connsiteX1" fmla="*/ 4135978 w 4545419"/>
              <a:gd name="connsiteY1" fmla="*/ 417668 h 5003770"/>
              <a:gd name="connsiteX2" fmla="*/ 2851518 w 4545419"/>
              <a:gd name="connsiteY2" fmla="*/ 814182 h 5003770"/>
              <a:gd name="connsiteX3" fmla="*/ 4403677 w 4545419"/>
              <a:gd name="connsiteY3" fmla="*/ 1579223 h 5003770"/>
              <a:gd name="connsiteX4" fmla="*/ 2039818 w 4545419"/>
              <a:gd name="connsiteY4" fmla="*/ 2162187 h 5003770"/>
              <a:gd name="connsiteX5" fmla="*/ 1080 w 4545419"/>
              <a:gd name="connsiteY5" fmla="*/ 3151250 h 5003770"/>
              <a:gd name="connsiteX6" fmla="*/ 3227103 w 4545419"/>
              <a:gd name="connsiteY6" fmla="*/ 5003770 h 5003770"/>
              <a:gd name="connsiteX7" fmla="*/ 3227103 w 4545419"/>
              <a:gd name="connsiteY7" fmla="*/ 5003770 h 5003770"/>
              <a:gd name="connsiteX0" fmla="*/ 4490050 w 4490050"/>
              <a:gd name="connsiteY0" fmla="*/ 0 h 5003770"/>
              <a:gd name="connsiteX1" fmla="*/ 4080609 w 4490050"/>
              <a:gd name="connsiteY1" fmla="*/ 417668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20500 h 5003770"/>
              <a:gd name="connsiteX5" fmla="*/ 19429 w 4508350"/>
              <a:gd name="connsiteY5" fmla="*/ 3164238 h 5003770"/>
              <a:gd name="connsiteX6" fmla="*/ 3190034 w 4508350"/>
              <a:gd name="connsiteY6" fmla="*/ 5003770 h 5003770"/>
              <a:gd name="connsiteX7" fmla="*/ 3190034 w 45083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08837 h 5003770"/>
              <a:gd name="connsiteX5" fmla="*/ 19429 w 4508350"/>
              <a:gd name="connsiteY5" fmla="*/ 3164238 h 5003770"/>
              <a:gd name="connsiteX6" fmla="*/ 3190034 w 4508350"/>
              <a:gd name="connsiteY6" fmla="*/ 5003770 h 5003770"/>
              <a:gd name="connsiteX7" fmla="*/ 3190034 w 4508350"/>
              <a:gd name="connsiteY7" fmla="*/ 5003770 h 5003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8350" h="5003770">
                <a:moveTo>
                  <a:pt x="4508350" y="0"/>
                </a:moveTo>
                <a:cubicBezTo>
                  <a:pt x="4463817" y="98961"/>
                  <a:pt x="4380190" y="296550"/>
                  <a:pt x="4105130" y="429331"/>
                </a:cubicBezTo>
                <a:cubicBezTo>
                  <a:pt x="3830070" y="562112"/>
                  <a:pt x="2814412" y="605040"/>
                  <a:pt x="2857992" y="796689"/>
                </a:cubicBezTo>
                <a:cubicBezTo>
                  <a:pt x="2901572" y="988338"/>
                  <a:pt x="4509148" y="1343865"/>
                  <a:pt x="4366608" y="1579223"/>
                </a:cubicBezTo>
                <a:cubicBezTo>
                  <a:pt x="4224068" y="1814581"/>
                  <a:pt x="2881427" y="2081081"/>
                  <a:pt x="2002749" y="2208837"/>
                </a:cubicBezTo>
                <a:cubicBezTo>
                  <a:pt x="1181221" y="2349293"/>
                  <a:pt x="-178452" y="2698416"/>
                  <a:pt x="19429" y="3164238"/>
                </a:cubicBezTo>
                <a:cubicBezTo>
                  <a:pt x="217310" y="3630060"/>
                  <a:pt x="2749782" y="4694119"/>
                  <a:pt x="3190034" y="5003770"/>
                </a:cubicBezTo>
                <a:lnTo>
                  <a:pt x="3190034" y="5003770"/>
                </a:lnTo>
              </a:path>
            </a:pathLst>
          </a:custGeom>
          <a:noFill/>
          <a:ln w="28575">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grpSp>
        <p:nvGrpSpPr>
          <p:cNvPr id="27" name="Group 53">
            <a:extLst>
              <a:ext uri="{FF2B5EF4-FFF2-40B4-BE49-F238E27FC236}">
                <a16:creationId xmlns:a16="http://schemas.microsoft.com/office/drawing/2014/main" id="{442F72D6-A276-5376-5D08-5D3073290EEA}"/>
              </a:ext>
            </a:extLst>
          </p:cNvPr>
          <p:cNvGrpSpPr/>
          <p:nvPr/>
        </p:nvGrpSpPr>
        <p:grpSpPr>
          <a:xfrm>
            <a:off x="5607932" y="4992931"/>
            <a:ext cx="800780" cy="789997"/>
            <a:chOff x="6043858" y="5255759"/>
            <a:chExt cx="982242" cy="982242"/>
          </a:xfrm>
        </p:grpSpPr>
        <p:sp>
          <p:nvSpPr>
            <p:cNvPr id="28" name="Teardrop 35">
              <a:extLst>
                <a:ext uri="{FF2B5EF4-FFF2-40B4-BE49-F238E27FC236}">
                  <a16:creationId xmlns:a16="http://schemas.microsoft.com/office/drawing/2014/main" id="{FD252581-0388-E4AE-9A76-7F45C9FCEBBA}"/>
                </a:ext>
              </a:extLst>
            </p:cNvPr>
            <p:cNvSpPr/>
            <p:nvPr/>
          </p:nvSpPr>
          <p:spPr>
            <a:xfrm rot="8100000">
              <a:off x="6043858" y="5255759"/>
              <a:ext cx="982242" cy="982242"/>
            </a:xfrm>
            <a:prstGeom prst="teardrop">
              <a:avLst>
                <a:gd name="adj" fmla="val 13636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29" name="Oval 36">
              <a:extLst>
                <a:ext uri="{FF2B5EF4-FFF2-40B4-BE49-F238E27FC236}">
                  <a16:creationId xmlns:a16="http://schemas.microsoft.com/office/drawing/2014/main" id="{4EF11781-5871-E317-6218-6E94E37C916C}"/>
                </a:ext>
              </a:extLst>
            </p:cNvPr>
            <p:cNvSpPr/>
            <p:nvPr/>
          </p:nvSpPr>
          <p:spPr>
            <a:xfrm>
              <a:off x="6070017" y="5275400"/>
              <a:ext cx="929924" cy="942961"/>
            </a:xfrm>
            <a:prstGeom prst="ellipse">
              <a:avLst/>
            </a:prstGeom>
            <a:solidFill>
              <a:schemeClr val="accent6">
                <a:lumMod val="50000"/>
              </a:schemeClr>
            </a:solidFill>
            <a:ln>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bg1"/>
                  </a:solidFill>
                  <a:latin typeface="+mj-lt"/>
                  <a:ea typeface="Cambria" panose="02040503050406030204" pitchFamily="18" charset="0"/>
                  <a:cs typeface="Arial" panose="020B0604020202020204" pitchFamily="34" charset="0"/>
                </a:rPr>
                <a:t>1.</a:t>
              </a:r>
            </a:p>
          </p:txBody>
        </p:sp>
      </p:grpSp>
      <p:sp>
        <p:nvSpPr>
          <p:cNvPr id="30" name="Rectangle 34">
            <a:extLst>
              <a:ext uri="{FF2B5EF4-FFF2-40B4-BE49-F238E27FC236}">
                <a16:creationId xmlns:a16="http://schemas.microsoft.com/office/drawing/2014/main" id="{C2EF3EA5-DE23-3FC0-8978-B643443AD014}"/>
              </a:ext>
            </a:extLst>
          </p:cNvPr>
          <p:cNvSpPr/>
          <p:nvPr/>
        </p:nvSpPr>
        <p:spPr>
          <a:xfrm>
            <a:off x="6622034" y="4407831"/>
            <a:ext cx="3652997" cy="1077218"/>
          </a:xfrm>
          <a:prstGeom prst="rect">
            <a:avLst/>
          </a:prstGeom>
          <a:noFill/>
        </p:spPr>
        <p:txBody>
          <a:bodyPr wrap="square" lIns="91440" tIns="45720" rIns="91440" bIns="45720" anchor="t">
            <a:spAutoFit/>
          </a:bodyPr>
          <a:lstStyle/>
          <a:p>
            <a:r>
              <a:rPr lang="cs-CZ" sz="1600" b="1">
                <a:ea typeface="Cambria"/>
                <a:cs typeface="Arial"/>
              </a:rPr>
              <a:t>1. Etapa 1.4.-30.9.2023</a:t>
            </a:r>
          </a:p>
          <a:p>
            <a:pPr marL="171450" indent="-171450">
              <a:buFont typeface="Wingdings" panose="05000000000000000000" pitchFamily="2" charset="2"/>
              <a:buChar char="§"/>
            </a:pPr>
            <a:r>
              <a:rPr lang="cs-CZ" sz="1200">
                <a:ea typeface="Cambria"/>
                <a:cs typeface="Azeret Mono" pitchFamily="2" charset="0"/>
              </a:rPr>
              <a:t>Přípravné práce</a:t>
            </a:r>
          </a:p>
          <a:p>
            <a:pPr marL="171450" indent="-171450">
              <a:buFont typeface="Wingdings" panose="05000000000000000000" pitchFamily="2" charset="2"/>
              <a:buChar char="§"/>
            </a:pPr>
            <a:r>
              <a:rPr lang="cs-CZ" sz="1200">
                <a:ea typeface="Cambria"/>
                <a:cs typeface="Azeret Mono" pitchFamily="2" charset="0"/>
              </a:rPr>
              <a:t>Revize stavu</a:t>
            </a:r>
          </a:p>
          <a:p>
            <a:pPr marL="171450" indent="-171450">
              <a:buFont typeface="Wingdings" panose="05000000000000000000" pitchFamily="2" charset="2"/>
              <a:buChar char="§"/>
            </a:pPr>
            <a:r>
              <a:rPr lang="cs-CZ" sz="1200">
                <a:ea typeface="Cambria"/>
                <a:cs typeface="Azeret Mono" pitchFamily="2" charset="0"/>
              </a:rPr>
              <a:t>Setkání s hlavním aktéry</a:t>
            </a:r>
          </a:p>
          <a:p>
            <a:pPr marL="171450" indent="-171450">
              <a:buFont typeface="Wingdings" panose="05000000000000000000" pitchFamily="2" charset="2"/>
              <a:buChar char="§"/>
            </a:pPr>
            <a:r>
              <a:rPr lang="cs-CZ" sz="1200">
                <a:ea typeface="Cambria"/>
                <a:cs typeface="Azeret Mono" pitchFamily="2" charset="0"/>
              </a:rPr>
              <a:t>Zahájení práce pracovního týmu</a:t>
            </a:r>
          </a:p>
        </p:txBody>
      </p:sp>
      <p:grpSp>
        <p:nvGrpSpPr>
          <p:cNvPr id="31" name="Group 51">
            <a:extLst>
              <a:ext uri="{FF2B5EF4-FFF2-40B4-BE49-F238E27FC236}">
                <a16:creationId xmlns:a16="http://schemas.microsoft.com/office/drawing/2014/main" id="{47A07C43-EA6A-E4AB-2276-2303EF16DB09}"/>
              </a:ext>
            </a:extLst>
          </p:cNvPr>
          <p:cNvGrpSpPr/>
          <p:nvPr/>
        </p:nvGrpSpPr>
        <p:grpSpPr>
          <a:xfrm>
            <a:off x="3650174" y="3903667"/>
            <a:ext cx="800780" cy="789997"/>
            <a:chOff x="3464824" y="3901323"/>
            <a:chExt cx="895904" cy="895905"/>
          </a:xfrm>
        </p:grpSpPr>
        <p:sp>
          <p:nvSpPr>
            <p:cNvPr id="32" name="Teardrop 29">
              <a:extLst>
                <a:ext uri="{FF2B5EF4-FFF2-40B4-BE49-F238E27FC236}">
                  <a16:creationId xmlns:a16="http://schemas.microsoft.com/office/drawing/2014/main" id="{BDA9AF68-82F8-2E09-33BA-1D99C9683F71}"/>
                </a:ext>
              </a:extLst>
            </p:cNvPr>
            <p:cNvSpPr/>
            <p:nvPr/>
          </p:nvSpPr>
          <p:spPr>
            <a:xfrm rot="8100000">
              <a:off x="3464824" y="3901323"/>
              <a:ext cx="895904" cy="895905"/>
            </a:xfrm>
            <a:prstGeom prst="teardrop">
              <a:avLst>
                <a:gd name="adj" fmla="val 136365"/>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33" name="Oval 31">
              <a:extLst>
                <a:ext uri="{FF2B5EF4-FFF2-40B4-BE49-F238E27FC236}">
                  <a16:creationId xmlns:a16="http://schemas.microsoft.com/office/drawing/2014/main" id="{0FDA2AAA-63A8-A464-34A1-0E0109227491}"/>
                </a:ext>
              </a:extLst>
            </p:cNvPr>
            <p:cNvSpPr/>
            <p:nvPr/>
          </p:nvSpPr>
          <p:spPr>
            <a:xfrm>
              <a:off x="3488683" y="3919237"/>
              <a:ext cx="848186" cy="860076"/>
            </a:xfrm>
            <a:prstGeom prst="ellipse">
              <a:avLst/>
            </a:prstGeom>
            <a:solidFill>
              <a:schemeClr val="accent6">
                <a:lumMod val="50000"/>
              </a:schemeClr>
            </a:solidFill>
            <a:ln>
              <a:solidFill>
                <a:schemeClr val="accent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bg1"/>
                  </a:solidFill>
                  <a:latin typeface="+mj-lt"/>
                  <a:ea typeface="Cambria" panose="02040503050406030204" pitchFamily="18" charset="0"/>
                  <a:cs typeface="Arial" panose="020B0604020202020204" pitchFamily="34" charset="0"/>
                </a:rPr>
                <a:t>2</a:t>
              </a:r>
              <a:r>
                <a:rPr lang="cs-CZ" b="1">
                  <a:solidFill>
                    <a:schemeClr val="tx1"/>
                  </a:solidFill>
                  <a:latin typeface="+mj-lt"/>
                  <a:ea typeface="Cambria" panose="02040503050406030204" pitchFamily="18" charset="0"/>
                  <a:cs typeface="Arial" panose="020B0604020202020204" pitchFamily="34" charset="0"/>
                </a:rPr>
                <a:t>.</a:t>
              </a:r>
            </a:p>
          </p:txBody>
        </p:sp>
      </p:grpSp>
      <p:sp>
        <p:nvSpPr>
          <p:cNvPr id="34" name="Rectangle 28">
            <a:extLst>
              <a:ext uri="{FF2B5EF4-FFF2-40B4-BE49-F238E27FC236}">
                <a16:creationId xmlns:a16="http://schemas.microsoft.com/office/drawing/2014/main" id="{D852BD25-158D-B9F3-182A-04C63CE852EC}"/>
              </a:ext>
            </a:extLst>
          </p:cNvPr>
          <p:cNvSpPr/>
          <p:nvPr/>
        </p:nvSpPr>
        <p:spPr>
          <a:xfrm>
            <a:off x="358346" y="4033006"/>
            <a:ext cx="3337977" cy="1261884"/>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2. Etapa 1.10.-31.12.2023</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Finalizace výkladů, rozhraní</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Služby pro přenesenou působnost</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Plnění katalogu služeb</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Analýza dostupných dat v RPP</a:t>
            </a:r>
          </a:p>
          <a:p>
            <a:endParaRPr lang="cs-CZ" sz="1400" b="1">
              <a:solidFill>
                <a:schemeClr val="tx1">
                  <a:lumMod val="95000"/>
                  <a:lumOff val="5000"/>
                </a:schemeClr>
              </a:solidFill>
              <a:ea typeface="Cambria" panose="02040503050406030204" pitchFamily="18" charset="0"/>
              <a:cs typeface="Arial" panose="020B0604020202020204" pitchFamily="34" charset="0"/>
            </a:endParaRPr>
          </a:p>
        </p:txBody>
      </p:sp>
      <p:grpSp>
        <p:nvGrpSpPr>
          <p:cNvPr id="35" name="Group 52">
            <a:extLst>
              <a:ext uri="{FF2B5EF4-FFF2-40B4-BE49-F238E27FC236}">
                <a16:creationId xmlns:a16="http://schemas.microsoft.com/office/drawing/2014/main" id="{AF1FA838-1551-A5A6-581D-1C32CF766A58}"/>
              </a:ext>
            </a:extLst>
          </p:cNvPr>
          <p:cNvGrpSpPr/>
          <p:nvPr/>
        </p:nvGrpSpPr>
        <p:grpSpPr>
          <a:xfrm>
            <a:off x="5004259" y="2868803"/>
            <a:ext cx="800780" cy="789997"/>
            <a:chOff x="5346250" y="2751579"/>
            <a:chExt cx="751581" cy="751579"/>
          </a:xfrm>
        </p:grpSpPr>
        <p:sp>
          <p:nvSpPr>
            <p:cNvPr id="36" name="Teardrop 24">
              <a:extLst>
                <a:ext uri="{FF2B5EF4-FFF2-40B4-BE49-F238E27FC236}">
                  <a16:creationId xmlns:a16="http://schemas.microsoft.com/office/drawing/2014/main" id="{BB804B7B-4742-816B-1975-308B91056BC2}"/>
                </a:ext>
              </a:extLst>
            </p:cNvPr>
            <p:cNvSpPr/>
            <p:nvPr/>
          </p:nvSpPr>
          <p:spPr>
            <a:xfrm rot="8100000">
              <a:off x="5346250" y="2751579"/>
              <a:ext cx="751581" cy="751579"/>
            </a:xfrm>
            <a:prstGeom prst="teardrop">
              <a:avLst>
                <a:gd name="adj" fmla="val 136365"/>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37" name="Oval 25">
              <a:extLst>
                <a:ext uri="{FF2B5EF4-FFF2-40B4-BE49-F238E27FC236}">
                  <a16:creationId xmlns:a16="http://schemas.microsoft.com/office/drawing/2014/main" id="{A28C01EA-066A-37DC-621B-BE41CCF42CD9}"/>
                </a:ext>
              </a:extLst>
            </p:cNvPr>
            <p:cNvSpPr/>
            <p:nvPr/>
          </p:nvSpPr>
          <p:spPr>
            <a:xfrm>
              <a:off x="5366265" y="2766406"/>
              <a:ext cx="711550" cy="721521"/>
            </a:xfrm>
            <a:prstGeom prst="ellipse">
              <a:avLst/>
            </a:prstGeom>
            <a:solidFill>
              <a:schemeClr val="accent1">
                <a:lumMod val="40000"/>
                <a:lumOff val="6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3.</a:t>
              </a:r>
              <a:endParaRPr lang="cs-CZ" sz="1100" b="1">
                <a:solidFill>
                  <a:schemeClr val="tx1"/>
                </a:solidFill>
                <a:latin typeface="+mj-lt"/>
                <a:ea typeface="Cambria" panose="02040503050406030204" pitchFamily="18" charset="0"/>
                <a:cs typeface="Arial" panose="020B0604020202020204" pitchFamily="34" charset="0"/>
              </a:endParaRPr>
            </a:p>
          </p:txBody>
        </p:sp>
      </p:grpSp>
      <p:sp>
        <p:nvSpPr>
          <p:cNvPr id="38" name="Rectangle 23">
            <a:extLst>
              <a:ext uri="{FF2B5EF4-FFF2-40B4-BE49-F238E27FC236}">
                <a16:creationId xmlns:a16="http://schemas.microsoft.com/office/drawing/2014/main" id="{2F86469A-11F7-585B-DA22-65C90524E473}"/>
              </a:ext>
            </a:extLst>
          </p:cNvPr>
          <p:cNvSpPr/>
          <p:nvPr/>
        </p:nvSpPr>
        <p:spPr>
          <a:xfrm>
            <a:off x="2183566" y="2429155"/>
            <a:ext cx="3107846" cy="1231106"/>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3. Etapa 1.1.-30.6.2024</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Finalizace popisů pro přenesenou působnost</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Samoobslužné portály</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Zveřejňování formulářů</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Napojování dat</a:t>
            </a:r>
          </a:p>
        </p:txBody>
      </p:sp>
      <p:grpSp>
        <p:nvGrpSpPr>
          <p:cNvPr id="39" name="Group 54">
            <a:extLst>
              <a:ext uri="{FF2B5EF4-FFF2-40B4-BE49-F238E27FC236}">
                <a16:creationId xmlns:a16="http://schemas.microsoft.com/office/drawing/2014/main" id="{1A00AE48-8194-2C3C-7096-ECBEEBC2CB75}"/>
              </a:ext>
            </a:extLst>
          </p:cNvPr>
          <p:cNvGrpSpPr/>
          <p:nvPr/>
        </p:nvGrpSpPr>
        <p:grpSpPr>
          <a:xfrm>
            <a:off x="6625324" y="2397578"/>
            <a:ext cx="800780" cy="789997"/>
            <a:chOff x="7549425" y="2280620"/>
            <a:chExt cx="671304" cy="671305"/>
          </a:xfrm>
        </p:grpSpPr>
        <p:sp>
          <p:nvSpPr>
            <p:cNvPr id="40" name="Teardrop 19">
              <a:extLst>
                <a:ext uri="{FF2B5EF4-FFF2-40B4-BE49-F238E27FC236}">
                  <a16:creationId xmlns:a16="http://schemas.microsoft.com/office/drawing/2014/main" id="{2C577CE3-4655-43D4-081E-1616E128A502}"/>
                </a:ext>
              </a:extLst>
            </p:cNvPr>
            <p:cNvSpPr/>
            <p:nvPr/>
          </p:nvSpPr>
          <p:spPr>
            <a:xfrm rot="8100000">
              <a:off x="7549425" y="2280620"/>
              <a:ext cx="671304" cy="671305"/>
            </a:xfrm>
            <a:prstGeom prst="teardrop">
              <a:avLst>
                <a:gd name="adj" fmla="val 13636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41" name="Oval 20">
              <a:extLst>
                <a:ext uri="{FF2B5EF4-FFF2-40B4-BE49-F238E27FC236}">
                  <a16:creationId xmlns:a16="http://schemas.microsoft.com/office/drawing/2014/main" id="{E4D499F4-1F0E-45D8-A248-E5EA9C6366D0}"/>
                </a:ext>
              </a:extLst>
            </p:cNvPr>
            <p:cNvSpPr/>
            <p:nvPr/>
          </p:nvSpPr>
          <p:spPr>
            <a:xfrm>
              <a:off x="7567302" y="2293840"/>
              <a:ext cx="635551" cy="644458"/>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4.</a:t>
              </a:r>
            </a:p>
          </p:txBody>
        </p:sp>
      </p:grpSp>
      <p:sp>
        <p:nvSpPr>
          <p:cNvPr id="42" name="Rectangle 18">
            <a:extLst>
              <a:ext uri="{FF2B5EF4-FFF2-40B4-BE49-F238E27FC236}">
                <a16:creationId xmlns:a16="http://schemas.microsoft.com/office/drawing/2014/main" id="{2B581EAA-1EA3-363B-3040-01A209173E2F}"/>
              </a:ext>
            </a:extLst>
          </p:cNvPr>
          <p:cNvSpPr/>
          <p:nvPr/>
        </p:nvSpPr>
        <p:spPr>
          <a:xfrm>
            <a:off x="7786220" y="1912789"/>
            <a:ext cx="3197380" cy="1046440"/>
          </a:xfrm>
          <a:prstGeom prst="rect">
            <a:avLst/>
          </a:prstGeom>
        </p:spPr>
        <p:txBody>
          <a:bodyPr wrap="square">
            <a:spAutoFit/>
          </a:bodyPr>
          <a:lstStyle/>
          <a:p>
            <a:r>
              <a:rPr lang="cs-CZ" sz="1400" b="1">
                <a:solidFill>
                  <a:schemeClr val="tx1">
                    <a:lumMod val="95000"/>
                    <a:lumOff val="5000"/>
                  </a:schemeClr>
                </a:solidFill>
                <a:ea typeface="Cambria" panose="02040503050406030204" pitchFamily="18" charset="0"/>
                <a:cs typeface="Arial" panose="020B0604020202020204" pitchFamily="34" charset="0"/>
              </a:rPr>
              <a:t>4. Etapa 1.7.-31.12.2024</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Finální verze PVS/PO</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Životní situace</a:t>
            </a:r>
          </a:p>
          <a:p>
            <a:pPr marL="171450" indent="-171450">
              <a:buFont typeface="Wingdings" panose="05000000000000000000" pitchFamily="2" charset="2"/>
              <a:buChar char="§"/>
            </a:pPr>
            <a:r>
              <a:rPr lang="cs-CZ" sz="1200">
                <a:solidFill>
                  <a:schemeClr val="tx1">
                    <a:lumMod val="95000"/>
                    <a:lumOff val="5000"/>
                  </a:schemeClr>
                </a:solidFill>
                <a:ea typeface="Cambria" panose="02040503050406030204" pitchFamily="18" charset="0"/>
                <a:cs typeface="Cardo" panose="02020600000000000000" pitchFamily="18" charset="-79"/>
              </a:rPr>
              <a:t>90% digitalizovaných služeb alespoň pro přenesenou působnost</a:t>
            </a:r>
            <a:endParaRPr lang="cs-CZ" sz="1200">
              <a:solidFill>
                <a:schemeClr val="tx1">
                  <a:lumMod val="95000"/>
                  <a:lumOff val="5000"/>
                </a:schemeClr>
              </a:solidFill>
              <a:ea typeface="Cambria" panose="02040503050406030204" pitchFamily="18" charset="0"/>
              <a:cs typeface="Arial" panose="020B0604020202020204" pitchFamily="34" charset="0"/>
            </a:endParaRPr>
          </a:p>
        </p:txBody>
      </p:sp>
      <p:grpSp>
        <p:nvGrpSpPr>
          <p:cNvPr id="43" name="Group 55">
            <a:extLst>
              <a:ext uri="{FF2B5EF4-FFF2-40B4-BE49-F238E27FC236}">
                <a16:creationId xmlns:a16="http://schemas.microsoft.com/office/drawing/2014/main" id="{44F8C93D-1A71-A225-BDFF-01A047C07C01}"/>
              </a:ext>
            </a:extLst>
          </p:cNvPr>
          <p:cNvGrpSpPr/>
          <p:nvPr/>
        </p:nvGrpSpPr>
        <p:grpSpPr>
          <a:xfrm>
            <a:off x="5545127" y="1733969"/>
            <a:ext cx="800780" cy="789997"/>
            <a:chOff x="6159678" y="1427065"/>
            <a:chExt cx="595443" cy="595442"/>
          </a:xfrm>
        </p:grpSpPr>
        <p:sp>
          <p:nvSpPr>
            <p:cNvPr id="44" name="Teardrop 14">
              <a:extLst>
                <a:ext uri="{FF2B5EF4-FFF2-40B4-BE49-F238E27FC236}">
                  <a16:creationId xmlns:a16="http://schemas.microsoft.com/office/drawing/2014/main" id="{69224572-5189-7B54-66AF-928BD374CD3C}"/>
                </a:ext>
              </a:extLst>
            </p:cNvPr>
            <p:cNvSpPr/>
            <p:nvPr/>
          </p:nvSpPr>
          <p:spPr>
            <a:xfrm rot="8100000">
              <a:off x="6159678" y="1427065"/>
              <a:ext cx="595443" cy="595442"/>
            </a:xfrm>
            <a:prstGeom prst="teardrop">
              <a:avLst>
                <a:gd name="adj" fmla="val 13636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100">
                <a:solidFill>
                  <a:prstClr val="white"/>
                </a:solidFill>
                <a:latin typeface="+mj-lt"/>
                <a:ea typeface="Cambria" panose="02040503050406030204" pitchFamily="18" charset="0"/>
                <a:cs typeface="Arial" panose="020B0604020202020204" pitchFamily="34" charset="0"/>
              </a:endParaRPr>
            </a:p>
          </p:txBody>
        </p:sp>
        <p:sp>
          <p:nvSpPr>
            <p:cNvPr id="45" name="Oval 15">
              <a:extLst>
                <a:ext uri="{FF2B5EF4-FFF2-40B4-BE49-F238E27FC236}">
                  <a16:creationId xmlns:a16="http://schemas.microsoft.com/office/drawing/2014/main" id="{9FDF4508-3426-F428-1192-68090DED6A7C}"/>
                </a:ext>
              </a:extLst>
            </p:cNvPr>
            <p:cNvSpPr/>
            <p:nvPr/>
          </p:nvSpPr>
          <p:spPr>
            <a:xfrm>
              <a:off x="6175534" y="1438769"/>
              <a:ext cx="563731" cy="571630"/>
            </a:xfrm>
            <a:prstGeom prst="ellipse">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b="1">
                  <a:solidFill>
                    <a:schemeClr val="tx1"/>
                  </a:solidFill>
                  <a:latin typeface="+mj-lt"/>
                  <a:ea typeface="Cambria" panose="02040503050406030204" pitchFamily="18" charset="0"/>
                  <a:cs typeface="Arial" panose="020B0604020202020204" pitchFamily="34" charset="0"/>
                </a:rPr>
                <a:t>5.</a:t>
              </a:r>
            </a:p>
          </p:txBody>
        </p:sp>
      </p:grpSp>
      <p:sp>
        <p:nvSpPr>
          <p:cNvPr id="46" name="Rectangle 13">
            <a:extLst>
              <a:ext uri="{FF2B5EF4-FFF2-40B4-BE49-F238E27FC236}">
                <a16:creationId xmlns:a16="http://schemas.microsoft.com/office/drawing/2014/main" id="{2A9D9D1E-F1FC-3387-4578-33F60C930BBD}"/>
              </a:ext>
            </a:extLst>
          </p:cNvPr>
          <p:cNvSpPr/>
          <p:nvPr/>
        </p:nvSpPr>
        <p:spPr>
          <a:xfrm>
            <a:off x="2829697" y="1809830"/>
            <a:ext cx="2585367" cy="369332"/>
          </a:xfrm>
          <a:prstGeom prst="rect">
            <a:avLst/>
          </a:prstGeom>
        </p:spPr>
        <p:txBody>
          <a:bodyPr wrap="square">
            <a:spAutoFit/>
          </a:bodyPr>
          <a:lstStyle/>
          <a:p>
            <a:pPr algn="r"/>
            <a:r>
              <a:rPr lang="cs-CZ" b="1">
                <a:solidFill>
                  <a:schemeClr val="tx1">
                    <a:lumMod val="95000"/>
                    <a:lumOff val="5000"/>
                  </a:schemeClr>
                </a:solidFill>
                <a:ea typeface="Cambria" panose="02040503050406030204" pitchFamily="18" charset="0"/>
                <a:cs typeface="Arial" panose="020B0604020202020204" pitchFamily="34" charset="0"/>
              </a:rPr>
              <a:t>Milník 1.2.2025</a:t>
            </a:r>
          </a:p>
        </p:txBody>
      </p:sp>
      <p:sp>
        <p:nvSpPr>
          <p:cNvPr id="3" name="Zástupný symbol pro zápatí 3">
            <a:extLst>
              <a:ext uri="{FF2B5EF4-FFF2-40B4-BE49-F238E27FC236}">
                <a16:creationId xmlns:a16="http://schemas.microsoft.com/office/drawing/2014/main" id="{7CDD2EBE-E319-A79C-A67C-98A73B9EE9DB}"/>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4" name="Zástupný symbol pro číslo snímku 4">
            <a:extLst>
              <a:ext uri="{FF2B5EF4-FFF2-40B4-BE49-F238E27FC236}">
                <a16:creationId xmlns:a16="http://schemas.microsoft.com/office/drawing/2014/main" id="{0D191EE9-F051-BAB0-3143-C0CC9BB31C83}"/>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2</a:t>
            </a:fld>
            <a:endParaRPr lang="cs-CZ">
              <a:solidFill>
                <a:schemeClr val="accent2"/>
              </a:solidFill>
            </a:endParaRPr>
          </a:p>
        </p:txBody>
      </p:sp>
    </p:spTree>
    <p:extLst>
      <p:ext uri="{BB962C8B-B14F-4D97-AF65-F5344CB8AC3E}">
        <p14:creationId xmlns:p14="http://schemas.microsoft.com/office/powerpoint/2010/main" val="196918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352909-BB4D-0DD9-18E3-5BA13534A57E}"/>
              </a:ext>
            </a:extLst>
          </p:cNvPr>
          <p:cNvSpPr>
            <a:spLocks noGrp="1"/>
          </p:cNvSpPr>
          <p:nvPr>
            <p:ph type="title"/>
          </p:nvPr>
        </p:nvSpPr>
        <p:spPr/>
        <p:txBody>
          <a:bodyPr/>
          <a:lstStyle/>
          <a:p>
            <a:r>
              <a:rPr lang="cs-CZ" dirty="0" err="1"/>
              <a:t>Aktuální_stav</a:t>
            </a:r>
            <a:r>
              <a:rPr lang="cs-CZ" dirty="0"/>
              <a:t>_</a:t>
            </a:r>
          </a:p>
        </p:txBody>
      </p:sp>
      <p:sp>
        <p:nvSpPr>
          <p:cNvPr id="3" name="Zástupný obsah 2">
            <a:extLst>
              <a:ext uri="{FF2B5EF4-FFF2-40B4-BE49-F238E27FC236}">
                <a16:creationId xmlns:a16="http://schemas.microsoft.com/office/drawing/2014/main" id="{3849E301-137A-167F-DEEB-337E12BF7C95}"/>
              </a:ext>
            </a:extLst>
          </p:cNvPr>
          <p:cNvSpPr>
            <a:spLocks noGrp="1"/>
          </p:cNvSpPr>
          <p:nvPr>
            <p:ph idx="1"/>
          </p:nvPr>
        </p:nvSpPr>
        <p:spPr/>
        <p:txBody>
          <a:bodyPr/>
          <a:lstStyle/>
          <a:p>
            <a:r>
              <a:rPr lang="cs-CZ" b="1" dirty="0"/>
              <a:t>Pokračujeme v koordinaci </a:t>
            </a:r>
            <a:r>
              <a:rPr lang="cs-CZ" b="1" dirty="0" err="1"/>
              <a:t>ZoPDS</a:t>
            </a:r>
            <a:r>
              <a:rPr lang="cs-CZ" b="1" dirty="0"/>
              <a:t> s vysokou prioritou</a:t>
            </a:r>
          </a:p>
          <a:p>
            <a:pPr lvl="1"/>
            <a:r>
              <a:rPr lang="cs-CZ" dirty="0"/>
              <a:t>Vytvořili jsme několik pracovních skupin, máme metriky, poradenství, sdílení zkušeností</a:t>
            </a:r>
          </a:p>
          <a:p>
            <a:r>
              <a:rPr lang="cs-CZ" b="1" dirty="0"/>
              <a:t>Chybějící digitalizace znamená zvýšení pracnosti</a:t>
            </a:r>
          </a:p>
          <a:p>
            <a:pPr lvl="1"/>
            <a:r>
              <a:rPr lang="cs-CZ" dirty="0"/>
              <a:t>Předvyplněný formulář nám umožní automatizaci, obecný soubor v datové schránce přinese práci navíc</a:t>
            </a:r>
          </a:p>
          <a:p>
            <a:r>
              <a:rPr lang="cs-CZ" b="1" dirty="0"/>
              <a:t>Implementovat se dá efektivně</a:t>
            </a:r>
          </a:p>
          <a:p>
            <a:pPr lvl="1"/>
            <a:r>
              <a:rPr lang="cs-CZ" dirty="0"/>
              <a:t>Projekt </a:t>
            </a:r>
            <a:r>
              <a:rPr lang="cs-CZ" dirty="0" err="1"/>
              <a:t>ePortál</a:t>
            </a:r>
            <a:r>
              <a:rPr lang="cs-CZ" dirty="0"/>
              <a:t> Ministerstva obrany</a:t>
            </a:r>
          </a:p>
          <a:p>
            <a:r>
              <a:rPr lang="cs-CZ" b="1" dirty="0"/>
              <a:t>Hlavní priority</a:t>
            </a:r>
          </a:p>
          <a:p>
            <a:pPr marL="800100" lvl="1" indent="-342900">
              <a:buFont typeface="+mj-lt"/>
              <a:buAutoNum type="arabicPeriod"/>
            </a:pPr>
            <a:r>
              <a:rPr lang="cs-CZ" dirty="0"/>
              <a:t>Katalog služeb, </a:t>
            </a:r>
          </a:p>
          <a:p>
            <a:pPr marL="800100" lvl="1" indent="-342900">
              <a:buFont typeface="+mj-lt"/>
              <a:buAutoNum type="arabicPeriod"/>
            </a:pPr>
            <a:r>
              <a:rPr lang="cs-CZ" dirty="0"/>
              <a:t>Elektronické formuláře a samoobslužný portál, </a:t>
            </a:r>
          </a:p>
          <a:p>
            <a:pPr marL="800100" lvl="1" indent="-342900">
              <a:buFont typeface="+mj-lt"/>
              <a:buAutoNum type="arabicPeriod"/>
            </a:pPr>
            <a:r>
              <a:rPr lang="cs-CZ" dirty="0"/>
              <a:t>Předvyplnění dat a integrace</a:t>
            </a:r>
          </a:p>
        </p:txBody>
      </p:sp>
      <p:sp>
        <p:nvSpPr>
          <p:cNvPr id="8" name="Zástupný symbol pro zápatí 3">
            <a:extLst>
              <a:ext uri="{FF2B5EF4-FFF2-40B4-BE49-F238E27FC236}">
                <a16:creationId xmlns:a16="http://schemas.microsoft.com/office/drawing/2014/main" id="{D26C80E4-7416-F855-1EC2-314E9E7666F3}"/>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53DA5225-3366-9916-F0D7-162026255199}"/>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3</a:t>
            </a:fld>
            <a:endParaRPr lang="cs-CZ">
              <a:solidFill>
                <a:schemeClr val="accent2"/>
              </a:solidFill>
            </a:endParaRPr>
          </a:p>
        </p:txBody>
      </p:sp>
    </p:spTree>
    <p:extLst>
      <p:ext uri="{BB962C8B-B14F-4D97-AF65-F5344CB8AC3E}">
        <p14:creationId xmlns:p14="http://schemas.microsoft.com/office/powerpoint/2010/main" val="2845605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PlnĚNÍ_koordinační_úlohY</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a:xfrm>
            <a:off x="468000" y="1577563"/>
            <a:ext cx="10515600" cy="4351338"/>
          </a:xfrm>
        </p:spPr>
        <p:txBody>
          <a:bodyPr>
            <a:normAutofit fontScale="92500" lnSpcReduction="20000"/>
          </a:bodyPr>
          <a:lstStyle/>
          <a:p>
            <a:r>
              <a:rPr lang="cs-CZ" dirty="0"/>
              <a:t>Pracovní tým </a:t>
            </a:r>
            <a:r>
              <a:rPr lang="cs-CZ" dirty="0" err="1"/>
              <a:t>ZoPDS</a:t>
            </a:r>
            <a:r>
              <a:rPr lang="cs-CZ" dirty="0"/>
              <a:t> (cca 20 účastníků)</a:t>
            </a:r>
          </a:p>
          <a:p>
            <a:pPr lvl="1"/>
            <a:r>
              <a:rPr lang="cs-CZ" dirty="0"/>
              <a:t>Implementační doporučení</a:t>
            </a:r>
          </a:p>
          <a:p>
            <a:pPr lvl="1"/>
            <a:r>
              <a:rPr lang="cs-CZ" dirty="0"/>
              <a:t>Příprava podkladů pro změnu zákona</a:t>
            </a:r>
          </a:p>
          <a:p>
            <a:r>
              <a:rPr lang="cs-CZ" dirty="0"/>
              <a:t>Pracovní skupina </a:t>
            </a:r>
            <a:r>
              <a:rPr lang="cs-CZ" dirty="0" err="1"/>
              <a:t>ZoPDS</a:t>
            </a:r>
            <a:r>
              <a:rPr lang="cs-CZ" dirty="0"/>
              <a:t> (cca 100 účastníků)</a:t>
            </a:r>
          </a:p>
          <a:p>
            <a:pPr lvl="1"/>
            <a:r>
              <a:rPr lang="cs-CZ" dirty="0"/>
              <a:t>Sdílí výsledky pracovního týmu </a:t>
            </a:r>
            <a:r>
              <a:rPr lang="cs-CZ" dirty="0" err="1"/>
              <a:t>ZoPDS</a:t>
            </a:r>
            <a:endParaRPr lang="cs-CZ" dirty="0"/>
          </a:p>
          <a:p>
            <a:r>
              <a:rPr lang="cs-CZ" dirty="0"/>
              <a:t>Pracovní tým pro Samosprávu (zahájení)</a:t>
            </a:r>
          </a:p>
          <a:p>
            <a:pPr lvl="1"/>
            <a:r>
              <a:rPr lang="cs-CZ" dirty="0"/>
              <a:t>Řeší problematiku dopadu </a:t>
            </a:r>
            <a:r>
              <a:rPr lang="cs-CZ" dirty="0" err="1"/>
              <a:t>ZoPDS</a:t>
            </a:r>
            <a:r>
              <a:rPr lang="cs-CZ" dirty="0"/>
              <a:t> v rámci přenesené působnosti</a:t>
            </a:r>
          </a:p>
          <a:p>
            <a:r>
              <a:rPr lang="cs-CZ" dirty="0"/>
              <a:t>Pracovní tým pro využití </a:t>
            </a:r>
            <a:r>
              <a:rPr lang="cs-CZ" dirty="0" err="1"/>
              <a:t>ZoPDS</a:t>
            </a:r>
            <a:r>
              <a:rPr lang="cs-CZ" dirty="0"/>
              <a:t> a AI (cca 12 účastníků)</a:t>
            </a:r>
          </a:p>
          <a:p>
            <a:pPr lvl="1"/>
            <a:r>
              <a:rPr lang="cs-CZ" dirty="0"/>
              <a:t>Řeší revizi zákonů, kde dochází ke konfliktu se </a:t>
            </a:r>
            <a:r>
              <a:rPr lang="cs-CZ" dirty="0" err="1"/>
              <a:t>ZoPDS</a:t>
            </a:r>
            <a:r>
              <a:rPr lang="cs-CZ" dirty="0"/>
              <a:t> s využitím umělé inteligence</a:t>
            </a:r>
          </a:p>
          <a:p>
            <a:r>
              <a:rPr lang="cs-CZ" dirty="0"/>
              <a:t>Spolupráce s dodavateli (cca 100 účastníků)</a:t>
            </a:r>
          </a:p>
          <a:p>
            <a:pPr lvl="1"/>
            <a:r>
              <a:rPr lang="cs-CZ" dirty="0"/>
              <a:t>Spolupráce s dodavateli, nově Cloud </a:t>
            </a:r>
            <a:r>
              <a:rPr lang="cs-CZ" dirty="0" err="1"/>
              <a:t>computing</a:t>
            </a:r>
            <a:r>
              <a:rPr lang="cs-CZ" dirty="0"/>
              <a:t> </a:t>
            </a:r>
          </a:p>
          <a:p>
            <a:r>
              <a:rPr lang="cs-CZ" dirty="0"/>
              <a:t>Metrika postupu implementace </a:t>
            </a:r>
            <a:r>
              <a:rPr lang="cs-CZ" dirty="0" err="1"/>
              <a:t>ZoPDS</a:t>
            </a:r>
            <a:endParaRPr lang="cs-CZ" dirty="0"/>
          </a:p>
          <a:p>
            <a:r>
              <a:rPr lang="cs-CZ" dirty="0"/>
              <a:t>Poradenství</a:t>
            </a:r>
          </a:p>
          <a:p>
            <a:r>
              <a:rPr lang="cs-CZ" dirty="0"/>
              <a:t>Sdílení zkušeností</a:t>
            </a:r>
          </a:p>
        </p:txBody>
      </p:sp>
      <p:sp>
        <p:nvSpPr>
          <p:cNvPr id="6" name="Zástupný symbol pro zápatí 3">
            <a:extLst>
              <a:ext uri="{FF2B5EF4-FFF2-40B4-BE49-F238E27FC236}">
                <a16:creationId xmlns:a16="http://schemas.microsoft.com/office/drawing/2014/main" id="{FCF0AD2F-A740-76CD-CB23-16C5C8D0061C}"/>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F1DC1F94-ECC7-A36D-AA82-6C6FA735810A}"/>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4</a:t>
            </a:fld>
            <a:endParaRPr lang="cs-CZ">
              <a:solidFill>
                <a:schemeClr val="accent2"/>
              </a:solidFill>
            </a:endParaRPr>
          </a:p>
        </p:txBody>
      </p:sp>
    </p:spTree>
    <p:extLst>
      <p:ext uri="{BB962C8B-B14F-4D97-AF65-F5344CB8AC3E}">
        <p14:creationId xmlns:p14="http://schemas.microsoft.com/office/powerpoint/2010/main" val="284827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3941252-A2A6-3041-E27C-9A45C6F9AC86}"/>
              </a:ext>
            </a:extLst>
          </p:cNvPr>
          <p:cNvSpPr>
            <a:spLocks noGrp="1"/>
          </p:cNvSpPr>
          <p:nvPr>
            <p:ph type="title"/>
          </p:nvPr>
        </p:nvSpPr>
        <p:spPr/>
        <p:txBody>
          <a:bodyPr/>
          <a:lstStyle/>
          <a:p>
            <a:r>
              <a:rPr lang="cs-CZ" sz="3600"/>
              <a:t>Sledujeme_a</a:t>
            </a:r>
            <a:r>
              <a:rPr lang="cs-CZ"/>
              <a:t>_měříme_</a:t>
            </a:r>
          </a:p>
        </p:txBody>
      </p:sp>
      <p:sp>
        <p:nvSpPr>
          <p:cNvPr id="3" name="Zástupný obsah 2">
            <a:extLst>
              <a:ext uri="{FF2B5EF4-FFF2-40B4-BE49-F238E27FC236}">
                <a16:creationId xmlns:a16="http://schemas.microsoft.com/office/drawing/2014/main" id="{980952E6-D385-3145-CF71-EA7967003E85}"/>
              </a:ext>
            </a:extLst>
          </p:cNvPr>
          <p:cNvSpPr>
            <a:spLocks noGrp="1"/>
          </p:cNvSpPr>
          <p:nvPr>
            <p:ph idx="1"/>
          </p:nvPr>
        </p:nvSpPr>
        <p:spPr>
          <a:xfrm>
            <a:off x="468000" y="1577562"/>
            <a:ext cx="10515600" cy="4351338"/>
          </a:xfrm>
        </p:spPr>
        <p:txBody>
          <a:bodyPr>
            <a:normAutofit fontScale="92500"/>
          </a:bodyPr>
          <a:lstStyle/>
          <a:p>
            <a:pPr marL="457200" indent="-457200">
              <a:buFont typeface="+mj-lt"/>
              <a:buAutoNum type="arabicPeriod"/>
            </a:pPr>
            <a:r>
              <a:rPr lang="cs-CZ" dirty="0"/>
              <a:t>Zda je služba evidovaná (cca 98%)</a:t>
            </a:r>
          </a:p>
          <a:p>
            <a:pPr marL="457200" indent="-457200">
              <a:buFont typeface="+mj-lt"/>
              <a:buAutoNum type="arabicPeriod"/>
            </a:pPr>
            <a:r>
              <a:rPr lang="cs-CZ" dirty="0"/>
              <a:t>Zda služba má popis v Katalogu služeb (ze 7954 služeb máme prezentováno 4574 - 55%, úřady mají rozpracováno celkem 5992 - 75%)</a:t>
            </a:r>
          </a:p>
          <a:p>
            <a:pPr marL="457200" indent="-457200">
              <a:buFont typeface="+mj-lt"/>
              <a:buAutoNum type="arabicPeriod"/>
            </a:pPr>
            <a:r>
              <a:rPr lang="cs-CZ" dirty="0"/>
              <a:t>Samoobslužný portál ISVS je nezbytnou podmínkou pro elektronické formuláře (45%)</a:t>
            </a:r>
          </a:p>
          <a:p>
            <a:pPr marL="457200" indent="-457200">
              <a:buFont typeface="+mj-lt"/>
              <a:buAutoNum type="arabicPeriod"/>
            </a:pPr>
            <a:r>
              <a:rPr lang="cs-CZ" dirty="0"/>
              <a:t>Zda služba má zveřejněný elektronický formulář umožňující předvyplnění údajů (cca 6%)</a:t>
            </a:r>
          </a:p>
          <a:p>
            <a:pPr marL="457200" indent="-457200">
              <a:buFont typeface="+mj-lt"/>
              <a:buAutoNum type="arabicPeriod"/>
            </a:pPr>
            <a:r>
              <a:rPr lang="cs-CZ" dirty="0"/>
              <a:t>Zda jsou předvyplněná data</a:t>
            </a:r>
          </a:p>
          <a:p>
            <a:pPr marL="457200" indent="-457200">
              <a:buFont typeface="+mj-lt"/>
              <a:buAutoNum type="arabicPeriod"/>
            </a:pPr>
            <a:r>
              <a:rPr lang="cs-CZ" dirty="0"/>
              <a:t>Zda jsou splněny i další požadavky</a:t>
            </a:r>
          </a:p>
          <a:p>
            <a:pPr marL="700087" lvl="1" indent="-457200"/>
            <a:r>
              <a:rPr lang="cs-CZ" dirty="0"/>
              <a:t>Právo na osvědčení o digitálním úkonu</a:t>
            </a:r>
          </a:p>
          <a:p>
            <a:pPr marL="700087" lvl="1" indent="-457200"/>
            <a:r>
              <a:rPr lang="cs-CZ" dirty="0"/>
              <a:t>Single Sign On</a:t>
            </a:r>
          </a:p>
          <a:p>
            <a:pPr marL="700087" lvl="1" indent="-457200"/>
            <a:r>
              <a:rPr lang="cs-CZ" dirty="0"/>
              <a:t>Systém design</a:t>
            </a:r>
          </a:p>
          <a:p>
            <a:pPr marL="700087" lvl="1" indent="-457200"/>
            <a:r>
              <a:rPr lang="cs-CZ" dirty="0"/>
              <a:t>Národní identifikační autorita</a:t>
            </a:r>
          </a:p>
          <a:p>
            <a:pPr marL="700087" lvl="1" indent="-457200"/>
            <a:r>
              <a:rPr lang="cs-CZ" dirty="0"/>
              <a:t>Dostupnost všech kanálů (Datové schránky, email, KMVS)</a:t>
            </a:r>
          </a:p>
          <a:p>
            <a:pPr marL="700087" lvl="1" indent="-457200"/>
            <a:r>
              <a:rPr lang="cs-CZ" dirty="0"/>
              <a:t>Transparentnost (sledování podání)</a:t>
            </a:r>
          </a:p>
          <a:p>
            <a:pPr marL="242887" lvl="1" indent="0">
              <a:buNone/>
            </a:pPr>
            <a:endParaRPr lang="cs-CZ" dirty="0"/>
          </a:p>
          <a:p>
            <a:pPr marL="457200" indent="-457200">
              <a:buFont typeface="+mj-lt"/>
              <a:buAutoNum type="arabicPeriod"/>
            </a:pPr>
            <a:endParaRPr lang="cs-CZ" dirty="0"/>
          </a:p>
          <a:p>
            <a:endParaRPr lang="cs-CZ" dirty="0"/>
          </a:p>
        </p:txBody>
      </p:sp>
      <p:pic>
        <p:nvPicPr>
          <p:cNvPr id="6" name="Obrázek 5">
            <a:extLst>
              <a:ext uri="{FF2B5EF4-FFF2-40B4-BE49-F238E27FC236}">
                <a16:creationId xmlns:a16="http://schemas.microsoft.com/office/drawing/2014/main" id="{9028E1D0-BDA5-F4D4-5795-FC6835FC38DE}"/>
              </a:ext>
            </a:extLst>
          </p:cNvPr>
          <p:cNvPicPr>
            <a:picLocks noChangeAspect="1"/>
          </p:cNvPicPr>
          <p:nvPr/>
        </p:nvPicPr>
        <p:blipFill>
          <a:blip r:embed="rId3"/>
          <a:stretch>
            <a:fillRect/>
          </a:stretch>
        </p:blipFill>
        <p:spPr>
          <a:xfrm>
            <a:off x="10243073" y="251999"/>
            <a:ext cx="1481054" cy="1325563"/>
          </a:xfrm>
          <a:prstGeom prst="rect">
            <a:avLst/>
          </a:prstGeom>
        </p:spPr>
      </p:pic>
      <p:sp>
        <p:nvSpPr>
          <p:cNvPr id="7" name="Zástupný symbol pro zápatí 3">
            <a:extLst>
              <a:ext uri="{FF2B5EF4-FFF2-40B4-BE49-F238E27FC236}">
                <a16:creationId xmlns:a16="http://schemas.microsoft.com/office/drawing/2014/main" id="{4E2F8451-8EB6-36F7-1444-01601CBD0EBD}"/>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2EB0A1CD-4577-6161-BB62-6F07147FC1C6}"/>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5</a:t>
            </a:fld>
            <a:endParaRPr lang="cs-CZ">
              <a:solidFill>
                <a:schemeClr val="accent2"/>
              </a:solidFill>
            </a:endParaRPr>
          </a:p>
        </p:txBody>
      </p:sp>
    </p:spTree>
    <p:extLst>
      <p:ext uri="{BB962C8B-B14F-4D97-AF65-F5344CB8AC3E}">
        <p14:creationId xmlns:p14="http://schemas.microsoft.com/office/powerpoint/2010/main" val="1979294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Digitalizace_dle_ZOPDS</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a:bodyPr>
          <a:lstStyle/>
          <a:p>
            <a:r>
              <a:rPr lang="cs-CZ" b="1" u="sng"/>
              <a:t>Od roku 2004</a:t>
            </a:r>
            <a:r>
              <a:rPr lang="cs-CZ"/>
              <a:t> </a:t>
            </a:r>
          </a:p>
          <a:p>
            <a:pPr lvl="1"/>
            <a:r>
              <a:rPr lang="cs-CZ" err="1"/>
              <a:t>ePodatelna</a:t>
            </a:r>
            <a:r>
              <a:rPr lang="cs-CZ"/>
              <a:t> – elektronický email</a:t>
            </a:r>
          </a:p>
          <a:p>
            <a:r>
              <a:rPr lang="cs-CZ" b="1" u="sng"/>
              <a:t>Od roku 2007 </a:t>
            </a:r>
          </a:p>
          <a:p>
            <a:pPr lvl="1"/>
            <a:r>
              <a:rPr lang="cs-CZ"/>
              <a:t>Kontaktní místo veřejné správy (Czech POINT) </a:t>
            </a:r>
          </a:p>
          <a:p>
            <a:r>
              <a:rPr lang="cs-CZ" b="1" u="sng"/>
              <a:t>Od roku 2009</a:t>
            </a:r>
            <a:endParaRPr lang="cs-CZ"/>
          </a:p>
          <a:p>
            <a:pPr lvl="1"/>
            <a:r>
              <a:rPr lang="cs-CZ"/>
              <a:t>Datové schránky</a:t>
            </a:r>
          </a:p>
          <a:p>
            <a:r>
              <a:rPr lang="cs-CZ" b="1" u="sng"/>
              <a:t>Od roku 2020 dle ZoPDS</a:t>
            </a:r>
            <a:r>
              <a:rPr lang="cs-CZ"/>
              <a:t> </a:t>
            </a:r>
          </a:p>
          <a:p>
            <a:pPr lvl="1"/>
            <a:r>
              <a:rPr lang="cs-CZ"/>
              <a:t>Informační systém veřejné správy</a:t>
            </a:r>
          </a:p>
          <a:p>
            <a:r>
              <a:rPr lang="cs-CZ"/>
              <a:t>Digitalizovaná služba je taková, která je uvedena v Katalogu služeb a má zveřejněný elektronický formulář (ZoPDS §4, </a:t>
            </a:r>
            <a:r>
              <a:rPr lang="cs-CZ" err="1"/>
              <a:t>odst</a:t>
            </a:r>
            <a:r>
              <a:rPr lang="cs-CZ"/>
              <a:t> 3), který na základě elektronické identifikace (ZoPDS §12) zajistí předvyplnění dat, tedy právo uživatele na využívání údajů (ZoPDS §7) a právo na prokázání právní skutečnosti (ZoPDS §9).</a:t>
            </a:r>
          </a:p>
        </p:txBody>
      </p:sp>
      <p:sp>
        <p:nvSpPr>
          <p:cNvPr id="8" name="Zástupný symbol pro zápatí 3">
            <a:extLst>
              <a:ext uri="{FF2B5EF4-FFF2-40B4-BE49-F238E27FC236}">
                <a16:creationId xmlns:a16="http://schemas.microsoft.com/office/drawing/2014/main" id="{06E6ED1E-90A0-9D99-C97D-C44441D5DAC4}"/>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9" name="Zástupný symbol pro číslo snímku 4">
            <a:extLst>
              <a:ext uri="{FF2B5EF4-FFF2-40B4-BE49-F238E27FC236}">
                <a16:creationId xmlns:a16="http://schemas.microsoft.com/office/drawing/2014/main" id="{4B246B83-EE91-52E2-DAA2-8A3D67FDE5D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6</a:t>
            </a:fld>
            <a:endParaRPr lang="cs-CZ">
              <a:solidFill>
                <a:schemeClr val="accent2"/>
              </a:solidFill>
            </a:endParaRPr>
          </a:p>
        </p:txBody>
      </p:sp>
    </p:spTree>
    <p:extLst>
      <p:ext uri="{BB962C8B-B14F-4D97-AF65-F5344CB8AC3E}">
        <p14:creationId xmlns:p14="http://schemas.microsoft.com/office/powerpoint/2010/main" val="322288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95E6829-237C-84B4-9BEA-745C551E23F1}"/>
              </a:ext>
            </a:extLst>
          </p:cNvPr>
          <p:cNvSpPr>
            <a:spLocks noGrp="1"/>
          </p:cNvSpPr>
          <p:nvPr>
            <p:ph type="title"/>
          </p:nvPr>
        </p:nvSpPr>
        <p:spPr/>
        <p:txBody>
          <a:bodyPr/>
          <a:lstStyle/>
          <a:p>
            <a:r>
              <a:rPr lang="cs-CZ" b="1"/>
              <a:t>LEGISLATIVA_</a:t>
            </a:r>
          </a:p>
        </p:txBody>
      </p:sp>
      <p:sp>
        <p:nvSpPr>
          <p:cNvPr id="3" name="Zástupný obsah 2">
            <a:extLst>
              <a:ext uri="{FF2B5EF4-FFF2-40B4-BE49-F238E27FC236}">
                <a16:creationId xmlns:a16="http://schemas.microsoft.com/office/drawing/2014/main" id="{AF225975-218D-0A79-771D-A351132DE757}"/>
              </a:ext>
            </a:extLst>
          </p:cNvPr>
          <p:cNvSpPr>
            <a:spLocks noGrp="1"/>
          </p:cNvSpPr>
          <p:nvPr>
            <p:ph idx="1"/>
          </p:nvPr>
        </p:nvSpPr>
        <p:spPr>
          <a:xfrm>
            <a:off x="468000" y="1580900"/>
            <a:ext cx="5627687" cy="4626119"/>
          </a:xfrm>
        </p:spPr>
        <p:txBody>
          <a:bodyPr vert="horz" lIns="91440" tIns="45720" rIns="91440" bIns="45720" rtlCol="0" anchor="t">
            <a:noAutofit/>
          </a:bodyPr>
          <a:lstStyle/>
          <a:p>
            <a:pPr marL="442595" indent="-442595"/>
            <a:r>
              <a:rPr lang="cs-CZ" sz="1800"/>
              <a:t>Založena </a:t>
            </a:r>
            <a:r>
              <a:rPr lang="cs-CZ" sz="1800" b="1"/>
              <a:t>meziresortní pracovní skupina</a:t>
            </a:r>
            <a:br>
              <a:rPr lang="cs-CZ" sz="1800"/>
            </a:br>
            <a:r>
              <a:rPr lang="cs-CZ" sz="1800"/>
              <a:t>k implementaci </a:t>
            </a:r>
            <a:r>
              <a:rPr lang="cs-CZ" sz="1800" err="1"/>
              <a:t>ZoPDS</a:t>
            </a:r>
            <a:r>
              <a:rPr lang="cs-CZ" sz="1800"/>
              <a:t>.</a:t>
            </a:r>
            <a:endParaRPr lang="cs-CZ" sz="1800">
              <a:cs typeface="Arial"/>
            </a:endParaRPr>
          </a:p>
          <a:p>
            <a:pPr lvl="1"/>
            <a:r>
              <a:rPr lang="cs-CZ" sz="1800"/>
              <a:t>Připraven </a:t>
            </a:r>
            <a:r>
              <a:rPr lang="cs-CZ" sz="1800" b="1"/>
              <a:t>návrh implementace ustanovení</a:t>
            </a:r>
            <a:r>
              <a:rPr lang="cs-CZ" sz="1800"/>
              <a:t> včetně formulace návrhů na legislativní změny, aby řešení bylo pro orgány veřejné moci jednoduché, účelné, efektivní a hospodárné.</a:t>
            </a:r>
            <a:endParaRPr lang="cs-CZ" sz="1800">
              <a:cs typeface="Arial"/>
            </a:endParaRPr>
          </a:p>
          <a:p>
            <a:pPr marL="442595" indent="-442595"/>
            <a:r>
              <a:rPr lang="cs-CZ" sz="1800"/>
              <a:t>Dokumenty a návrhy schválené RVIS jsou veřejně dostupné na: </a:t>
            </a:r>
            <a:r>
              <a:rPr lang="cs-CZ" sz="1800">
                <a:solidFill>
                  <a:schemeClr val="accent1"/>
                </a:solidFill>
                <a:hlinkClick r:id="rId2">
                  <a:extLst>
                    <a:ext uri="{A12FA001-AC4F-418D-AE19-62706E023703}">
                      <ahyp:hlinkClr xmlns:ahyp="http://schemas.microsoft.com/office/drawing/2018/hyperlinkcolor" val="tx"/>
                    </a:ext>
                  </a:extLst>
                </a:hlinkClick>
              </a:rPr>
              <a:t>ARCHI.GOV</a:t>
            </a:r>
            <a:r>
              <a:rPr lang="cs-CZ" sz="1800">
                <a:solidFill>
                  <a:schemeClr val="accent1"/>
                </a:solidFill>
              </a:rPr>
              <a:t>.</a:t>
            </a:r>
            <a:endParaRPr lang="cs-CZ" sz="1800">
              <a:solidFill>
                <a:schemeClr val="accent1"/>
              </a:solidFill>
              <a:cs typeface="Arial"/>
            </a:endParaRPr>
          </a:p>
          <a:p>
            <a:pPr marL="442595" indent="-442595"/>
            <a:r>
              <a:rPr lang="cs-CZ" sz="1800"/>
              <a:t>RVIS uložil DIA úkol připravit návrhy na změnu </a:t>
            </a:r>
            <a:r>
              <a:rPr lang="cs-CZ" sz="1800" err="1"/>
              <a:t>ZoPDS</a:t>
            </a:r>
            <a:r>
              <a:rPr lang="cs-CZ" sz="1800"/>
              <a:t>.</a:t>
            </a:r>
            <a:endParaRPr lang="cs-CZ" sz="1800">
              <a:cs typeface="Arial"/>
            </a:endParaRPr>
          </a:p>
          <a:p>
            <a:pPr marL="442595" indent="-442595"/>
            <a:r>
              <a:rPr lang="cs-CZ" sz="1800"/>
              <a:t>Zkoušíme možnost využití AI pro identifikaci ustanovení, která jsou v agendových zákonech</a:t>
            </a:r>
            <a:br>
              <a:rPr lang="cs-CZ" sz="1800"/>
            </a:br>
            <a:r>
              <a:rPr lang="cs-CZ" sz="1800"/>
              <a:t>v rozporu se </a:t>
            </a:r>
            <a:r>
              <a:rPr lang="cs-CZ" sz="1800" err="1"/>
              <a:t>ZoPDS</a:t>
            </a:r>
            <a:r>
              <a:rPr lang="cs-CZ" sz="1800"/>
              <a:t>.</a:t>
            </a:r>
            <a:endParaRPr lang="cs-CZ" sz="1800">
              <a:cs typeface="Arial"/>
            </a:endParaRPr>
          </a:p>
          <a:p>
            <a:pPr marL="442595" indent="-442595"/>
            <a:endParaRPr lang="cs-CZ">
              <a:cs typeface="Arial"/>
            </a:endParaRPr>
          </a:p>
          <a:p>
            <a:pPr marL="442595" indent="-442595"/>
            <a:endParaRPr lang="cs-CZ">
              <a:cs typeface="Arial"/>
            </a:endParaRPr>
          </a:p>
        </p:txBody>
      </p:sp>
      <p:pic>
        <p:nvPicPr>
          <p:cNvPr id="5" name="Grafický objekt 4">
            <a:extLst>
              <a:ext uri="{FF2B5EF4-FFF2-40B4-BE49-F238E27FC236}">
                <a16:creationId xmlns:a16="http://schemas.microsoft.com/office/drawing/2014/main" id="{6B5B65E1-2A21-B1FF-EE88-32A27D5756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06349" y="1820117"/>
            <a:ext cx="2413324" cy="3217765"/>
          </a:xfrm>
          <a:prstGeom prst="rect">
            <a:avLst/>
          </a:prstGeom>
        </p:spPr>
      </p:pic>
      <p:sp>
        <p:nvSpPr>
          <p:cNvPr id="4" name="Zástupný symbol pro zápatí 3">
            <a:extLst>
              <a:ext uri="{FF2B5EF4-FFF2-40B4-BE49-F238E27FC236}">
                <a16:creationId xmlns:a16="http://schemas.microsoft.com/office/drawing/2014/main" id="{148E38B2-EB90-D32F-E530-04A8A87BB3D7}"/>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6" name="Zástupný symbol pro číslo snímku 4">
            <a:extLst>
              <a:ext uri="{FF2B5EF4-FFF2-40B4-BE49-F238E27FC236}">
                <a16:creationId xmlns:a16="http://schemas.microsoft.com/office/drawing/2014/main" id="{C0D2C1B7-06BC-510F-C132-7B7EBEC29DF5}"/>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7</a:t>
            </a:fld>
            <a:endParaRPr lang="cs-CZ">
              <a:solidFill>
                <a:schemeClr val="accent2"/>
              </a:solidFill>
            </a:endParaRPr>
          </a:p>
        </p:txBody>
      </p:sp>
    </p:spTree>
    <p:extLst>
      <p:ext uri="{BB962C8B-B14F-4D97-AF65-F5344CB8AC3E}">
        <p14:creationId xmlns:p14="http://schemas.microsoft.com/office/powerpoint/2010/main" val="275585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E0E5539-64E2-CEA0-A812-2D2496EE2C87}"/>
              </a:ext>
            </a:extLst>
          </p:cNvPr>
          <p:cNvSpPr>
            <a:spLocks noGrp="1"/>
          </p:cNvSpPr>
          <p:nvPr>
            <p:ph type="title"/>
          </p:nvPr>
        </p:nvSpPr>
        <p:spPr/>
        <p:txBody>
          <a:bodyPr>
            <a:normAutofit fontScale="90000"/>
          </a:bodyPr>
          <a:lstStyle/>
          <a:p>
            <a:r>
              <a:rPr lang="cs-CZ" err="1"/>
              <a:t>Administrativní_zátěž_špatnĚ_provedené</a:t>
            </a:r>
            <a:r>
              <a:rPr lang="cs-CZ"/>
              <a:t>_</a:t>
            </a:r>
            <a:br>
              <a:rPr lang="cs-CZ"/>
            </a:br>
            <a:r>
              <a:rPr lang="cs-CZ"/>
              <a:t>digitalizace_</a:t>
            </a:r>
          </a:p>
        </p:txBody>
      </p:sp>
      <p:sp>
        <p:nvSpPr>
          <p:cNvPr id="3" name="Zástupný obsah 2">
            <a:extLst>
              <a:ext uri="{FF2B5EF4-FFF2-40B4-BE49-F238E27FC236}">
                <a16:creationId xmlns:a16="http://schemas.microsoft.com/office/drawing/2014/main" id="{3807AAE6-2F39-30CF-6040-8C4AF12B6A25}"/>
              </a:ext>
            </a:extLst>
          </p:cNvPr>
          <p:cNvSpPr>
            <a:spLocks noGrp="1"/>
          </p:cNvSpPr>
          <p:nvPr>
            <p:ph idx="1"/>
          </p:nvPr>
        </p:nvSpPr>
        <p:spPr/>
        <p:txBody>
          <a:bodyPr>
            <a:normAutofit/>
          </a:bodyPr>
          <a:lstStyle/>
          <a:p>
            <a:r>
              <a:rPr lang="cs-CZ"/>
              <a:t>Zákon 12/2020 stanovuje určitě povinnosti, které musí OVM plnit, i když je nemají na své straně digitalizované. To může podstatným způsobem znásobit ruční práci na úřadech.</a:t>
            </a:r>
          </a:p>
          <a:p>
            <a:r>
              <a:rPr lang="cs-CZ"/>
              <a:t>Zatímco na realizaci digitalizačních projektů mohou úřady čerpat peníze z Plánu obnovy, náklady na špatnou digitalizaci si nese každý úřad sám, respektive v přenesené působnosti je nese samospráva</a:t>
            </a:r>
          </a:p>
          <a:p>
            <a:r>
              <a:rPr lang="cs-CZ"/>
              <a:t>Posunutí platnosti zákona bohužel ničemu nepomůže, protože úkony s dopadem na administrativní náročnost žádný odkladný termín nemají. Posouvá se pouze povinnost mít elektronické formuláře, ale uživatel pak může svá práva vymáhat nestrukturovaně a tudíž bez jakékoliv možnosti automatizace</a:t>
            </a:r>
          </a:p>
        </p:txBody>
      </p:sp>
      <p:sp>
        <p:nvSpPr>
          <p:cNvPr id="6" name="Zástupný symbol pro zápatí 3">
            <a:extLst>
              <a:ext uri="{FF2B5EF4-FFF2-40B4-BE49-F238E27FC236}">
                <a16:creationId xmlns:a16="http://schemas.microsoft.com/office/drawing/2014/main" id="{9943725A-35E1-8119-41C9-6B785F151B37}"/>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8057DAD4-4D10-4B4D-64CA-99859436BC08}"/>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8</a:t>
            </a:fld>
            <a:endParaRPr lang="cs-CZ">
              <a:solidFill>
                <a:schemeClr val="accent2"/>
              </a:solidFill>
            </a:endParaRPr>
          </a:p>
        </p:txBody>
      </p:sp>
    </p:spTree>
    <p:extLst>
      <p:ext uri="{BB962C8B-B14F-4D97-AF65-F5344CB8AC3E}">
        <p14:creationId xmlns:p14="http://schemas.microsoft.com/office/powerpoint/2010/main" val="781045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BAEED63-39FF-FF9B-9D09-79F9AD44668F}"/>
              </a:ext>
            </a:extLst>
          </p:cNvPr>
          <p:cNvSpPr>
            <a:spLocks noGrp="1"/>
          </p:cNvSpPr>
          <p:nvPr>
            <p:ph type="title"/>
          </p:nvPr>
        </p:nvSpPr>
        <p:spPr/>
        <p:txBody>
          <a:bodyPr>
            <a:normAutofit/>
          </a:bodyPr>
          <a:lstStyle/>
          <a:p>
            <a:r>
              <a:rPr lang="cs-CZ" err="1"/>
              <a:t>Hlavní_rizika</a:t>
            </a:r>
            <a:r>
              <a:rPr lang="cs-CZ"/>
              <a:t>_</a:t>
            </a:r>
          </a:p>
        </p:txBody>
      </p:sp>
      <p:sp>
        <p:nvSpPr>
          <p:cNvPr id="3" name="Zástupný obsah 2">
            <a:extLst>
              <a:ext uri="{FF2B5EF4-FFF2-40B4-BE49-F238E27FC236}">
                <a16:creationId xmlns:a16="http://schemas.microsoft.com/office/drawing/2014/main" id="{342A3CAF-CBDF-AA98-C886-AF236FC173AF}"/>
              </a:ext>
            </a:extLst>
          </p:cNvPr>
          <p:cNvSpPr>
            <a:spLocks noGrp="1"/>
          </p:cNvSpPr>
          <p:nvPr>
            <p:ph idx="1"/>
          </p:nvPr>
        </p:nvSpPr>
        <p:spPr/>
        <p:txBody>
          <a:bodyPr>
            <a:normAutofit/>
          </a:bodyPr>
          <a:lstStyle/>
          <a:p>
            <a:r>
              <a:rPr lang="cs-CZ" sz="2800"/>
              <a:t>Nárůst pracnosti </a:t>
            </a:r>
          </a:p>
          <a:p>
            <a:pPr lvl="1"/>
            <a:r>
              <a:rPr lang="cs-CZ" sz="2400"/>
              <a:t>Právo na využívání údajů § 7 a § 9</a:t>
            </a:r>
          </a:p>
          <a:p>
            <a:pPr lvl="1"/>
            <a:r>
              <a:rPr lang="cs-CZ" sz="2400"/>
              <a:t>Výběr správného úřadu</a:t>
            </a:r>
          </a:p>
          <a:p>
            <a:pPr lvl="1"/>
            <a:r>
              <a:rPr lang="cs-CZ" sz="2400"/>
              <a:t>Špatné napojení na spisové služby</a:t>
            </a:r>
          </a:p>
          <a:p>
            <a:pPr lvl="1"/>
            <a:r>
              <a:rPr lang="cs-CZ" sz="2400"/>
              <a:t>Chybějící metadata v souborech</a:t>
            </a:r>
          </a:p>
          <a:p>
            <a:pPr marL="442595" indent="-442595"/>
            <a:r>
              <a:rPr lang="cs-CZ" sz="2400"/>
              <a:t>Pokud není služba v přenesené působnosti digitalizovaná na úrovni ohlašovatele má to dopad na zvýšení pracnosti pro </a:t>
            </a:r>
            <a:r>
              <a:rPr lang="cs-CZ" sz="2400" b="1"/>
              <a:t>6253 obcí</a:t>
            </a:r>
            <a:r>
              <a:rPr lang="cs-CZ" sz="2400"/>
              <a:t>, </a:t>
            </a:r>
            <a:r>
              <a:rPr lang="cs-CZ" sz="2400" b="1"/>
              <a:t>608 měst,</a:t>
            </a:r>
            <a:r>
              <a:rPr lang="cs-CZ" sz="2400"/>
              <a:t> </a:t>
            </a:r>
            <a:r>
              <a:rPr lang="cs-CZ" sz="2400" b="1"/>
              <a:t>205 ORP</a:t>
            </a:r>
            <a:r>
              <a:rPr lang="cs-CZ" sz="2400"/>
              <a:t>, </a:t>
            </a:r>
            <a:r>
              <a:rPr lang="cs-CZ" sz="2400" b="1"/>
              <a:t>14 krajů</a:t>
            </a:r>
            <a:endParaRPr lang="cs-CZ" sz="2400">
              <a:cs typeface="Arial"/>
            </a:endParaRPr>
          </a:p>
          <a:p>
            <a:endParaRPr lang="cs-CZ"/>
          </a:p>
        </p:txBody>
      </p:sp>
      <p:pic>
        <p:nvPicPr>
          <p:cNvPr id="7" name="Obrázek 6" descr="Obsah obrázku Grafika, kruh, skica, design&#10;&#10;Popis byl vytvořen automaticky">
            <a:extLst>
              <a:ext uri="{FF2B5EF4-FFF2-40B4-BE49-F238E27FC236}">
                <a16:creationId xmlns:a16="http://schemas.microsoft.com/office/drawing/2014/main" id="{EDA85E0D-D236-C50F-2947-93D4E4D3EA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6781" y="1577563"/>
            <a:ext cx="2276819" cy="2276819"/>
          </a:xfrm>
          <a:prstGeom prst="rect">
            <a:avLst/>
          </a:prstGeom>
        </p:spPr>
      </p:pic>
      <p:sp>
        <p:nvSpPr>
          <p:cNvPr id="6" name="Zástupný symbol pro zápatí 3">
            <a:extLst>
              <a:ext uri="{FF2B5EF4-FFF2-40B4-BE49-F238E27FC236}">
                <a16:creationId xmlns:a16="http://schemas.microsoft.com/office/drawing/2014/main" id="{34C22875-B0E5-2D33-54BF-55390E7078F2}"/>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8" name="Zástupný symbol pro číslo snímku 4">
            <a:extLst>
              <a:ext uri="{FF2B5EF4-FFF2-40B4-BE49-F238E27FC236}">
                <a16:creationId xmlns:a16="http://schemas.microsoft.com/office/drawing/2014/main" id="{CC24B487-F96A-ABE2-D702-97E34A1D075B}"/>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9</a:t>
            </a:fld>
            <a:endParaRPr lang="cs-CZ">
              <a:solidFill>
                <a:schemeClr val="accent2"/>
              </a:solidFill>
            </a:endParaRPr>
          </a:p>
        </p:txBody>
      </p:sp>
    </p:spTree>
    <p:extLst>
      <p:ext uri="{BB962C8B-B14F-4D97-AF65-F5344CB8AC3E}">
        <p14:creationId xmlns:p14="http://schemas.microsoft.com/office/powerpoint/2010/main" val="460010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EA77AF-0BE0-B327-747A-3CBB2511193A}"/>
              </a:ext>
            </a:extLst>
          </p:cNvPr>
          <p:cNvSpPr>
            <a:spLocks noGrp="1"/>
          </p:cNvSpPr>
          <p:nvPr>
            <p:ph type="title"/>
          </p:nvPr>
        </p:nvSpPr>
        <p:spPr/>
        <p:txBody>
          <a:bodyPr/>
          <a:lstStyle/>
          <a:p>
            <a:r>
              <a:rPr lang="cs-CZ" err="1"/>
              <a:t>Samoobslužný_portál</a:t>
            </a:r>
            <a:r>
              <a:rPr lang="cs-CZ"/>
              <a:t>_</a:t>
            </a:r>
          </a:p>
        </p:txBody>
      </p:sp>
      <p:sp>
        <p:nvSpPr>
          <p:cNvPr id="3" name="Zástupný obsah 2">
            <a:extLst>
              <a:ext uri="{FF2B5EF4-FFF2-40B4-BE49-F238E27FC236}">
                <a16:creationId xmlns:a16="http://schemas.microsoft.com/office/drawing/2014/main" id="{6623F7F1-B6A4-6BA4-E813-1820EFDA9490}"/>
              </a:ext>
            </a:extLst>
          </p:cNvPr>
          <p:cNvSpPr>
            <a:spLocks noGrp="1"/>
          </p:cNvSpPr>
          <p:nvPr>
            <p:ph idx="1"/>
          </p:nvPr>
        </p:nvSpPr>
        <p:spPr/>
        <p:txBody>
          <a:bodyPr>
            <a:normAutofit/>
          </a:bodyPr>
          <a:lstStyle/>
          <a:p>
            <a:r>
              <a:rPr lang="cs-CZ"/>
              <a:t>Elektronický formulář </a:t>
            </a:r>
          </a:p>
          <a:p>
            <a:pPr lvl="1"/>
            <a:r>
              <a:rPr lang="cs-CZ"/>
              <a:t>Elektronický formulář musí být v rámci ISVS (Informační systém veřejné správy, § 4, odst. d), který zajistí právo na elektronickou identifikaci a autentizaci, napojení na Základní registry a PPDF (propojený datový fond). Pokud by systém nebyl registrovaný jako ISVS, nemůže využít NIA, ZR ani PPDF.</a:t>
            </a:r>
          </a:p>
          <a:p>
            <a:r>
              <a:rPr lang="cs-CZ"/>
              <a:t>Samoobslužný portál</a:t>
            </a:r>
          </a:p>
          <a:p>
            <a:pPr lvl="1"/>
            <a:r>
              <a:rPr lang="cs-CZ"/>
              <a:t>Zajišťuje základní integrační služby pro formuláře</a:t>
            </a:r>
          </a:p>
          <a:p>
            <a:r>
              <a:rPr lang="cs-CZ"/>
              <a:t>Ekonomické hledisko (3E)</a:t>
            </a:r>
          </a:p>
          <a:p>
            <a:pPr lvl="1"/>
            <a:r>
              <a:rPr lang="cs-CZ"/>
              <a:t>Pokud se zabýváme digitalizací jako celým procesem, je na straně úřadu důležitá ekonomika respektive 3E. </a:t>
            </a:r>
          </a:p>
          <a:p>
            <a:pPr lvl="1"/>
            <a:r>
              <a:rPr lang="cs-CZ"/>
              <a:t>Pokud je služba realizovaná jednou za měsíc, tak nemá cenu dělat AIS (agendový informační systém) ale vyřídí se to ve spisové službě. Naopak, pokud chodí tisíce podání denně, je nutné na to mít odpovídající AIS. </a:t>
            </a:r>
          </a:p>
          <a:p>
            <a:pPr lvl="1"/>
            <a:r>
              <a:rPr lang="cs-CZ"/>
              <a:t>Toto nelze hodnotit obecně ale skutečně spočítat náklady/úspory.</a:t>
            </a:r>
          </a:p>
        </p:txBody>
      </p:sp>
      <p:sp>
        <p:nvSpPr>
          <p:cNvPr id="6" name="Zástupný symbol pro zápatí 3">
            <a:extLst>
              <a:ext uri="{FF2B5EF4-FFF2-40B4-BE49-F238E27FC236}">
                <a16:creationId xmlns:a16="http://schemas.microsoft.com/office/drawing/2014/main" id="{E5FCB7E5-4A51-E53E-62A7-88F07F94CAA5}"/>
              </a:ext>
            </a:extLst>
          </p:cNvPr>
          <p:cNvSpPr>
            <a:spLocks noGrp="1"/>
          </p:cNvSpPr>
          <p:nvPr>
            <p:ph type="ftr" sz="quarter" idx="11"/>
          </p:nvPr>
        </p:nvSpPr>
        <p:spPr>
          <a:xfrm>
            <a:off x="4038600" y="6356350"/>
            <a:ext cx="4114800" cy="365125"/>
          </a:xfrm>
        </p:spPr>
        <p:txBody>
          <a:bodyPr/>
          <a:lstStyle/>
          <a:p>
            <a:r>
              <a:rPr lang="cs-CZ">
                <a:solidFill>
                  <a:schemeClr val="accent6">
                    <a:lumMod val="75000"/>
                  </a:schemeClr>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FFE08FA7-3A57-8DE3-D10E-689B307E4B7E}"/>
              </a:ext>
            </a:extLst>
          </p:cNvPr>
          <p:cNvSpPr>
            <a:spLocks noGrp="1"/>
          </p:cNvSpPr>
          <p:nvPr>
            <p:ph type="sldNum" sz="quarter" idx="12"/>
          </p:nvPr>
        </p:nvSpPr>
        <p:spPr>
          <a:xfrm>
            <a:off x="8610600" y="6356349"/>
            <a:ext cx="2743200" cy="365125"/>
          </a:xfrm>
        </p:spPr>
        <p:txBody>
          <a:bodyPr/>
          <a:lstStyle/>
          <a:p>
            <a:r>
              <a:rPr lang="cs-CZ">
                <a:solidFill>
                  <a:schemeClr val="tx1"/>
                </a:solidFill>
                <a:ea typeface="Roboto" panose="02000000000000000000" pitchFamily="2" charset="0"/>
                <a:cs typeface="Azeret Mono" pitchFamily="2" charset="0"/>
              </a:rPr>
              <a:t>TŘETÍ_ETAPA_ZOPDS_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10</a:t>
            </a:fld>
            <a:endParaRPr lang="cs-CZ">
              <a:solidFill>
                <a:schemeClr val="accent2"/>
              </a:solidFill>
            </a:endParaRPr>
          </a:p>
        </p:txBody>
      </p:sp>
    </p:spTree>
    <p:extLst>
      <p:ext uri="{BB962C8B-B14F-4D97-AF65-F5344CB8AC3E}">
        <p14:creationId xmlns:p14="http://schemas.microsoft.com/office/powerpoint/2010/main" val="349972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9EF7E45-11E9-28D5-F149-14F24E7DEB8E}"/>
              </a:ext>
            </a:extLst>
          </p:cNvPr>
          <p:cNvSpPr>
            <a:spLocks noGrp="1"/>
          </p:cNvSpPr>
          <p:nvPr>
            <p:ph type="title"/>
          </p:nvPr>
        </p:nvSpPr>
        <p:spPr/>
        <p:txBody>
          <a:bodyPr/>
          <a:lstStyle/>
          <a:p>
            <a:r>
              <a:rPr lang="cs-CZ" err="1"/>
              <a:t>Blokové_schéma</a:t>
            </a:r>
            <a:r>
              <a:rPr lang="cs-CZ"/>
              <a:t>_</a:t>
            </a:r>
          </a:p>
        </p:txBody>
      </p:sp>
      <p:sp>
        <p:nvSpPr>
          <p:cNvPr id="4" name="Zástupný symbol pro číslo snímku 3">
            <a:extLst>
              <a:ext uri="{FF2B5EF4-FFF2-40B4-BE49-F238E27FC236}">
                <a16:creationId xmlns:a16="http://schemas.microsoft.com/office/drawing/2014/main" id="{7E84C19A-6F96-2721-C457-529DF1548772}"/>
              </a:ext>
            </a:extLst>
          </p:cNvPr>
          <p:cNvSpPr>
            <a:spLocks noGrp="1"/>
          </p:cNvSpPr>
          <p:nvPr>
            <p:ph type="sldNum" sz="quarter" idx="12"/>
          </p:nvPr>
        </p:nvSpPr>
        <p:spPr/>
        <p:txBody>
          <a:bodyPr/>
          <a:lstStyle/>
          <a:p>
            <a:r>
              <a:rPr lang="cs-CZ">
                <a:solidFill>
                  <a:schemeClr val="tx1"/>
                </a:solidFill>
                <a:ea typeface="Roboto" panose="02000000000000000000" pitchFamily="2" charset="0"/>
                <a:cs typeface="Azeret Mono" pitchFamily="2" charset="0"/>
              </a:rPr>
              <a:t>NÁZEV_PREZENTACE_</a:t>
            </a:r>
            <a:r>
              <a:rPr lang="cs-CZ">
                <a:solidFill>
                  <a:srgbClr val="40852D"/>
                </a:solidFill>
                <a:ea typeface="Roboto" panose="02000000000000000000" pitchFamily="2" charset="0"/>
                <a:cs typeface="Azeret Mono" pitchFamily="2" charset="0"/>
              </a:rPr>
              <a:t>SLIDE_</a:t>
            </a:r>
            <a:fld id="{C7B39456-88E6-483E-B1FA-F210B27965A0}" type="slidenum">
              <a:rPr lang="cs-CZ" smtClean="0">
                <a:solidFill>
                  <a:schemeClr val="accent2"/>
                </a:solidFill>
              </a:rPr>
              <a:pPr/>
              <a:t>11</a:t>
            </a:fld>
            <a:endParaRPr lang="cs-CZ">
              <a:solidFill>
                <a:schemeClr val="accent2"/>
              </a:solidFill>
            </a:endParaRPr>
          </a:p>
        </p:txBody>
      </p:sp>
      <p:pic>
        <p:nvPicPr>
          <p:cNvPr id="9" name="Zástupný obsah 8" descr="Obsah obrázku diagram, Plán, Obdélník, Paralelní&#10;&#10;Popis byl vytvořen automaticky">
            <a:extLst>
              <a:ext uri="{FF2B5EF4-FFF2-40B4-BE49-F238E27FC236}">
                <a16:creationId xmlns:a16="http://schemas.microsoft.com/office/drawing/2014/main" id="{959B66B8-00A6-1CAC-64A4-78BECA6C4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590" y="1253331"/>
            <a:ext cx="9332900" cy="4985423"/>
          </a:xfrm>
        </p:spPr>
      </p:pic>
    </p:spTree>
    <p:extLst>
      <p:ext uri="{BB962C8B-B14F-4D97-AF65-F5344CB8AC3E}">
        <p14:creationId xmlns:p14="http://schemas.microsoft.com/office/powerpoint/2010/main" val="2773223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adpis 1"/>
          <p:cNvSpPr>
            <a:spLocks noGrp="1"/>
          </p:cNvSpPr>
          <p:nvPr>
            <p:ph type="ctrTitle"/>
          </p:nvPr>
        </p:nvSpPr>
        <p:spPr>
          <a:xfrm>
            <a:off x="821668" y="4332659"/>
            <a:ext cx="10548664" cy="1512887"/>
          </a:xfrm>
        </p:spPr>
        <p:txBody>
          <a:bodyPr>
            <a:normAutofit/>
          </a:bodyPr>
          <a:lstStyle/>
          <a:p>
            <a:pPr eaLnBrk="1" hangingPunct="1"/>
            <a:r>
              <a:rPr lang="cs-CZ" altLang="cs-CZ" sz="3200" b="1" dirty="0" err="1">
                <a:latin typeface="Arial" charset="0"/>
                <a:cs typeface="Arial" charset="0"/>
              </a:rPr>
              <a:t>ePORTÁL</a:t>
            </a:r>
            <a:r>
              <a:rPr lang="cs-CZ" altLang="cs-CZ" sz="3200" b="1" dirty="0">
                <a:latin typeface="Arial" charset="0"/>
                <a:cs typeface="Arial" charset="0"/>
              </a:rPr>
              <a:t> Digitálních služeb MO</a:t>
            </a:r>
          </a:p>
        </p:txBody>
      </p:sp>
      <p:sp>
        <p:nvSpPr>
          <p:cNvPr id="9" name="Zástupný symbol pro text 3"/>
          <p:cNvSpPr>
            <a:spLocks noGrp="1"/>
          </p:cNvSpPr>
          <p:nvPr>
            <p:ph type="body" sz="quarter" idx="11"/>
          </p:nvPr>
        </p:nvSpPr>
        <p:spPr>
          <a:xfrm>
            <a:off x="1313623" y="5845546"/>
            <a:ext cx="9161985" cy="640953"/>
          </a:xfrm>
        </p:spPr>
        <p:txBody>
          <a:bodyPr>
            <a:noAutofit/>
          </a:bodyPr>
          <a:lstStyle/>
          <a:p>
            <a:pPr marL="0" indent="323850" eaLnBrk="1" hangingPunct="1"/>
            <a:r>
              <a:rPr lang="cs-CZ" altLang="cs-CZ" sz="1800" dirty="0">
                <a:latin typeface="Arial" charset="0"/>
                <a:ea typeface="ＭＳ Ｐゴシック" pitchFamily="34" charset="-128"/>
                <a:cs typeface="Arial" charset="0"/>
              </a:rPr>
              <a:t>Ondřej Šedivý, Martin Tax</a:t>
            </a:r>
          </a:p>
        </p:txBody>
      </p:sp>
      <p:sp>
        <p:nvSpPr>
          <p:cNvPr id="10" name="Zástupný symbol pro text 2"/>
          <p:cNvSpPr>
            <a:spLocks noGrp="1"/>
          </p:cNvSpPr>
          <p:nvPr>
            <p:ph type="body" sz="quarter" idx="10"/>
          </p:nvPr>
        </p:nvSpPr>
        <p:spPr>
          <a:xfrm>
            <a:off x="1313623" y="6486499"/>
            <a:ext cx="9161985" cy="511175"/>
          </a:xfrm>
        </p:spPr>
        <p:txBody>
          <a:bodyPr>
            <a:noAutofit/>
          </a:bodyPr>
          <a:lstStyle/>
          <a:p>
            <a:pPr marL="0" indent="323850" eaLnBrk="1" hangingPunct="1"/>
            <a:r>
              <a:rPr lang="cs-CZ" altLang="cs-CZ" sz="1400" b="0" i="0" dirty="0">
                <a:latin typeface="Arial" charset="0"/>
                <a:cs typeface="Arial" charset="0"/>
              </a:rPr>
              <a:t>12. 12. 2023</a:t>
            </a:r>
            <a:endParaRPr lang="en-GB" altLang="cs-CZ" sz="1400" b="0" i="0" dirty="0">
              <a:latin typeface="Arial" charset="0"/>
              <a:cs typeface="Arial" charset="0"/>
            </a:endParaRPr>
          </a:p>
        </p:txBody>
      </p:sp>
    </p:spTree>
    <p:extLst>
      <p:ext uri="{BB962C8B-B14F-4D97-AF65-F5344CB8AC3E}">
        <p14:creationId xmlns:p14="http://schemas.microsoft.com/office/powerpoint/2010/main" val="2757775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EF05566A-8B73-FA99-52FC-25591EC2E1C3}"/>
              </a:ext>
            </a:extLst>
          </p:cNvPr>
          <p:cNvSpPr>
            <a:spLocks noGrp="1"/>
          </p:cNvSpPr>
          <p:nvPr>
            <p:ph type="body" idx="1"/>
          </p:nvPr>
        </p:nvSpPr>
        <p:spPr/>
        <p:txBody>
          <a:bodyPr>
            <a:normAutofit fontScale="92500" lnSpcReduction="20000"/>
          </a:bodyPr>
          <a:lstStyle/>
          <a:p>
            <a:r>
              <a:rPr lang="cs-CZ" cap="all" err="1"/>
              <a:t>TOMáš_šedivec</a:t>
            </a:r>
            <a:r>
              <a:rPr lang="cs-CZ" cap="all"/>
              <a:t>_</a:t>
            </a:r>
          </a:p>
          <a:p>
            <a:r>
              <a:rPr lang="cs-CZ" cap="all" err="1"/>
              <a:t>Šimon_trusina</a:t>
            </a:r>
            <a:r>
              <a:rPr lang="cs-CZ" cap="all"/>
              <a:t>_</a:t>
            </a:r>
          </a:p>
          <a:p>
            <a:r>
              <a:rPr lang="cs-CZ" cap="all" err="1"/>
              <a:t>Adam_jareš</a:t>
            </a:r>
            <a:endParaRPr lang="cs-CZ" cap="all"/>
          </a:p>
          <a:p>
            <a:r>
              <a:rPr lang="cs-CZ" cap="all"/>
              <a:t>JAN_PETR_</a:t>
            </a:r>
          </a:p>
        </p:txBody>
      </p:sp>
      <p:sp>
        <p:nvSpPr>
          <p:cNvPr id="5" name="Zástupný text 4">
            <a:extLst>
              <a:ext uri="{FF2B5EF4-FFF2-40B4-BE49-F238E27FC236}">
                <a16:creationId xmlns:a16="http://schemas.microsoft.com/office/drawing/2014/main" id="{8FBCBAE0-5AE8-577F-BE5D-F1B0D8C56403}"/>
              </a:ext>
            </a:extLst>
          </p:cNvPr>
          <p:cNvSpPr>
            <a:spLocks noGrp="1"/>
          </p:cNvSpPr>
          <p:nvPr>
            <p:ph type="body" idx="13"/>
          </p:nvPr>
        </p:nvSpPr>
        <p:spPr/>
        <p:txBody>
          <a:bodyPr/>
          <a:lstStyle/>
          <a:p>
            <a:r>
              <a:rPr lang="cs-CZ" err="1"/>
              <a:t>Děkujeme_za_pozornost</a:t>
            </a:r>
            <a:r>
              <a:rPr lang="cs-CZ"/>
              <a:t>_</a:t>
            </a:r>
          </a:p>
        </p:txBody>
      </p:sp>
      <p:sp>
        <p:nvSpPr>
          <p:cNvPr id="6" name="Zástupný symbol pro zápatí 3">
            <a:extLst>
              <a:ext uri="{FF2B5EF4-FFF2-40B4-BE49-F238E27FC236}">
                <a16:creationId xmlns:a16="http://schemas.microsoft.com/office/drawing/2014/main" id="{D84A4499-ED1F-D7C8-D006-6E5609CE297D}"/>
              </a:ext>
            </a:extLst>
          </p:cNvPr>
          <p:cNvSpPr>
            <a:spLocks noGrp="1"/>
          </p:cNvSpPr>
          <p:nvPr>
            <p:ph type="ftr" sz="quarter" idx="11"/>
          </p:nvPr>
        </p:nvSpPr>
        <p:spPr>
          <a:xfrm>
            <a:off x="4038600" y="6356350"/>
            <a:ext cx="4114800" cy="365125"/>
          </a:xfrm>
        </p:spPr>
        <p:txBody>
          <a:bodyPr/>
          <a:lstStyle/>
          <a:p>
            <a:r>
              <a:rPr lang="cs-CZ">
                <a:solidFill>
                  <a:schemeClr val="bg1"/>
                </a:solidFill>
                <a:ea typeface="Roboto" panose="02000000000000000000" pitchFamily="2" charset="0"/>
                <a:cs typeface="Azeret Mono" pitchFamily="2" charset="0"/>
              </a:rPr>
              <a:t>DIA.GOV.CZ_+420 602 392 480_JAN.PETR@DIA.GOV.CZ</a:t>
            </a:r>
          </a:p>
        </p:txBody>
      </p:sp>
      <p:sp>
        <p:nvSpPr>
          <p:cNvPr id="7" name="Zástupný symbol pro číslo snímku 4">
            <a:extLst>
              <a:ext uri="{FF2B5EF4-FFF2-40B4-BE49-F238E27FC236}">
                <a16:creationId xmlns:a16="http://schemas.microsoft.com/office/drawing/2014/main" id="{298D5B25-606F-C805-26B0-3111AC336667}"/>
              </a:ext>
            </a:extLst>
          </p:cNvPr>
          <p:cNvSpPr>
            <a:spLocks noGrp="1"/>
          </p:cNvSpPr>
          <p:nvPr>
            <p:ph type="sldNum" sz="quarter" idx="12"/>
          </p:nvPr>
        </p:nvSpPr>
        <p:spPr>
          <a:xfrm>
            <a:off x="8610600" y="6356349"/>
            <a:ext cx="2743200" cy="365125"/>
          </a:xfrm>
        </p:spPr>
        <p:txBody>
          <a:bodyPr/>
          <a:lstStyle/>
          <a:p>
            <a:r>
              <a:rPr lang="cs-CZ">
                <a:solidFill>
                  <a:schemeClr val="bg1"/>
                </a:solidFill>
                <a:ea typeface="Roboto" panose="02000000000000000000" pitchFamily="2" charset="0"/>
                <a:cs typeface="Azeret Mono" pitchFamily="2" charset="0"/>
              </a:rPr>
              <a:t>TŘETÍ_ETAPA_ZOPDS_SLIDE_</a:t>
            </a:r>
            <a:fld id="{C7B39456-88E6-483E-B1FA-F210B27965A0}" type="slidenum">
              <a:rPr lang="cs-CZ" smtClean="0">
                <a:solidFill>
                  <a:schemeClr val="bg1"/>
                </a:solidFill>
              </a:rPr>
              <a:pPr/>
              <a:t>13</a:t>
            </a:fld>
            <a:endParaRPr lang="cs-CZ">
              <a:solidFill>
                <a:schemeClr val="bg1"/>
              </a:solidFill>
            </a:endParaRPr>
          </a:p>
        </p:txBody>
      </p:sp>
    </p:spTree>
    <p:extLst>
      <p:ext uri="{BB962C8B-B14F-4D97-AF65-F5344CB8AC3E}">
        <p14:creationId xmlns:p14="http://schemas.microsoft.com/office/powerpoint/2010/main" val="2508166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A51C0AD-DF11-3B42-71B7-090AD8804D53}"/>
              </a:ext>
            </a:extLst>
          </p:cNvPr>
          <p:cNvSpPr>
            <a:spLocks noGrp="1"/>
          </p:cNvSpPr>
          <p:nvPr>
            <p:ph type="title"/>
          </p:nvPr>
        </p:nvSpPr>
        <p:spPr/>
        <p:txBody>
          <a:bodyPr/>
          <a:lstStyle/>
          <a:p>
            <a:r>
              <a:rPr lang="cs-CZ" dirty="0" err="1"/>
              <a:t>Dotazník_ke_Katalogu_služeb</a:t>
            </a:r>
            <a:endParaRPr lang="cs-CZ" dirty="0"/>
          </a:p>
        </p:txBody>
      </p:sp>
      <p:sp>
        <p:nvSpPr>
          <p:cNvPr id="3" name="Zástupný obsah 2">
            <a:extLst>
              <a:ext uri="{FF2B5EF4-FFF2-40B4-BE49-F238E27FC236}">
                <a16:creationId xmlns:a16="http://schemas.microsoft.com/office/drawing/2014/main" id="{0842B2C3-A5CE-EA6A-59B2-A53B776AAE2D}"/>
              </a:ext>
            </a:extLst>
          </p:cNvPr>
          <p:cNvSpPr>
            <a:spLocks noGrp="1"/>
          </p:cNvSpPr>
          <p:nvPr>
            <p:ph idx="1"/>
          </p:nvPr>
        </p:nvSpPr>
        <p:spPr>
          <a:xfrm>
            <a:off x="468000" y="1817141"/>
            <a:ext cx="5932800" cy="4351338"/>
          </a:xfrm>
        </p:spPr>
        <p:txBody>
          <a:bodyPr>
            <a:normAutofit fontScale="92500" lnSpcReduction="10000"/>
          </a:bodyPr>
          <a:lstStyle/>
          <a:p>
            <a:pPr algn="l"/>
            <a:r>
              <a:rPr lang="cs-CZ" sz="1800" b="0" i="0" u="none" strike="noStrike" dirty="0">
                <a:solidFill>
                  <a:srgbClr val="212121"/>
                </a:solidFill>
                <a:effectLst/>
                <a:latin typeface="Aptos" panose="020B0004020202020204" pitchFamily="34" charset="0"/>
              </a:rPr>
              <a:t>Dotazníkové šetření v rámci pracovní skupiny </a:t>
            </a:r>
            <a:r>
              <a:rPr lang="cs-CZ" sz="1800" b="0" i="0" u="none" strike="noStrike" dirty="0" err="1">
                <a:solidFill>
                  <a:srgbClr val="212121"/>
                </a:solidFill>
                <a:effectLst/>
                <a:latin typeface="Aptos" panose="020B0004020202020204" pitchFamily="34" charset="0"/>
              </a:rPr>
              <a:t>Archi.gov.cz</a:t>
            </a:r>
            <a:endParaRPr lang="cs-CZ" sz="1800" b="0" i="0" u="none" strike="noStrike" dirty="0">
              <a:solidFill>
                <a:srgbClr val="212121"/>
              </a:solidFill>
              <a:effectLst/>
              <a:latin typeface="Aptos" panose="020B0004020202020204" pitchFamily="34" charset="0"/>
            </a:endParaRPr>
          </a:p>
          <a:p>
            <a:pPr algn="l"/>
            <a:r>
              <a:rPr lang="cs-CZ" sz="1800" b="0" i="0" u="none" strike="noStrike" dirty="0">
                <a:solidFill>
                  <a:srgbClr val="212121"/>
                </a:solidFill>
                <a:effectLst/>
                <a:latin typeface="Aptos" panose="020B0004020202020204" pitchFamily="34" charset="0"/>
              </a:rPr>
              <a:t>Odkaz na dotazník je zde: </a:t>
            </a:r>
            <a:r>
              <a:rPr lang="cs-CZ" sz="1800" b="0" i="0" u="sng" strike="noStrike" dirty="0">
                <a:solidFill>
                  <a:srgbClr val="0078D7"/>
                </a:solidFill>
                <a:effectLst/>
                <a:latin typeface="Aptos" panose="020B0004020202020204" pitchFamily="34" charset="0"/>
                <a:hlinkClick r:id="rId2" tooltip="https://forms.office.com/e/2a9Ebjtrwm"/>
              </a:rPr>
              <a:t>https://forms.office.com/e/2a9Ebjtrwm</a:t>
            </a:r>
            <a:endParaRPr lang="cs-CZ" sz="1800" b="0" i="0" u="none" strike="noStrike" dirty="0">
              <a:solidFill>
                <a:srgbClr val="212121"/>
              </a:solidFill>
              <a:effectLst/>
              <a:latin typeface="Aptos" panose="020B0004020202020204" pitchFamily="34" charset="0"/>
            </a:endParaRPr>
          </a:p>
          <a:p>
            <a:r>
              <a:rPr lang="cs-CZ" sz="1800" dirty="0">
                <a:solidFill>
                  <a:srgbClr val="212121"/>
                </a:solidFill>
                <a:latin typeface="Aptos" panose="020B0004020202020204" pitchFamily="34" charset="0"/>
              </a:rPr>
              <a:t>Dotazy</a:t>
            </a:r>
          </a:p>
          <a:p>
            <a:pPr marL="0" indent="0" algn="l">
              <a:buNone/>
            </a:pPr>
            <a:r>
              <a:rPr lang="cs-CZ" sz="1800" b="0" i="0" u="none" strike="noStrike" dirty="0">
                <a:solidFill>
                  <a:srgbClr val="212121"/>
                </a:solidFill>
                <a:effectLst/>
                <a:latin typeface="Aptos" panose="020B0004020202020204" pitchFamily="34" charset="0"/>
              </a:rPr>
              <a:t>Portály jako informační systémy OVM mají dle Vyhlášky č. 360/2023 o dlouhodobém řízení informačních systémů veřejné správy účinné od 1.7.2024 podle § 26, odstavce c) využívat centrální sdílené služby pro publikování poskytovaných služeb informačního systému v portálu veřejné správy pokud je služba informačního systému vedena v katalogu služeb. </a:t>
            </a:r>
          </a:p>
          <a:p>
            <a:pPr marL="0" indent="0" algn="l">
              <a:buNone/>
            </a:pPr>
            <a:r>
              <a:rPr lang="cs-CZ" sz="1800" dirty="0">
                <a:solidFill>
                  <a:srgbClr val="212121"/>
                </a:solidFill>
                <a:latin typeface="Aptos" panose="020B0004020202020204" pitchFamily="34" charset="0"/>
              </a:rPr>
              <a:t>Jakou cestu </a:t>
            </a:r>
            <a:r>
              <a:rPr lang="cs-CZ" sz="1800">
                <a:solidFill>
                  <a:srgbClr val="212121"/>
                </a:solidFill>
                <a:latin typeface="Aptos" panose="020B0004020202020204" pitchFamily="34" charset="0"/>
              </a:rPr>
              <a:t>chcete využívat?</a:t>
            </a:r>
            <a:endParaRPr lang="cs-CZ" sz="1800" dirty="0">
              <a:solidFill>
                <a:srgbClr val="212121"/>
              </a:solidFill>
              <a:latin typeface="Aptos" panose="020B0004020202020204" pitchFamily="34" charset="0"/>
            </a:endParaRPr>
          </a:p>
          <a:p>
            <a:r>
              <a:rPr lang="cs-CZ" sz="1800" dirty="0">
                <a:solidFill>
                  <a:srgbClr val="212121"/>
                </a:solidFill>
                <a:latin typeface="Aptos" panose="020B0004020202020204" pitchFamily="34" charset="0"/>
              </a:rPr>
              <a:t>API rozhraní</a:t>
            </a:r>
          </a:p>
          <a:p>
            <a:r>
              <a:rPr lang="cs-CZ" sz="1800" b="0" i="0" u="none" strike="noStrike" dirty="0">
                <a:solidFill>
                  <a:srgbClr val="212121"/>
                </a:solidFill>
                <a:effectLst/>
                <a:latin typeface="Aptos" panose="020B0004020202020204" pitchFamily="34" charset="0"/>
              </a:rPr>
              <a:t>Otevřená data</a:t>
            </a:r>
          </a:p>
          <a:p>
            <a:r>
              <a:rPr lang="cs-CZ" sz="1800" dirty="0">
                <a:solidFill>
                  <a:srgbClr val="212121"/>
                </a:solidFill>
                <a:latin typeface="Aptos" panose="020B0004020202020204" pitchFamily="34" charset="0"/>
              </a:rPr>
              <a:t>Jednotný navigační systém </a:t>
            </a:r>
            <a:endParaRPr lang="cs-CZ" sz="1800" b="0" i="0" u="none" strike="noStrike" dirty="0">
              <a:solidFill>
                <a:srgbClr val="212121"/>
              </a:solidFill>
              <a:effectLst/>
              <a:latin typeface="Aptos" panose="020B0004020202020204" pitchFamily="34" charset="0"/>
            </a:endParaRPr>
          </a:p>
          <a:p>
            <a:endParaRPr lang="cs-CZ" dirty="0"/>
          </a:p>
        </p:txBody>
      </p:sp>
      <p:pic>
        <p:nvPicPr>
          <p:cNvPr id="5" name="Obrázek 4" descr="Obsah obrázku text, snímek obrazovky, Písmo, čtverec&#10;&#10;Popis byl vytvořen automaticky">
            <a:extLst>
              <a:ext uri="{FF2B5EF4-FFF2-40B4-BE49-F238E27FC236}">
                <a16:creationId xmlns:a16="http://schemas.microsoft.com/office/drawing/2014/main" id="{36F0E3B7-16FF-AB7B-B411-D751B551D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2261" y="1817140"/>
            <a:ext cx="4351339" cy="4351339"/>
          </a:xfrm>
          <a:prstGeom prst="rect">
            <a:avLst/>
          </a:prstGeom>
        </p:spPr>
      </p:pic>
    </p:spTree>
    <p:extLst>
      <p:ext uri="{BB962C8B-B14F-4D97-AF65-F5344CB8AC3E}">
        <p14:creationId xmlns:p14="http://schemas.microsoft.com/office/powerpoint/2010/main" val="3939535073"/>
      </p:ext>
    </p:extLst>
  </p:cSld>
  <p:clrMapOvr>
    <a:masterClrMapping/>
  </p:clrMapOvr>
</p:sld>
</file>

<file path=ppt/theme/theme1.xml><?xml version="1.0" encoding="utf-8"?>
<a:theme xmlns:a="http://schemas.openxmlformats.org/drawingml/2006/main" name="Motiv Office">
  <a:themeElements>
    <a:clrScheme name="Vlastní 4">
      <a:dk1>
        <a:srgbClr val="2E2D2C"/>
      </a:dk1>
      <a:lt1>
        <a:sysClr val="window" lastClr="FFFFFF"/>
      </a:lt1>
      <a:dk2>
        <a:srgbClr val="767676"/>
      </a:dk2>
      <a:lt2>
        <a:srgbClr val="35398E"/>
      </a:lt2>
      <a:accent1>
        <a:srgbClr val="368537"/>
      </a:accent1>
      <a:accent2>
        <a:srgbClr val="46AD48"/>
      </a:accent2>
      <a:accent3>
        <a:srgbClr val="BDBCBC"/>
      </a:accent3>
      <a:accent4>
        <a:srgbClr val="2E2D2C"/>
      </a:accent4>
      <a:accent5>
        <a:srgbClr val="BDBCBC"/>
      </a:accent5>
      <a:accent6>
        <a:srgbClr val="70AD47"/>
      </a:accent6>
      <a:hlink>
        <a:srgbClr val="0563C1"/>
      </a:hlink>
      <a:folHlink>
        <a:srgbClr val="954F72"/>
      </a:folHlink>
    </a:clrScheme>
    <a:fontScheme name="Vlastní 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zentace5" id="{F976D519-F818-5040-BF31-B54CA4A8FEB9}" vid="{DCB0DCC6-76DB-5647-B5A2-AE76B6EAFC05}"/>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9" ma:contentTypeDescription="Vytvoří nový dokument" ma:contentTypeScope="" ma:versionID="a3b15304d24f8febbb23a467d60ff12d">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8fe0120b0d2ac8edfaab9062086eba29"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6a559f6-78cc-4fcb-80ce-aeceb24eab07">
      <Terms xmlns="http://schemas.microsoft.com/office/infopath/2007/PartnerControls"/>
    </lcf76f155ced4ddcb4097134ff3c332f>
    <TaxCatchAll xmlns="dedea830-d126-41b7-9f69-5dc598a679e7" xsi:nil="true"/>
  </documentManagement>
</p:properties>
</file>

<file path=customXml/itemProps1.xml><?xml version="1.0" encoding="utf-8"?>
<ds:datastoreItem xmlns:ds="http://schemas.openxmlformats.org/officeDocument/2006/customXml" ds:itemID="{3D02C6CA-4C68-473D-AC18-63C94EF341DB}">
  <ds:schemaRefs>
    <ds:schemaRef ds:uri="http://schemas.microsoft.com/sharepoint/v3/contenttype/forms"/>
  </ds:schemaRefs>
</ds:datastoreItem>
</file>

<file path=customXml/itemProps2.xml><?xml version="1.0" encoding="utf-8"?>
<ds:datastoreItem xmlns:ds="http://schemas.openxmlformats.org/officeDocument/2006/customXml" ds:itemID="{C5E099C2-1CB6-437E-902E-12FF6662FE2C}"/>
</file>

<file path=customXml/itemProps3.xml><?xml version="1.0" encoding="utf-8"?>
<ds:datastoreItem xmlns:ds="http://schemas.openxmlformats.org/officeDocument/2006/customXml" ds:itemID="{FBAC7909-F44A-48EA-9F7B-42872C8861F0}">
  <ds:schemaRefs>
    <ds:schemaRef ds:uri="http://www.w3.org/XML/1998/namespace"/>
    <ds:schemaRef ds:uri="http://schemas.microsoft.com/office/2006/metadata/properties"/>
    <ds:schemaRef ds:uri="http://purl.org/dc/terms/"/>
    <ds:schemaRef ds:uri="http://schemas.microsoft.com/office/2006/documentManagement/types"/>
    <ds:schemaRef ds:uri="http://schemas.microsoft.com/office/infopath/2007/PartnerControls"/>
    <ds:schemaRef ds:uri="http://purl.org/dc/elements/1.1/"/>
    <ds:schemaRef ds:uri="60eff747-50e2-4621-8df6-458c8151a505"/>
    <ds:schemaRef ds:uri="http://schemas.openxmlformats.org/package/2006/metadata/core-properties"/>
    <ds:schemaRef ds:uri="0f7720ff-53f2-424f-bdbf-9f2258d7a7d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Motiv Office</Template>
  <TotalTime>95</TotalTime>
  <Words>1398</Words>
  <Application>Microsoft Macintosh PowerPoint</Application>
  <PresentationFormat>Širokoúhlá obrazovka</PresentationFormat>
  <Paragraphs>161</Paragraphs>
  <Slides>14</Slides>
  <Notes>4</Notes>
  <HiddenSlides>0</HiddenSlides>
  <MMClips>0</MMClips>
  <ScaleCrop>false</ScaleCrop>
  <HeadingPairs>
    <vt:vector size="6" baseType="variant">
      <vt:variant>
        <vt:lpstr>Použitá písma</vt:lpstr>
      </vt:variant>
      <vt:variant>
        <vt:i4>7</vt:i4>
      </vt:variant>
      <vt:variant>
        <vt:lpstr>Motiv</vt:lpstr>
      </vt:variant>
      <vt:variant>
        <vt:i4>1</vt:i4>
      </vt:variant>
      <vt:variant>
        <vt:lpstr>Nadpisy snímků</vt:lpstr>
      </vt:variant>
      <vt:variant>
        <vt:i4>14</vt:i4>
      </vt:variant>
    </vt:vector>
  </HeadingPairs>
  <TitlesOfParts>
    <vt:vector size="22" baseType="lpstr">
      <vt:lpstr>Aptos</vt:lpstr>
      <vt:lpstr>Arial</vt:lpstr>
      <vt:lpstr>Azeret Mono Medium</vt:lpstr>
      <vt:lpstr>Calibri</vt:lpstr>
      <vt:lpstr>Cambria</vt:lpstr>
      <vt:lpstr>Roboto</vt:lpstr>
      <vt:lpstr>Wingdings</vt:lpstr>
      <vt:lpstr>Motiv Office</vt:lpstr>
      <vt:lpstr>Implementace_Zákona_ o_ právu_na_ digitální_Služby_-_Třetí_ Etapa_</vt:lpstr>
      <vt:lpstr>ROADMAP_IMPLEMENTACE_ZOPDS_</vt:lpstr>
      <vt:lpstr>Aktuální_stav_</vt:lpstr>
      <vt:lpstr>PlnĚNÍ_koordinační_úlohY_</vt:lpstr>
      <vt:lpstr>Sledujeme_a_měříme_</vt:lpstr>
      <vt:lpstr>Digitalizace_dle_ZOPDS_</vt:lpstr>
      <vt:lpstr>LEGISLATIVA_</vt:lpstr>
      <vt:lpstr>Administrativní_zátěž_špatnĚ_provedené_ digitalizace_</vt:lpstr>
      <vt:lpstr>Hlavní_rizika_</vt:lpstr>
      <vt:lpstr>Samoobslužný_portál_</vt:lpstr>
      <vt:lpstr>Blokové_schéma_</vt:lpstr>
      <vt:lpstr>ePORTÁL Digitálních služeb MO</vt:lpstr>
      <vt:lpstr>Prezentace aplikace PowerPoint</vt:lpstr>
      <vt:lpstr>Dotazník_ke_Katalogu_služeb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Jan Petr</dc:creator>
  <cp:lastModifiedBy>Petr Jan</cp:lastModifiedBy>
  <cp:revision>4</cp:revision>
  <dcterms:created xsi:type="dcterms:W3CDTF">2024-01-02T09:41:53Z</dcterms:created>
  <dcterms:modified xsi:type="dcterms:W3CDTF">2024-02-19T07:18:18Z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0x010100B7636834349BDE4785976B8F50EC4529</vt:lpwstr>
  </property>
  <property fmtid="{D5CDD505-2E9C-101B-9397-08002B2CF9AE}" pid="3" name="MSIP_Label_defa4170-0d19-0005-0004-bc88714345d2_Enabled">
    <vt:lpwstr>true</vt:lpwstr>
  </property>
  <property fmtid="{D5CDD505-2E9C-101B-9397-08002B2CF9AE}" pid="4" name="MSIP_Label_defa4170-0d19-0005-0004-bc88714345d2_SetDate">
    <vt:lpwstr>2023-11-29T12:29:32Z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5b6b85cd-44ef-4d66-86d4-603dd2160780</vt:lpwstr>
  </property>
  <property fmtid="{D5CDD505-2E9C-101B-9397-08002B2CF9AE}" pid="8" name="MSIP_Label_defa4170-0d19-0005-0004-bc88714345d2_ActionId">
    <vt:lpwstr>1e60608e-0764-4680-911f-2403aaaa08ef</vt:lpwstr>
  </property>
  <property fmtid="{D5CDD505-2E9C-101B-9397-08002B2CF9AE}" pid="9" name="MSIP_Label_defa4170-0d19-0005-0004-bc88714345d2_ContentBits">
    <vt:lpwstr>0</vt:lpwstr>
  </property>
  <property fmtid="{D5CDD505-2E9C-101B-9397-08002B2CF9AE}" pid="10" name="MediaServiceImageTags">
    <vt:lpwstr/>
  </property>
</Properties>
</file>