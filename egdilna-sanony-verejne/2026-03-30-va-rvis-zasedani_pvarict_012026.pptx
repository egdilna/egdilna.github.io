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32"/>
  </p:notesMasterIdLst>
  <p:sldIdLst>
    <p:sldId id="257" r:id="rId6"/>
    <p:sldId id="501" r:id="rId7"/>
    <p:sldId id="260" r:id="rId8"/>
    <p:sldId id="261" r:id="rId9"/>
    <p:sldId id="316" r:id="rId10"/>
    <p:sldId id="496" r:id="rId11"/>
    <p:sldId id="498" r:id="rId12"/>
    <p:sldId id="285" r:id="rId13"/>
    <p:sldId id="497" r:id="rId14"/>
    <p:sldId id="499" r:id="rId15"/>
    <p:sldId id="500" r:id="rId16"/>
    <p:sldId id="451" r:id="rId17"/>
    <p:sldId id="508" r:id="rId18"/>
    <p:sldId id="509" r:id="rId19"/>
    <p:sldId id="295" r:id="rId20"/>
    <p:sldId id="284" r:id="rId21"/>
    <p:sldId id="504" r:id="rId22"/>
    <p:sldId id="506" r:id="rId23"/>
    <p:sldId id="507" r:id="rId24"/>
    <p:sldId id="505" r:id="rId25"/>
    <p:sldId id="475" r:id="rId26"/>
    <p:sldId id="502" r:id="rId27"/>
    <p:sldId id="468" r:id="rId28"/>
    <p:sldId id="503" r:id="rId29"/>
    <p:sldId id="493" r:id="rId30"/>
    <p:sldId id="270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28460-4F58-40BE-BFEC-FEE4687B3DF4}" v="15" dt="2026-03-30T10:41:36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167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31E532EA-FE86-427C-AE90-61F0A397B8E4}"/>
    <pc:docChg chg="undo custSel addSld delSld modSld sldOrd">
      <pc:chgData name="Šedivec Tomáš" userId="5859117d-4fed-45af-939e-a078bb4ea44f" providerId="ADAL" clId="{31E532EA-FE86-427C-AE90-61F0A397B8E4}" dt="2026-03-27T17:34:50.012" v="1139"/>
      <pc:docMkLst>
        <pc:docMk/>
      </pc:docMkLst>
      <pc:sldChg chg="delSp modSp mod ord">
        <pc:chgData name="Šedivec Tomáš" userId="5859117d-4fed-45af-939e-a078bb4ea44f" providerId="ADAL" clId="{31E532EA-FE86-427C-AE90-61F0A397B8E4}" dt="2026-03-27T16:45:41.292" v="31"/>
        <pc:sldMkLst>
          <pc:docMk/>
          <pc:sldMk cId="3001811484" sldId="261"/>
        </pc:sldMkLst>
        <pc:spChg chg="mod">
          <ac:chgData name="Šedivec Tomáš" userId="5859117d-4fed-45af-939e-a078bb4ea44f" providerId="ADAL" clId="{31E532EA-FE86-427C-AE90-61F0A397B8E4}" dt="2026-03-27T16:43:44.432" v="21"/>
          <ac:spMkLst>
            <pc:docMk/>
            <pc:sldMk cId="3001811484" sldId="261"/>
            <ac:spMk id="2" creationId="{00000000-0000-0000-0000-000000000000}"/>
          </ac:spMkLst>
        </pc:spChg>
      </pc:sldChg>
      <pc:sldChg chg="modSp add del mod">
        <pc:chgData name="Šedivec Tomáš" userId="5859117d-4fed-45af-939e-a078bb4ea44f" providerId="ADAL" clId="{31E532EA-FE86-427C-AE90-61F0A397B8E4}" dt="2026-03-27T17:34:50.012" v="1139"/>
        <pc:sldMkLst>
          <pc:docMk/>
          <pc:sldMk cId="2540455725" sldId="284"/>
        </pc:sldMkLst>
        <pc:spChg chg="mod">
          <ac:chgData name="Šedivec Tomáš" userId="5859117d-4fed-45af-939e-a078bb4ea44f" providerId="ADAL" clId="{31E532EA-FE86-427C-AE90-61F0A397B8E4}" dt="2026-03-27T17:34:49.934" v="1138"/>
          <ac:spMkLst>
            <pc:docMk/>
            <pc:sldMk cId="2540455725" sldId="284"/>
            <ac:spMk id="3" creationId="{4381BF5D-E3DE-957C-884E-D0AD7A4F8785}"/>
          </ac:spMkLst>
        </pc:spChg>
      </pc:sldChg>
      <pc:sldChg chg="add del">
        <pc:chgData name="Šedivec Tomáš" userId="5859117d-4fed-45af-939e-a078bb4ea44f" providerId="ADAL" clId="{31E532EA-FE86-427C-AE90-61F0A397B8E4}" dt="2026-03-27T17:34:50.012" v="1139"/>
        <pc:sldMkLst>
          <pc:docMk/>
          <pc:sldMk cId="3413802240" sldId="295"/>
        </pc:sldMkLst>
      </pc:sldChg>
      <pc:sldChg chg="modSp add del mod">
        <pc:chgData name="Šedivec Tomáš" userId="5859117d-4fed-45af-939e-a078bb4ea44f" providerId="ADAL" clId="{31E532EA-FE86-427C-AE90-61F0A397B8E4}" dt="2026-03-27T16:57:17.739" v="426" actId="27636"/>
        <pc:sldMkLst>
          <pc:docMk/>
          <pc:sldMk cId="990426432" sldId="316"/>
        </pc:sldMkLst>
        <pc:spChg chg="mod">
          <ac:chgData name="Šedivec Tomáš" userId="5859117d-4fed-45af-939e-a078bb4ea44f" providerId="ADAL" clId="{31E532EA-FE86-427C-AE90-61F0A397B8E4}" dt="2026-03-27T16:45:53.103" v="32"/>
          <ac:spMkLst>
            <pc:docMk/>
            <pc:sldMk cId="990426432" sldId="316"/>
            <ac:spMk id="2" creationId="{A75D386D-19F0-6BF1-EEDD-4BB32D5CBD91}"/>
          </ac:spMkLst>
        </pc:spChg>
        <pc:spChg chg="mod">
          <ac:chgData name="Šedivec Tomáš" userId="5859117d-4fed-45af-939e-a078bb4ea44f" providerId="ADAL" clId="{31E532EA-FE86-427C-AE90-61F0A397B8E4}" dt="2026-03-27T16:57:17.739" v="426" actId="27636"/>
          <ac:spMkLst>
            <pc:docMk/>
            <pc:sldMk cId="990426432" sldId="316"/>
            <ac:spMk id="3" creationId="{EC214034-DDCB-04EE-435B-D9A39A49D36B}"/>
          </ac:spMkLst>
        </pc:spChg>
      </pc:sldChg>
      <pc:sldChg chg="modSp mod">
        <pc:chgData name="Šedivec Tomáš" userId="5859117d-4fed-45af-939e-a078bb4ea44f" providerId="ADAL" clId="{31E532EA-FE86-427C-AE90-61F0A397B8E4}" dt="2026-03-27T17:30:04.419" v="1068"/>
        <pc:sldMkLst>
          <pc:docMk/>
          <pc:sldMk cId="3385071484" sldId="451"/>
        </pc:sldMkLst>
        <pc:spChg chg="mod">
          <ac:chgData name="Šedivec Tomáš" userId="5859117d-4fed-45af-939e-a078bb4ea44f" providerId="ADAL" clId="{31E532EA-FE86-427C-AE90-61F0A397B8E4}" dt="2026-03-27T17:30:04.419" v="1068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31E532EA-FE86-427C-AE90-61F0A397B8E4}" dt="2026-03-27T17:31:52.540" v="1101" actId="20577"/>
        <pc:sldMkLst>
          <pc:docMk/>
          <pc:sldMk cId="213282939" sldId="468"/>
        </pc:sldMkLst>
        <pc:spChg chg="mod">
          <ac:chgData name="Šedivec Tomáš" userId="5859117d-4fed-45af-939e-a078bb4ea44f" providerId="ADAL" clId="{31E532EA-FE86-427C-AE90-61F0A397B8E4}" dt="2026-03-27T17:31:52.540" v="1101" actId="20577"/>
          <ac:spMkLst>
            <pc:docMk/>
            <pc:sldMk cId="213282939" sldId="468"/>
            <ac:spMk id="2" creationId="{B56E208C-F93C-74E0-C7AD-37A2E997FCA6}"/>
          </ac:spMkLst>
        </pc:spChg>
      </pc:sldChg>
      <pc:sldChg chg="modSp mod">
        <pc:chgData name="Šedivec Tomáš" userId="5859117d-4fed-45af-939e-a078bb4ea44f" providerId="ADAL" clId="{31E532EA-FE86-427C-AE90-61F0A397B8E4}" dt="2026-03-27T17:31:41.332" v="1090" actId="20577"/>
        <pc:sldMkLst>
          <pc:docMk/>
          <pc:sldMk cId="855984409" sldId="475"/>
        </pc:sldMkLst>
        <pc:spChg chg="mod">
          <ac:chgData name="Šedivec Tomáš" userId="5859117d-4fed-45af-939e-a078bb4ea44f" providerId="ADAL" clId="{31E532EA-FE86-427C-AE90-61F0A397B8E4}" dt="2026-03-27T17:31:41.332" v="1090" actId="20577"/>
          <ac:spMkLst>
            <pc:docMk/>
            <pc:sldMk cId="855984409" sldId="475"/>
            <ac:spMk id="2" creationId="{0268E191-9A38-92FA-C3A6-60402F4A2CA1}"/>
          </ac:spMkLst>
        </pc:spChg>
      </pc:sldChg>
      <pc:sldChg chg="modSp add mod">
        <pc:chgData name="Šedivec Tomáš" userId="5859117d-4fed-45af-939e-a078bb4ea44f" providerId="ADAL" clId="{31E532EA-FE86-427C-AE90-61F0A397B8E4}" dt="2026-03-27T17:16:36.924" v="614" actId="403"/>
        <pc:sldMkLst>
          <pc:docMk/>
          <pc:sldMk cId="4046520835" sldId="496"/>
        </pc:sldMkLst>
        <pc:spChg chg="mod">
          <ac:chgData name="Šedivec Tomáš" userId="5859117d-4fed-45af-939e-a078bb4ea44f" providerId="ADAL" clId="{31E532EA-FE86-427C-AE90-61F0A397B8E4}" dt="2026-03-27T17:16:36.924" v="614" actId="403"/>
          <ac:spMkLst>
            <pc:docMk/>
            <pc:sldMk cId="4046520835" sldId="496"/>
            <ac:spMk id="3" creationId="{11E09707-B7A4-8869-4F39-9C50E5976F13}"/>
          </ac:spMkLst>
        </pc:spChg>
      </pc:sldChg>
      <pc:sldChg chg="modSp add mod ord">
        <pc:chgData name="Šedivec Tomáš" userId="5859117d-4fed-45af-939e-a078bb4ea44f" providerId="ADAL" clId="{31E532EA-FE86-427C-AE90-61F0A397B8E4}" dt="2026-03-27T17:23:18.662" v="679" actId="20577"/>
        <pc:sldMkLst>
          <pc:docMk/>
          <pc:sldMk cId="1632493658" sldId="497"/>
        </pc:sldMkLst>
        <pc:spChg chg="mod">
          <ac:chgData name="Šedivec Tomáš" userId="5859117d-4fed-45af-939e-a078bb4ea44f" providerId="ADAL" clId="{31E532EA-FE86-427C-AE90-61F0A397B8E4}" dt="2026-03-27T17:18:24.228" v="619"/>
          <ac:spMkLst>
            <pc:docMk/>
            <pc:sldMk cId="1632493658" sldId="497"/>
            <ac:spMk id="2" creationId="{D17A6C11-42CE-F8C2-B8AA-3281D596A695}"/>
          </ac:spMkLst>
        </pc:spChg>
        <pc:spChg chg="mod">
          <ac:chgData name="Šedivec Tomáš" userId="5859117d-4fed-45af-939e-a078bb4ea44f" providerId="ADAL" clId="{31E532EA-FE86-427C-AE90-61F0A397B8E4}" dt="2026-03-27T17:23:18.662" v="679" actId="20577"/>
          <ac:spMkLst>
            <pc:docMk/>
            <pc:sldMk cId="1632493658" sldId="497"/>
            <ac:spMk id="3" creationId="{8F135D5A-1C30-03D7-BD46-D7AE2415B231}"/>
          </ac:spMkLst>
        </pc:spChg>
      </pc:sldChg>
      <pc:sldChg chg="modSp add mod">
        <pc:chgData name="Šedivec Tomáš" userId="5859117d-4fed-45af-939e-a078bb4ea44f" providerId="ADAL" clId="{31E532EA-FE86-427C-AE90-61F0A397B8E4}" dt="2026-03-27T17:25:31.430" v="841" actId="20577"/>
        <pc:sldMkLst>
          <pc:docMk/>
          <pc:sldMk cId="4036852968" sldId="498"/>
        </pc:sldMkLst>
        <pc:spChg chg="mod">
          <ac:chgData name="Šedivec Tomáš" userId="5859117d-4fed-45af-939e-a078bb4ea44f" providerId="ADAL" clId="{31E532EA-FE86-427C-AE90-61F0A397B8E4}" dt="2026-03-27T17:25:31.430" v="841" actId="20577"/>
          <ac:spMkLst>
            <pc:docMk/>
            <pc:sldMk cId="4036852968" sldId="498"/>
            <ac:spMk id="3" creationId="{683DCE43-2AC1-5076-A202-2D1437D62356}"/>
          </ac:spMkLst>
        </pc:spChg>
      </pc:sldChg>
      <pc:sldChg chg="modSp add mod">
        <pc:chgData name="Šedivec Tomáš" userId="5859117d-4fed-45af-939e-a078bb4ea44f" providerId="ADAL" clId="{31E532EA-FE86-427C-AE90-61F0A397B8E4}" dt="2026-03-27T17:27:22.514" v="906" actId="20577"/>
        <pc:sldMkLst>
          <pc:docMk/>
          <pc:sldMk cId="2234644147" sldId="499"/>
        </pc:sldMkLst>
        <pc:spChg chg="mod">
          <ac:chgData name="Šedivec Tomáš" userId="5859117d-4fed-45af-939e-a078bb4ea44f" providerId="ADAL" clId="{31E532EA-FE86-427C-AE90-61F0A397B8E4}" dt="2026-03-27T17:27:22.514" v="906" actId="20577"/>
          <ac:spMkLst>
            <pc:docMk/>
            <pc:sldMk cId="2234644147" sldId="499"/>
            <ac:spMk id="3" creationId="{74FF3392-4390-1122-7DE3-4984CFFF6450}"/>
          </ac:spMkLst>
        </pc:spChg>
      </pc:sldChg>
      <pc:sldChg chg="modSp add mod ord">
        <pc:chgData name="Šedivec Tomáš" userId="5859117d-4fed-45af-939e-a078bb4ea44f" providerId="ADAL" clId="{31E532EA-FE86-427C-AE90-61F0A397B8E4}" dt="2026-03-27T17:28:01.789" v="1040" actId="6549"/>
        <pc:sldMkLst>
          <pc:docMk/>
          <pc:sldMk cId="1665137175" sldId="500"/>
        </pc:sldMkLst>
        <pc:spChg chg="mod">
          <ac:chgData name="Šedivec Tomáš" userId="5859117d-4fed-45af-939e-a078bb4ea44f" providerId="ADAL" clId="{31E532EA-FE86-427C-AE90-61F0A397B8E4}" dt="2026-03-27T17:28:01.789" v="1040" actId="6549"/>
          <ac:spMkLst>
            <pc:docMk/>
            <pc:sldMk cId="1665137175" sldId="500"/>
            <ac:spMk id="3" creationId="{F7D96F4C-8B16-A339-B0B4-F56BD78C494F}"/>
          </ac:spMkLst>
        </pc:spChg>
      </pc:sldChg>
      <pc:sldChg chg="modSp add mod ord">
        <pc:chgData name="Šedivec Tomáš" userId="5859117d-4fed-45af-939e-a078bb4ea44f" providerId="ADAL" clId="{31E532EA-FE86-427C-AE90-61F0A397B8E4}" dt="2026-03-27T17:31:08.429" v="1078" actId="403"/>
        <pc:sldMkLst>
          <pc:docMk/>
          <pc:sldMk cId="3127888753" sldId="501"/>
        </pc:sldMkLst>
        <pc:spChg chg="mod">
          <ac:chgData name="Šedivec Tomáš" userId="5859117d-4fed-45af-939e-a078bb4ea44f" providerId="ADAL" clId="{31E532EA-FE86-427C-AE90-61F0A397B8E4}" dt="2026-03-27T17:28:29.860" v="1045"/>
          <ac:spMkLst>
            <pc:docMk/>
            <pc:sldMk cId="3127888753" sldId="501"/>
            <ac:spMk id="2" creationId="{507A24ED-FC76-4EA3-B392-6ADF17DD15E6}"/>
          </ac:spMkLst>
        </pc:spChg>
        <pc:spChg chg="mod">
          <ac:chgData name="Šedivec Tomáš" userId="5859117d-4fed-45af-939e-a078bb4ea44f" providerId="ADAL" clId="{31E532EA-FE86-427C-AE90-61F0A397B8E4}" dt="2026-03-27T17:31:08.429" v="1078" actId="403"/>
          <ac:spMkLst>
            <pc:docMk/>
            <pc:sldMk cId="3127888753" sldId="501"/>
            <ac:spMk id="3" creationId="{4DC5CCBA-57DB-F0C3-A919-DBAF6586F254}"/>
          </ac:spMkLst>
        </pc:spChg>
      </pc:sldChg>
      <pc:sldChg chg="modSp add mod ord">
        <pc:chgData name="Šedivec Tomáš" userId="5859117d-4fed-45af-939e-a078bb4ea44f" providerId="ADAL" clId="{31E532EA-FE86-427C-AE90-61F0A397B8E4}" dt="2026-03-27T17:32:37.879" v="1124" actId="313"/>
        <pc:sldMkLst>
          <pc:docMk/>
          <pc:sldMk cId="951305058" sldId="502"/>
        </pc:sldMkLst>
        <pc:spChg chg="mod">
          <ac:chgData name="Šedivec Tomáš" userId="5859117d-4fed-45af-939e-a078bb4ea44f" providerId="ADAL" clId="{31E532EA-FE86-427C-AE90-61F0A397B8E4}" dt="2026-03-27T17:32:37.879" v="1124" actId="313"/>
          <ac:spMkLst>
            <pc:docMk/>
            <pc:sldMk cId="951305058" sldId="502"/>
            <ac:spMk id="2" creationId="{C4E36E7B-D170-1E89-6E4D-B83F9E6A0B67}"/>
          </ac:spMkLst>
        </pc:spChg>
        <pc:spChg chg="mod">
          <ac:chgData name="Šedivec Tomáš" userId="5859117d-4fed-45af-939e-a078bb4ea44f" providerId="ADAL" clId="{31E532EA-FE86-427C-AE90-61F0A397B8E4}" dt="2026-03-27T17:32:22.859" v="1110" actId="403"/>
          <ac:spMkLst>
            <pc:docMk/>
            <pc:sldMk cId="951305058" sldId="502"/>
            <ac:spMk id="3" creationId="{9AAD086D-0768-1D96-B2E6-F5F859E96872}"/>
          </ac:spMkLst>
        </pc:spChg>
      </pc:sldChg>
      <pc:sldChg chg="modSp add mod ord">
        <pc:chgData name="Šedivec Tomáš" userId="5859117d-4fed-45af-939e-a078bb4ea44f" providerId="ADAL" clId="{31E532EA-FE86-427C-AE90-61F0A397B8E4}" dt="2026-03-27T17:32:59.761" v="1130"/>
        <pc:sldMkLst>
          <pc:docMk/>
          <pc:sldMk cId="390853401" sldId="503"/>
        </pc:sldMkLst>
        <pc:spChg chg="mod">
          <ac:chgData name="Šedivec Tomáš" userId="5859117d-4fed-45af-939e-a078bb4ea44f" providerId="ADAL" clId="{31E532EA-FE86-427C-AE90-61F0A397B8E4}" dt="2026-03-27T17:32:59.761" v="1130"/>
          <ac:spMkLst>
            <pc:docMk/>
            <pc:sldMk cId="390853401" sldId="503"/>
            <ac:spMk id="3" creationId="{BBA598D2-1418-F965-B9D4-EC83162F0FE9}"/>
          </ac:spMkLst>
        </pc:spChg>
      </pc:sldChg>
    </pc:docChg>
  </pc:docChgLst>
  <pc:docChgLst>
    <pc:chgData name="Šedivec Tomáš" userId="5859117d-4fed-45af-939e-a078bb4ea44f" providerId="ADAL" clId="{2B5C9632-1B6D-438A-AE41-66A30DF8D18A}"/>
    <pc:docChg chg="custSel addSld delSld modSld sldOrd">
      <pc:chgData name="Šedivec Tomáš" userId="5859117d-4fed-45af-939e-a078bb4ea44f" providerId="ADAL" clId="{2B5C9632-1B6D-438A-AE41-66A30DF8D18A}" dt="2026-03-30T10:53:54.219" v="1043" actId="20577"/>
      <pc:docMkLst>
        <pc:docMk/>
      </pc:docMkLst>
      <pc:sldChg chg="modSp mod">
        <pc:chgData name="Šedivec Tomáš" userId="5859117d-4fed-45af-939e-a078bb4ea44f" providerId="ADAL" clId="{2B5C9632-1B6D-438A-AE41-66A30DF8D18A}" dt="2026-03-30T10:53:54.219" v="1043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B5C9632-1B6D-438A-AE41-66A30DF8D18A}" dt="2026-03-30T10:53:54.219" v="1043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 ord">
        <pc:chgData name="Šedivec Tomáš" userId="5859117d-4fed-45af-939e-a078bb4ea44f" providerId="ADAL" clId="{2B5C9632-1B6D-438A-AE41-66A30DF8D18A}" dt="2026-03-30T10:42:46.161" v="918"/>
        <pc:sldMkLst>
          <pc:docMk/>
          <pc:sldMk cId="2540455725" sldId="284"/>
        </pc:sldMkLst>
        <pc:spChg chg="mod">
          <ac:chgData name="Šedivec Tomáš" userId="5859117d-4fed-45af-939e-a078bb4ea44f" providerId="ADAL" clId="{2B5C9632-1B6D-438A-AE41-66A30DF8D18A}" dt="2026-03-30T07:35:39.064" v="30" actId="27636"/>
          <ac:spMkLst>
            <pc:docMk/>
            <pc:sldMk cId="2540455725" sldId="284"/>
            <ac:spMk id="3" creationId="{4381BF5D-E3DE-957C-884E-D0AD7A4F8785}"/>
          </ac:spMkLst>
        </pc:spChg>
        <pc:spChg chg="mod">
          <ac:chgData name="Šedivec Tomáš" userId="5859117d-4fed-45af-939e-a078bb4ea44f" providerId="ADAL" clId="{2B5C9632-1B6D-438A-AE41-66A30DF8D18A}" dt="2026-03-30T07:35:42.968" v="31" actId="14100"/>
          <ac:spMkLst>
            <pc:docMk/>
            <pc:sldMk cId="2540455725" sldId="284"/>
            <ac:spMk id="6" creationId="{9BD2FE5A-AA20-6017-B3AC-1E9E680EE304}"/>
          </ac:spMkLst>
        </pc:spChg>
      </pc:sldChg>
      <pc:sldChg chg="del ord">
        <pc:chgData name="Šedivec Tomáš" userId="5859117d-4fed-45af-939e-a078bb4ea44f" providerId="ADAL" clId="{2B5C9632-1B6D-438A-AE41-66A30DF8D18A}" dt="2026-03-30T10:43:07.825" v="920" actId="47"/>
        <pc:sldMkLst>
          <pc:docMk/>
          <pc:sldMk cId="2577382407" sldId="288"/>
        </pc:sldMkLst>
      </pc:sldChg>
      <pc:sldChg chg="del ord">
        <pc:chgData name="Šedivec Tomáš" userId="5859117d-4fed-45af-939e-a078bb4ea44f" providerId="ADAL" clId="{2B5C9632-1B6D-438A-AE41-66A30DF8D18A}" dt="2026-03-30T10:43:10.453" v="921" actId="47"/>
        <pc:sldMkLst>
          <pc:docMk/>
          <pc:sldMk cId="3391549648" sldId="289"/>
        </pc:sldMkLst>
      </pc:sldChg>
      <pc:sldChg chg="modSp del mod">
        <pc:chgData name="Šedivec Tomáš" userId="5859117d-4fed-45af-939e-a078bb4ea44f" providerId="ADAL" clId="{2B5C9632-1B6D-438A-AE41-66A30DF8D18A}" dt="2026-03-30T10:43:06.280" v="919" actId="47"/>
        <pc:sldMkLst>
          <pc:docMk/>
          <pc:sldMk cId="2770141451" sldId="294"/>
        </pc:sldMkLst>
        <pc:spChg chg="mod">
          <ac:chgData name="Šedivec Tomáš" userId="5859117d-4fed-45af-939e-a078bb4ea44f" providerId="ADAL" clId="{2B5C9632-1B6D-438A-AE41-66A30DF8D18A}" dt="2026-03-30T10:24:20.696" v="364" actId="20577"/>
          <ac:spMkLst>
            <pc:docMk/>
            <pc:sldMk cId="2770141451" sldId="294"/>
            <ac:spMk id="2" creationId="{3D13BFEE-95E2-C2CF-82B0-D5D9EDEBE738}"/>
          </ac:spMkLst>
        </pc:spChg>
      </pc:sldChg>
      <pc:sldChg chg="delSp modSp mod ord">
        <pc:chgData name="Šedivec Tomáš" userId="5859117d-4fed-45af-939e-a078bb4ea44f" providerId="ADAL" clId="{2B5C9632-1B6D-438A-AE41-66A30DF8D18A}" dt="2026-03-30T10:28:58.488" v="541" actId="20577"/>
        <pc:sldMkLst>
          <pc:docMk/>
          <pc:sldMk cId="3413802240" sldId="295"/>
        </pc:sldMkLst>
        <pc:spChg chg="mod">
          <ac:chgData name="Šedivec Tomáš" userId="5859117d-4fed-45af-939e-a078bb4ea44f" providerId="ADAL" clId="{2B5C9632-1B6D-438A-AE41-66A30DF8D18A}" dt="2026-03-30T10:17:28.260" v="124" actId="20577"/>
          <ac:spMkLst>
            <pc:docMk/>
            <pc:sldMk cId="3413802240" sldId="295"/>
            <ac:spMk id="2" creationId="{31000CA3-7C1D-8BCB-AD63-A20A5C41E00E}"/>
          </ac:spMkLst>
        </pc:spChg>
        <pc:spChg chg="mod">
          <ac:chgData name="Šedivec Tomáš" userId="5859117d-4fed-45af-939e-a078bb4ea44f" providerId="ADAL" clId="{2B5C9632-1B6D-438A-AE41-66A30DF8D18A}" dt="2026-03-30T10:28:58.488" v="541" actId="20577"/>
          <ac:spMkLst>
            <pc:docMk/>
            <pc:sldMk cId="3413802240" sldId="295"/>
            <ac:spMk id="3" creationId="{B76A42D5-5856-25AD-0198-DE5125F96400}"/>
          </ac:spMkLst>
        </pc:spChg>
        <pc:spChg chg="del">
          <ac:chgData name="Šedivec Tomáš" userId="5859117d-4fed-45af-939e-a078bb4ea44f" providerId="ADAL" clId="{2B5C9632-1B6D-438A-AE41-66A30DF8D18A}" dt="2026-03-30T10:26:36.342" v="407" actId="478"/>
          <ac:spMkLst>
            <pc:docMk/>
            <pc:sldMk cId="3413802240" sldId="295"/>
            <ac:spMk id="6" creationId="{0F5B5A95-0A3E-AB38-27C5-50B7E0A0F50C}"/>
          </ac:spMkLst>
        </pc:spChg>
      </pc:sldChg>
      <pc:sldChg chg="modSp mod">
        <pc:chgData name="Šedivec Tomáš" userId="5859117d-4fed-45af-939e-a078bb4ea44f" providerId="ADAL" clId="{2B5C9632-1B6D-438A-AE41-66A30DF8D18A}" dt="2026-03-30T07:30:07.305" v="0" actId="14100"/>
        <pc:sldMkLst>
          <pc:docMk/>
          <pc:sldMk cId="990426432" sldId="316"/>
        </pc:sldMkLst>
        <pc:spChg chg="mod">
          <ac:chgData name="Šedivec Tomáš" userId="5859117d-4fed-45af-939e-a078bb4ea44f" providerId="ADAL" clId="{2B5C9632-1B6D-438A-AE41-66A30DF8D18A}" dt="2026-03-30T07:30:07.305" v="0" actId="14100"/>
          <ac:spMkLst>
            <pc:docMk/>
            <pc:sldMk cId="990426432" sldId="316"/>
            <ac:spMk id="2" creationId="{A75D386D-19F0-6BF1-EEDD-4BB32D5CBD91}"/>
          </ac:spMkLst>
        </pc:spChg>
      </pc:sldChg>
      <pc:sldChg chg="modSp mod">
        <pc:chgData name="Šedivec Tomáš" userId="5859117d-4fed-45af-939e-a078bb4ea44f" providerId="ADAL" clId="{2B5C9632-1B6D-438A-AE41-66A30DF8D18A}" dt="2026-03-30T10:14:23.383" v="52" actId="20577"/>
        <pc:sldMkLst>
          <pc:docMk/>
          <pc:sldMk cId="1507383353" sldId="493"/>
        </pc:sldMkLst>
        <pc:spChg chg="mod">
          <ac:chgData name="Šedivec Tomáš" userId="5859117d-4fed-45af-939e-a078bb4ea44f" providerId="ADAL" clId="{2B5C9632-1B6D-438A-AE41-66A30DF8D18A}" dt="2026-03-30T10:14:23.383" v="52" actId="20577"/>
          <ac:spMkLst>
            <pc:docMk/>
            <pc:sldMk cId="1507383353" sldId="493"/>
            <ac:spMk id="2" creationId="{765CB244-4A2D-D5C0-E353-F354D8E0BCFC}"/>
          </ac:spMkLst>
        </pc:spChg>
      </pc:sldChg>
      <pc:sldChg chg="modSp mod">
        <pc:chgData name="Šedivec Tomáš" userId="5859117d-4fed-45af-939e-a078bb4ea44f" providerId="ADAL" clId="{2B5C9632-1B6D-438A-AE41-66A30DF8D18A}" dt="2026-03-30T07:30:13.285" v="1" actId="14100"/>
        <pc:sldMkLst>
          <pc:docMk/>
          <pc:sldMk cId="4046520835" sldId="496"/>
        </pc:sldMkLst>
        <pc:spChg chg="mod">
          <ac:chgData name="Šedivec Tomáš" userId="5859117d-4fed-45af-939e-a078bb4ea44f" providerId="ADAL" clId="{2B5C9632-1B6D-438A-AE41-66A30DF8D18A}" dt="2026-03-30T07:30:13.285" v="1" actId="14100"/>
          <ac:spMkLst>
            <pc:docMk/>
            <pc:sldMk cId="4046520835" sldId="496"/>
            <ac:spMk id="2" creationId="{F764B393-C1D0-1543-A119-A665C47951B7}"/>
          </ac:spMkLst>
        </pc:spChg>
      </pc:sldChg>
      <pc:sldChg chg="modSp mod">
        <pc:chgData name="Šedivec Tomáš" userId="5859117d-4fed-45af-939e-a078bb4ea44f" providerId="ADAL" clId="{2B5C9632-1B6D-438A-AE41-66A30DF8D18A}" dt="2026-03-30T07:30:58.569" v="5" actId="404"/>
        <pc:sldMkLst>
          <pc:docMk/>
          <pc:sldMk cId="1632493658" sldId="497"/>
        </pc:sldMkLst>
        <pc:spChg chg="mod">
          <ac:chgData name="Šedivec Tomáš" userId="5859117d-4fed-45af-939e-a078bb4ea44f" providerId="ADAL" clId="{2B5C9632-1B6D-438A-AE41-66A30DF8D18A}" dt="2026-03-30T07:30:58.569" v="5" actId="404"/>
          <ac:spMkLst>
            <pc:docMk/>
            <pc:sldMk cId="1632493658" sldId="497"/>
            <ac:spMk id="2" creationId="{D17A6C11-42CE-F8C2-B8AA-3281D596A695}"/>
          </ac:spMkLst>
        </pc:spChg>
      </pc:sldChg>
      <pc:sldChg chg="modSp mod">
        <pc:chgData name="Šedivec Tomáš" userId="5859117d-4fed-45af-939e-a078bb4ea44f" providerId="ADAL" clId="{2B5C9632-1B6D-438A-AE41-66A30DF8D18A}" dt="2026-03-30T07:30:23.267" v="2" actId="14100"/>
        <pc:sldMkLst>
          <pc:docMk/>
          <pc:sldMk cId="4036852968" sldId="498"/>
        </pc:sldMkLst>
        <pc:spChg chg="mod">
          <ac:chgData name="Šedivec Tomáš" userId="5859117d-4fed-45af-939e-a078bb4ea44f" providerId="ADAL" clId="{2B5C9632-1B6D-438A-AE41-66A30DF8D18A}" dt="2026-03-30T07:30:23.267" v="2" actId="14100"/>
          <ac:spMkLst>
            <pc:docMk/>
            <pc:sldMk cId="4036852968" sldId="498"/>
            <ac:spMk id="2" creationId="{ADFD28BF-86E3-0B43-32E1-546A38B1C506}"/>
          </ac:spMkLst>
        </pc:spChg>
      </pc:sldChg>
      <pc:sldChg chg="modSp mod">
        <pc:chgData name="Šedivec Tomáš" userId="5859117d-4fed-45af-939e-a078bb4ea44f" providerId="ADAL" clId="{2B5C9632-1B6D-438A-AE41-66A30DF8D18A}" dt="2026-03-30T10:45:10.174" v="985" actId="20577"/>
        <pc:sldMkLst>
          <pc:docMk/>
          <pc:sldMk cId="2234644147" sldId="499"/>
        </pc:sldMkLst>
        <pc:spChg chg="mod">
          <ac:chgData name="Šedivec Tomáš" userId="5859117d-4fed-45af-939e-a078bb4ea44f" providerId="ADAL" clId="{2B5C9632-1B6D-438A-AE41-66A30DF8D18A}" dt="2026-03-30T07:30:50.960" v="4" actId="404"/>
          <ac:spMkLst>
            <pc:docMk/>
            <pc:sldMk cId="2234644147" sldId="499"/>
            <ac:spMk id="2" creationId="{BC6F708B-03D1-1F6E-EED0-1637F09B6081}"/>
          </ac:spMkLst>
        </pc:spChg>
        <pc:spChg chg="mod">
          <ac:chgData name="Šedivec Tomáš" userId="5859117d-4fed-45af-939e-a078bb4ea44f" providerId="ADAL" clId="{2B5C9632-1B6D-438A-AE41-66A30DF8D18A}" dt="2026-03-30T10:45:10.174" v="985" actId="20577"/>
          <ac:spMkLst>
            <pc:docMk/>
            <pc:sldMk cId="2234644147" sldId="499"/>
            <ac:spMk id="3" creationId="{74FF3392-4390-1122-7DE3-4984CFFF6450}"/>
          </ac:spMkLst>
        </pc:spChg>
      </pc:sldChg>
      <pc:sldChg chg="modSp mod">
        <pc:chgData name="Šedivec Tomáš" userId="5859117d-4fed-45af-939e-a078bb4ea44f" providerId="ADAL" clId="{2B5C9632-1B6D-438A-AE41-66A30DF8D18A}" dt="2026-03-30T07:31:10.469" v="7" actId="404"/>
        <pc:sldMkLst>
          <pc:docMk/>
          <pc:sldMk cId="1665137175" sldId="500"/>
        </pc:sldMkLst>
        <pc:spChg chg="mod">
          <ac:chgData name="Šedivec Tomáš" userId="5859117d-4fed-45af-939e-a078bb4ea44f" providerId="ADAL" clId="{2B5C9632-1B6D-438A-AE41-66A30DF8D18A}" dt="2026-03-30T07:31:10.469" v="7" actId="404"/>
          <ac:spMkLst>
            <pc:docMk/>
            <pc:sldMk cId="1665137175" sldId="500"/>
            <ac:spMk id="2" creationId="{809A0916-E3EA-6AED-EEBA-7694C2A264F1}"/>
          </ac:spMkLst>
        </pc:spChg>
      </pc:sldChg>
      <pc:sldChg chg="modSp mod">
        <pc:chgData name="Šedivec Tomáš" userId="5859117d-4fed-45af-939e-a078bb4ea44f" providerId="ADAL" clId="{2B5C9632-1B6D-438A-AE41-66A30DF8D18A}" dt="2026-03-30T07:38:10.334" v="46" actId="20577"/>
        <pc:sldMkLst>
          <pc:docMk/>
          <pc:sldMk cId="390853401" sldId="503"/>
        </pc:sldMkLst>
        <pc:spChg chg="mod">
          <ac:chgData name="Šedivec Tomáš" userId="5859117d-4fed-45af-939e-a078bb4ea44f" providerId="ADAL" clId="{2B5C9632-1B6D-438A-AE41-66A30DF8D18A}" dt="2026-03-30T07:38:10.334" v="46" actId="20577"/>
          <ac:spMkLst>
            <pc:docMk/>
            <pc:sldMk cId="390853401" sldId="503"/>
            <ac:spMk id="2" creationId="{80F835D0-FDE5-9F93-579A-B0D47639D895}"/>
          </ac:spMkLst>
        </pc:spChg>
      </pc:sldChg>
      <pc:sldChg chg="modSp add mod">
        <pc:chgData name="Šedivec Tomáš" userId="5859117d-4fed-45af-939e-a078bb4ea44f" providerId="ADAL" clId="{2B5C9632-1B6D-438A-AE41-66A30DF8D18A}" dt="2026-03-30T10:25:37.991" v="400" actId="20577"/>
        <pc:sldMkLst>
          <pc:docMk/>
          <pc:sldMk cId="1314835388" sldId="504"/>
        </pc:sldMkLst>
        <pc:spChg chg="mod">
          <ac:chgData name="Šedivec Tomáš" userId="5859117d-4fed-45af-939e-a078bb4ea44f" providerId="ADAL" clId="{2B5C9632-1B6D-438A-AE41-66A30DF8D18A}" dt="2026-03-30T10:25:37.991" v="400" actId="20577"/>
          <ac:spMkLst>
            <pc:docMk/>
            <pc:sldMk cId="1314835388" sldId="504"/>
            <ac:spMk id="6" creationId="{4CCAF17F-8934-9D59-9C19-9879EE3DCF32}"/>
          </ac:spMkLst>
        </pc:spChg>
      </pc:sldChg>
      <pc:sldChg chg="modSp add mod ord">
        <pc:chgData name="Šedivec Tomáš" userId="5859117d-4fed-45af-939e-a078bb4ea44f" providerId="ADAL" clId="{2B5C9632-1B6D-438A-AE41-66A30DF8D18A}" dt="2026-03-30T10:38:11.470" v="832" actId="20577"/>
        <pc:sldMkLst>
          <pc:docMk/>
          <pc:sldMk cId="3641884624" sldId="505"/>
        </pc:sldMkLst>
        <pc:spChg chg="mod">
          <ac:chgData name="Šedivec Tomáš" userId="5859117d-4fed-45af-939e-a078bb4ea44f" providerId="ADAL" clId="{2B5C9632-1B6D-438A-AE41-66A30DF8D18A}" dt="2026-03-30T10:38:11.470" v="832" actId="20577"/>
          <ac:spMkLst>
            <pc:docMk/>
            <pc:sldMk cId="3641884624" sldId="505"/>
            <ac:spMk id="3" creationId="{6E682400-08C4-A131-30DA-74E54E0AB0B3}"/>
          </ac:spMkLst>
        </pc:spChg>
      </pc:sldChg>
      <pc:sldChg chg="addSp delSp modSp add mod">
        <pc:chgData name="Šedivec Tomáš" userId="5859117d-4fed-45af-939e-a078bb4ea44f" providerId="ADAL" clId="{2B5C9632-1B6D-438A-AE41-66A30DF8D18A}" dt="2026-03-30T10:34:55.506" v="769" actId="113"/>
        <pc:sldMkLst>
          <pc:docMk/>
          <pc:sldMk cId="2686080822" sldId="506"/>
        </pc:sldMkLst>
        <pc:spChg chg="mod">
          <ac:chgData name="Šedivec Tomáš" userId="5859117d-4fed-45af-939e-a078bb4ea44f" providerId="ADAL" clId="{2B5C9632-1B6D-438A-AE41-66A30DF8D18A}" dt="2026-03-30T10:33:33.475" v="755" actId="20577"/>
          <ac:spMkLst>
            <pc:docMk/>
            <pc:sldMk cId="2686080822" sldId="506"/>
            <ac:spMk id="2" creationId="{652D51F2-F545-5A10-6E97-46883650013A}"/>
          </ac:spMkLst>
        </pc:spChg>
        <pc:spChg chg="mod">
          <ac:chgData name="Šedivec Tomáš" userId="5859117d-4fed-45af-939e-a078bb4ea44f" providerId="ADAL" clId="{2B5C9632-1B6D-438A-AE41-66A30DF8D18A}" dt="2026-03-30T10:34:55.506" v="769" actId="113"/>
          <ac:spMkLst>
            <pc:docMk/>
            <pc:sldMk cId="2686080822" sldId="506"/>
            <ac:spMk id="3" creationId="{AECF67F9-9136-CEB5-39F9-7E7A0FD6846F}"/>
          </ac:spMkLst>
        </pc:spChg>
        <pc:spChg chg="del">
          <ac:chgData name="Šedivec Tomáš" userId="5859117d-4fed-45af-939e-a078bb4ea44f" providerId="ADAL" clId="{2B5C9632-1B6D-438A-AE41-66A30DF8D18A}" dt="2026-03-30T10:33:54.679" v="759" actId="478"/>
          <ac:spMkLst>
            <pc:docMk/>
            <pc:sldMk cId="2686080822" sldId="506"/>
            <ac:spMk id="6" creationId="{28F7A42D-66EE-A300-C60B-9EA18DEC9DAD}"/>
          </ac:spMkLst>
        </pc:spChg>
        <pc:graphicFrameChg chg="add mod">
          <ac:chgData name="Šedivec Tomáš" userId="5859117d-4fed-45af-939e-a078bb4ea44f" providerId="ADAL" clId="{2B5C9632-1B6D-438A-AE41-66A30DF8D18A}" dt="2026-03-30T10:33:43.637" v="756"/>
          <ac:graphicFrameMkLst>
            <pc:docMk/>
            <pc:sldMk cId="2686080822" sldId="506"/>
            <ac:graphicFrameMk id="7" creationId="{B3650915-93CE-B860-77BC-410FE89DD033}"/>
          </ac:graphicFrameMkLst>
        </pc:graphicFrameChg>
      </pc:sldChg>
      <pc:sldChg chg="addSp modSp add mod">
        <pc:chgData name="Šedivec Tomáš" userId="5859117d-4fed-45af-939e-a078bb4ea44f" providerId="ADAL" clId="{2B5C9632-1B6D-438A-AE41-66A30DF8D18A}" dt="2026-03-30T10:36:38.997" v="785" actId="113"/>
        <pc:sldMkLst>
          <pc:docMk/>
          <pc:sldMk cId="1470154930" sldId="507"/>
        </pc:sldMkLst>
        <pc:spChg chg="mod">
          <ac:chgData name="Šedivec Tomáš" userId="5859117d-4fed-45af-939e-a078bb4ea44f" providerId="ADAL" clId="{2B5C9632-1B6D-438A-AE41-66A30DF8D18A}" dt="2026-03-30T10:36:38.997" v="785" actId="113"/>
          <ac:spMkLst>
            <pc:docMk/>
            <pc:sldMk cId="1470154930" sldId="507"/>
            <ac:spMk id="3" creationId="{62346578-9B39-409F-59E1-6D093D59203F}"/>
          </ac:spMkLst>
        </pc:spChg>
        <pc:graphicFrameChg chg="add mod">
          <ac:chgData name="Šedivec Tomáš" userId="5859117d-4fed-45af-939e-a078bb4ea44f" providerId="ADAL" clId="{2B5C9632-1B6D-438A-AE41-66A30DF8D18A}" dt="2026-03-30T10:35:09.051" v="771"/>
          <ac:graphicFrameMkLst>
            <pc:docMk/>
            <pc:sldMk cId="1470154930" sldId="507"/>
            <ac:graphicFrameMk id="6" creationId="{99379C1E-4462-F965-3211-C2C44B23B49A}"/>
          </ac:graphicFrameMkLst>
        </pc:graphicFrameChg>
      </pc:sldChg>
      <pc:sldChg chg="addSp delSp modSp new mod ord">
        <pc:chgData name="Šedivec Tomáš" userId="5859117d-4fed-45af-939e-a078bb4ea44f" providerId="ADAL" clId="{2B5C9632-1B6D-438A-AE41-66A30DF8D18A}" dt="2026-03-30T10:46:27.963" v="1030" actId="20577"/>
        <pc:sldMkLst>
          <pc:docMk/>
          <pc:sldMk cId="2357638511" sldId="508"/>
        </pc:sldMkLst>
        <pc:spChg chg="mod">
          <ac:chgData name="Šedivec Tomáš" userId="5859117d-4fed-45af-939e-a078bb4ea44f" providerId="ADAL" clId="{2B5C9632-1B6D-438A-AE41-66A30DF8D18A}" dt="2026-03-30T10:39:33.048" v="838" actId="20577"/>
          <ac:spMkLst>
            <pc:docMk/>
            <pc:sldMk cId="2357638511" sldId="508"/>
            <ac:spMk id="2" creationId="{ADC71420-376B-8418-09D0-B07707066053}"/>
          </ac:spMkLst>
        </pc:spChg>
        <pc:spChg chg="add del mod">
          <ac:chgData name="Šedivec Tomáš" userId="5859117d-4fed-45af-939e-a078bb4ea44f" providerId="ADAL" clId="{2B5C9632-1B6D-438A-AE41-66A30DF8D18A}" dt="2026-03-30T10:46:27.963" v="1030" actId="20577"/>
          <ac:spMkLst>
            <pc:docMk/>
            <pc:sldMk cId="2357638511" sldId="508"/>
            <ac:spMk id="3" creationId="{C95803B3-1D61-FF86-A541-A292160A5ADB}"/>
          </ac:spMkLst>
        </pc:spChg>
        <pc:graphicFrameChg chg="add mod">
          <ac:chgData name="Šedivec Tomáš" userId="5859117d-4fed-45af-939e-a078bb4ea44f" providerId="ADAL" clId="{2B5C9632-1B6D-438A-AE41-66A30DF8D18A}" dt="2026-03-30T10:39:38.914" v="840"/>
          <ac:graphicFrameMkLst>
            <pc:docMk/>
            <pc:sldMk cId="2357638511" sldId="508"/>
            <ac:graphicFrameMk id="6" creationId="{D91EA6CA-F752-0BF5-3B83-A0D3D7550693}"/>
          </ac:graphicFrameMkLst>
        </pc:graphicFrameChg>
      </pc:sldChg>
      <pc:sldChg chg="modSp add mod">
        <pc:chgData name="Šedivec Tomáš" userId="5859117d-4fed-45af-939e-a078bb4ea44f" providerId="ADAL" clId="{2B5C9632-1B6D-438A-AE41-66A30DF8D18A}" dt="2026-03-30T10:42:23.456" v="916" actId="113"/>
        <pc:sldMkLst>
          <pc:docMk/>
          <pc:sldMk cId="1970714336" sldId="509"/>
        </pc:sldMkLst>
        <pc:spChg chg="mod">
          <ac:chgData name="Šedivec Tomáš" userId="5859117d-4fed-45af-939e-a078bb4ea44f" providerId="ADAL" clId="{2B5C9632-1B6D-438A-AE41-66A30DF8D18A}" dt="2026-03-30T10:41:27.608" v="907" actId="20577"/>
          <ac:spMkLst>
            <pc:docMk/>
            <pc:sldMk cId="1970714336" sldId="509"/>
            <ac:spMk id="2" creationId="{9798433C-8AFD-BB66-03D0-B94521B72D25}"/>
          </ac:spMkLst>
        </pc:spChg>
        <pc:spChg chg="mod">
          <ac:chgData name="Šedivec Tomáš" userId="5859117d-4fed-45af-939e-a078bb4ea44f" providerId="ADAL" clId="{2B5C9632-1B6D-438A-AE41-66A30DF8D18A}" dt="2026-03-30T10:42:23.456" v="916" actId="113"/>
          <ac:spMkLst>
            <pc:docMk/>
            <pc:sldMk cId="1970714336" sldId="509"/>
            <ac:spMk id="3" creationId="{94BDB098-89EC-5CFC-9019-8A5F5E283C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E8805-B56C-4FAD-A9B2-E9EC334F86B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3118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30.03.2026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02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01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8492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2519704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28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59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62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950734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62604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6019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80602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0283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804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010716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9809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653668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88325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97787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101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4.sv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8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znalostni_baze:prezentace#seznam_clenu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kreditace_atestace?do=diff&amp;rev2%5B0%5D=1762183729&amp;rev2%5B1%5D=1769769939&amp;difftype=sidebyside" TargetMode="External"/><Relationship Id="rId2" Type="http://schemas.openxmlformats.org/officeDocument/2006/relationships/hyperlink" Target="https://archi.gov.cz/znalostni_baze:vicenasobne_podepisovani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chi.gov.cz/znalostni_baze:zjednodusene_formulare?do=diff&amp;rev2%5B0%5D=1770379435&amp;rev2%5B1%5D=1774365910&amp;difftype=sidebyside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znalostni_baze:pokyn_5bzoisvs" TargetMode="External"/><Relationship Id="rId3" Type="http://schemas.openxmlformats.org/officeDocument/2006/relationships/hyperlink" Target="https://archi.gov.cz/znalostni_baze:pokyn_prenesena_pusobnost" TargetMode="External"/><Relationship Id="rId7" Type="http://schemas.openxmlformats.org/officeDocument/2006/relationships/hyperlink" Target="https://archi.gov.cz/znalostni_baze:pokyn_sprava_dat" TargetMode="External"/><Relationship Id="rId2" Type="http://schemas.openxmlformats.org/officeDocument/2006/relationships/hyperlink" Target="https://archi.gov.cz/znalostni_baze:metodicky_pokyn_vlakno_ict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rchi.gov.cz/znalostni_baze:pokyn_statni_pravnicke_osoby" TargetMode="External"/><Relationship Id="rId5" Type="http://schemas.openxmlformats.org/officeDocument/2006/relationships/hyperlink" Target="https://archi.gov.cz/znalostni_baze:pokyn_formulare_b1" TargetMode="External"/><Relationship Id="rId4" Type="http://schemas.openxmlformats.org/officeDocument/2006/relationships/hyperlink" Target="https://archi.gov.cz/znalostni_baze:pokyn_zverejneni_provozni_dokumentac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280076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Výboru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č.1/2026 dne 30. 1. 2026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79E1-FFC6-F7C1-7E11-2EA1FEE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7A24ED-FC76-4EA3-B392-6ADF17DD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5CCBA-57DB-F0C3-A919-DBAF6586F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 fontScale="925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Technický úvod, pravidla videokonference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Hlavní program 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Nová struktura RVIS a postavení Výboru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Změny v Národní architektuře eGovernmentu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Architektonický vzor generického AIS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Diskuze na téma eSSL VS DMS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noProof="0" dirty="0"/>
              <a:t>Diskuze na téma </a:t>
            </a:r>
            <a:r>
              <a:rPr lang="cs-CZ" sz="2400" b="1" noProof="0" dirty="0" err="1"/>
              <a:t>EjFO</a:t>
            </a:r>
            <a:r>
              <a:rPr lang="cs-CZ" sz="2400" b="1" noProof="0" dirty="0"/>
              <a:t> - Digitální a informační agentura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Poznámky a nejasnosti členů pracovní skupiny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Závěr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B3FA339-504B-C102-3AAE-A9D749B3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A617E99-ECD4-9E55-3ACB-157DD63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788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94614" y="2095586"/>
            <a:ext cx="10445346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Nová struktura RVIS a postavení Výboru </a:t>
            </a:r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5D386D-19F0-6BF1-EEDD-4BB32D5C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367982" cy="1296000"/>
          </a:xfrm>
        </p:spPr>
        <p:txBody>
          <a:bodyPr/>
          <a:lstStyle/>
          <a:p>
            <a:r>
              <a:rPr lang="cs-CZ" dirty="0"/>
              <a:t>Nová struktura RVIS a postavení Výboru </a:t>
            </a:r>
            <a:endParaRPr lang="cs-CZ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4034-DDCB-04EE-435B-D9A39A49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000" b="1" noProof="0" dirty="0"/>
              <a:t>Nový statut RVIS – rada, předsednictvo, grémium, výbory, skupiny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000" b="1" dirty="0"/>
              <a:t>Výbor pro architekturu a řízení ICT vznikl rozhodnutím předsednictva na návrh grémia</a:t>
            </a:r>
            <a:endParaRPr lang="cs-CZ" sz="2000" b="1" noProof="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000" b="1" dirty="0"/>
              <a:t>Výbor zejména: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řídí činnost jim podřízených pracovních skupin 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řídí realizaci přidělených cílů a plní úkoly uložené Předsednictvem nebo Grémiem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připravuje podklady pro jednání Grémia nebo Předsednictva a předkládá návrhy usnesení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informuje Grémium o své činnosti a předkládá návrhy na opatření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realizuje cíle a plní úkoly uložené Radou, Předsednictvem nebo Grémiem 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spolupracuje s příslušnými orgány státní správy, komorami Parlamentu České republiky, hlavními zájmovými skupinami a zainteresovanou veřejností</a:t>
            </a:r>
          </a:p>
          <a:p>
            <a:pPr marL="745200" lvl="1" indent="-457200">
              <a:spcBef>
                <a:spcPts val="0"/>
              </a:spcBef>
              <a:buFont typeface="+mj-lt"/>
              <a:buAutoNum type="alphaLcParenR"/>
            </a:pPr>
            <a:r>
              <a:rPr lang="cs-CZ" sz="2000" dirty="0"/>
              <a:t>zpracovává návrhy dílčích i systémových opatření v oblasti informační společnosti, eGovernmentu a ICT ve veřejné správě</a:t>
            </a:r>
            <a:endParaRPr lang="cs-CZ" sz="2000" b="1" noProof="0" dirty="0">
              <a:solidFill>
                <a:schemeClr val="accent1"/>
              </a:solidFill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6AAEF49-1176-260A-5961-91974C29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BE69C68-573B-60B9-C189-591E00F6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042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65DC-99BB-D9B9-EE13-E359A462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64B393-C1D0-1543-A119-A665C479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419936" cy="1296000"/>
          </a:xfrm>
        </p:spPr>
        <p:txBody>
          <a:bodyPr/>
          <a:lstStyle/>
          <a:p>
            <a:r>
              <a:rPr lang="cs-CZ" dirty="0"/>
              <a:t>Nová struktura RVIS a postavení Výboru </a:t>
            </a:r>
            <a:endParaRPr lang="cs-CZ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09707-B7A4-8869-4F39-9C50E597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cs-CZ" sz="2400" dirty="0"/>
              <a:t>Členy výboru a jemu podřízených pracovních skupin jmenuje a odvolává předseda výboru. Předsedy výborů jmenuje a odvolává Předsednictvo Rady. Členy výborů a pracovních skupin může jmenovat a odvolat též předseda Rady.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cs-CZ" sz="2000" noProof="0" dirty="0">
              <a:solidFill>
                <a:schemeClr val="accent1"/>
              </a:solidFill>
            </a:endParaRP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800" noProof="0" dirty="0">
                <a:solidFill>
                  <a:schemeClr val="accent1"/>
                </a:solidFill>
              </a:rPr>
              <a:t>Předseda Výboru – Tomáš Šedivec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800" dirty="0">
                <a:solidFill>
                  <a:schemeClr val="accent1"/>
                </a:solidFill>
              </a:rPr>
              <a:t>Tajemník Výboru – zatím neobsazeno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800" noProof="0" dirty="0">
                <a:solidFill>
                  <a:schemeClr val="accent1"/>
                </a:solidFill>
              </a:rPr>
              <a:t>Členové </a:t>
            </a:r>
            <a:r>
              <a:rPr lang="cs-CZ" sz="2800" dirty="0">
                <a:solidFill>
                  <a:schemeClr val="accent1"/>
                </a:solidFill>
              </a:rPr>
              <a:t>výboru – viz </a:t>
            </a:r>
            <a:r>
              <a:rPr lang="cs-CZ" sz="2800" dirty="0">
                <a:solidFill>
                  <a:schemeClr val="accent1"/>
                </a:solidFill>
                <a:hlinkClick r:id="rId2"/>
              </a:rPr>
              <a:t>https://archi.gov.cz/znalostni_baze:prezentace#seznam_clenu</a:t>
            </a:r>
            <a:r>
              <a:rPr lang="cs-CZ" sz="2800" dirty="0">
                <a:solidFill>
                  <a:schemeClr val="accent1"/>
                </a:solidFill>
              </a:rPr>
              <a:t> </a:t>
            </a:r>
            <a:endParaRPr lang="cs-CZ" sz="2800" noProof="0" dirty="0">
              <a:solidFill>
                <a:schemeClr val="accent1"/>
              </a:solidFill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A2F8D8-315E-16CC-FE5C-1635D2DB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B0158EA-A9CB-3E16-2190-F21AAC80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652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A268-8DEC-3EEB-5813-E9FDBB26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FD28BF-86E3-0B43-32E1-546A38B1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326418" cy="1296000"/>
          </a:xfrm>
        </p:spPr>
        <p:txBody>
          <a:bodyPr/>
          <a:lstStyle/>
          <a:p>
            <a:r>
              <a:rPr lang="cs-CZ" dirty="0"/>
              <a:t>Nová struktura RVIS a postavení Výboru </a:t>
            </a:r>
            <a:endParaRPr lang="cs-CZ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3DCE43-2AC1-5076-A202-2D1437D62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endParaRPr lang="cs-CZ" sz="4000" dirty="0"/>
          </a:p>
          <a:p>
            <a:pPr algn="ctr">
              <a:spcBef>
                <a:spcPts val="0"/>
              </a:spcBef>
            </a:pPr>
            <a:r>
              <a:rPr lang="cs-CZ" sz="4000" dirty="0"/>
              <a:t>Usnesení č. 1/1/2026</a:t>
            </a:r>
          </a:p>
          <a:p>
            <a:pPr algn="ctr">
              <a:spcBef>
                <a:spcPts val="0"/>
              </a:spcBef>
            </a:pPr>
            <a:r>
              <a:rPr lang="cs-CZ" sz="4000" dirty="0"/>
              <a:t>Výbor bere na vědomí informace o struktuře RVIS a postavení Výbor seznam členů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F7142D7-BAFC-F3C8-32D2-244582CB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8AA0DB3-A12A-1B22-ECE4-DD5E41EC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6852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68EE-81CA-C834-77B7-A1258700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7A6C11-42CE-F8C2-B8AA-3281D596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135D5A-1C30-03D7-BD46-D7AE2415B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cs-CZ" sz="2400" dirty="0"/>
              <a:t>Viz také https://archi.gov.cz/vyhledavani:changelog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Vícenásobné podpisy v digitálních službách </a:t>
            </a:r>
            <a:r>
              <a:rPr lang="cs-CZ" sz="2400" dirty="0">
                <a:hlinkClick r:id="rId2"/>
              </a:rPr>
              <a:t>https://archi.gov.cz/znalostni_baze:vicenasobne_podepisovani</a:t>
            </a:r>
            <a:endParaRPr lang="cs-CZ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Akreditace a atestace </a:t>
            </a:r>
            <a:r>
              <a:rPr lang="cs-CZ" sz="2400" dirty="0">
                <a:hlinkClick r:id="rId3"/>
              </a:rPr>
              <a:t>https://archi.gov.cz/znalostni_baze:akreditace_atestace?do=diff&amp;rev2%5B0%5D=1762183729&amp;rev2%5B1%5D=1769769939&amp;difftype=sidebyside</a:t>
            </a:r>
            <a:r>
              <a:rPr lang="cs-CZ" sz="2400" dirty="0"/>
              <a:t> 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Zjednodušené formuláře </a:t>
            </a:r>
            <a:r>
              <a:rPr lang="cs-CZ" sz="2400" dirty="0">
                <a:hlinkClick r:id="rId4"/>
              </a:rPr>
              <a:t>https://archi.gov.cz/znalostni_baze:zjednodusene_formulare?do=diff&amp;rev2%5B0%5D=1770379435&amp;rev2%5B1%5D=1774365910&amp;difftype=sidebyside</a:t>
            </a:r>
            <a:r>
              <a:rPr lang="cs-CZ" sz="2400" dirty="0"/>
              <a:t>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E5867AB-D8B8-A444-FBEA-B2A452B6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678EB6-7DC6-7929-4881-2A52372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2493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1D1D-A838-5149-F0B5-AD888F59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6F708B-03D1-1F6E-EED0-1637F09B6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2000"/>
            <a:ext cx="11212613" cy="1296000"/>
          </a:xfrm>
        </p:spPr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FF3392-4390-1122-7DE3-4984CFFF6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</a:pPr>
            <a:r>
              <a:rPr lang="cs-CZ" sz="2400" dirty="0"/>
              <a:t>Metodické pokyny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Metodický pokyn k architektonické změně – nový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Metodiky pokyn k informačním koncepcím OVS </a:t>
            </a: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2" tooltip="znalostni_baze:metodicky_pokyn_vlakno_ict"/>
              </a:rPr>
              <a:t>Metodický pokyn k řízení záměru (projektu) IT/ICT pro digitální zmocněnce Ústředními správní úřady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3" tooltip="znalostni_baze:pokyn_prenesena_pusobnost"/>
              </a:rPr>
              <a:t>Metodický pokyn k procesu přenosu podání mezi informačními systémy veřejné správy a orgány veřejné správy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4" tooltip="znalostni_baze:pokyn_zverejneni_provozni_dokumentace"/>
              </a:rPr>
              <a:t>Metodický pokyn ke zveřejňování informací v sadách dokumentací provozní dokumentace informačního systému veřejné správy způsobem umožňujícím dálkový přístup spojených s kybernetickou bezpečností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5" tooltip="znalostni_baze:pokyn_formulare_b1"/>
              </a:rPr>
              <a:t>Metodický pokyn k ukončení přijmu a zpracování formulářů typu B1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6" tooltip="znalostni_baze:pokyn_statni_pravnicke_osoby"/>
              </a:rPr>
              <a:t>Metodický pokyn státním právnickým osobám ke správě informačních systémů veřejné správy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7" tooltip="znalostni_baze:pokyn_sprava_dat"/>
              </a:rPr>
              <a:t>Metodický pokyn ke správě dat dle vyhlášky č. 360/2023 Sb., o dlouhodobém řízení informačních systémů veřejné správy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cs-CZ" sz="2400" b="0" i="0" u="none" strike="noStrike" dirty="0">
                <a:solidFill>
                  <a:srgbClr val="337AB7"/>
                </a:solidFill>
                <a:effectLst/>
                <a:latin typeface="Helvetica Neue"/>
                <a:hlinkClick r:id="rId8" tooltip="znalostni_baze:pokyn_5bzoisvs"/>
              </a:rPr>
              <a:t>Metodický pokyn k aplikaci § 5b zákona č. 365/2000 Sb., o informačních systémech veřejné správy</a:t>
            </a:r>
            <a:endParaRPr lang="cs-CZ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C0DBDAE-4D31-1C4B-2864-925E3CDE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178FA12-7070-D8C9-B590-E82B36D0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4644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B6A0-C6E5-D4E4-FFB8-60214DA4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9A0916-E3EA-6AED-EEBA-7694C2A2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D96F4C-8B16-A339-B0B4-F56BD78C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endParaRPr lang="cs-CZ" sz="4000" dirty="0"/>
          </a:p>
          <a:p>
            <a:pPr algn="ctr">
              <a:spcBef>
                <a:spcPts val="0"/>
              </a:spcBef>
            </a:pPr>
            <a:r>
              <a:rPr lang="cs-CZ" sz="4000" dirty="0"/>
              <a:t>Usnesení č. 2/1/2026</a:t>
            </a:r>
          </a:p>
          <a:p>
            <a:pPr algn="ctr">
              <a:spcBef>
                <a:spcPts val="0"/>
              </a:spcBef>
            </a:pPr>
            <a:r>
              <a:rPr lang="cs-CZ" sz="4000" dirty="0"/>
              <a:t>Výbor schvaluje změny v Národní architektuře eGovernmentu a metodické pokyny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906272-5ECB-EEED-B728-2A0A405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78BC87D-AAF5-CE5B-1567-20E4BA04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513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Architektonický vzor generického AIS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C71420-376B-8418-09D0-B0770706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je </a:t>
            </a:r>
            <a:r>
              <a:rPr lang="pl-PL" dirty="0" err="1"/>
              <a:t>generický</a:t>
            </a:r>
            <a:r>
              <a:rPr lang="pl-PL" dirty="0"/>
              <a:t> AIS a k </a:t>
            </a:r>
            <a:r>
              <a:rPr lang="pl-PL" dirty="0" err="1"/>
              <a:t>čemu</a:t>
            </a:r>
            <a:r>
              <a:rPr lang="pl-PL" dirty="0"/>
              <a:t> </a:t>
            </a:r>
            <a:r>
              <a:rPr lang="pl-PL" dirty="0" err="1"/>
              <a:t>slouží</a:t>
            </a:r>
            <a:r>
              <a:rPr lang="pl-PL" dirty="0"/>
              <a:t>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5803B3-1D61-FF86-A541-A292160A5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Generický agendový informační systém (AIS) je</a:t>
            </a:r>
            <a:r>
              <a:rPr lang="cs-CZ" sz="2000" b="1" dirty="0"/>
              <a:t> dlouhodobě řízená digitální schopnost veřejné správy</a:t>
            </a:r>
            <a:r>
              <a:rPr lang="cs-CZ" sz="2000" dirty="0"/>
              <a:t>, která podporuje výkon jedné nebo více agend, nikoli pouze technický produkt.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AIS je navrhován v souladu s </a:t>
            </a:r>
            <a:r>
              <a:rPr lang="cs-CZ" sz="2000" b="1" dirty="0"/>
              <a:t>Informační koncepcí ČR</a:t>
            </a:r>
            <a:r>
              <a:rPr lang="cs-CZ" sz="2000" dirty="0"/>
              <a:t>, NAR, NAP a zákonnými povinnostmi správců ISVS a je součástí </a:t>
            </a:r>
            <a:r>
              <a:rPr lang="cs-CZ" sz="2000" b="1" dirty="0"/>
              <a:t>propojeného datového fondu veřejné správy</a:t>
            </a:r>
            <a:r>
              <a:rPr lang="cs-CZ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Architektura AIS musí vycházet </a:t>
            </a:r>
            <a:r>
              <a:rPr lang="cs-CZ" sz="2000" b="1" dirty="0"/>
              <a:t>od agendy, služby a úkonu</a:t>
            </a:r>
            <a:r>
              <a:rPr lang="cs-CZ" sz="2000" dirty="0"/>
              <a:t>, nikoli od technologií či formulářů, a podporovat princip pouze jednou - tedy že </a:t>
            </a:r>
            <a:r>
              <a:rPr lang="cs-CZ" sz="2000" b="1" dirty="0"/>
              <a:t>obíhají data, nikoli občan</a:t>
            </a:r>
            <a:r>
              <a:rPr lang="cs-CZ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Vzor slouží jako </a:t>
            </a:r>
            <a:r>
              <a:rPr lang="cs-CZ" sz="2000" b="1" dirty="0"/>
              <a:t>referenční a opakovatelný základ </a:t>
            </a:r>
            <a:r>
              <a:rPr lang="cs-CZ" sz="2000" dirty="0"/>
              <a:t>pro návrh, pořizování, rozvoj, provoz i posuzování AIS v celém jeho životním cyklu.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E6A331F-C508-B559-DAEC-A9EB7475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C317577-E7B5-B255-D638-E9BFC479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7638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A6FD-0BC2-2C06-4A15-E109F8E3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8433C-8AFD-BB66-03D0-B94521B7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Důsledky</a:t>
            </a:r>
            <a:r>
              <a:rPr lang="pl-PL" dirty="0"/>
              <a:t> pro </a:t>
            </a:r>
            <a:r>
              <a:rPr lang="pl-PL" dirty="0" err="1"/>
              <a:t>návrh</a:t>
            </a:r>
            <a:r>
              <a:rPr lang="pl-PL" dirty="0"/>
              <a:t>, řízení a </a:t>
            </a:r>
            <a:r>
              <a:rPr lang="pl-PL" dirty="0" err="1"/>
              <a:t>provoz</a:t>
            </a:r>
            <a:r>
              <a:rPr lang="pl-PL" dirty="0"/>
              <a:t>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BDB098-89EC-5CFC-9019-8A5F5E28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AIS musí být </a:t>
            </a:r>
            <a:r>
              <a:rPr lang="cs-CZ" sz="2000" b="1" dirty="0"/>
              <a:t>integrovanou součástí architektury státu</a:t>
            </a:r>
            <a:r>
              <a:rPr lang="cs-CZ" sz="2000" dirty="0"/>
              <a:t>, využívat centrální služby eGovernmentu, referenční rozhraní, základní registry a komunikační infrastrukturu veřejné správy.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Návrh AIS vyžaduje </a:t>
            </a:r>
            <a:r>
              <a:rPr lang="cs-CZ" sz="2000" b="1" dirty="0"/>
              <a:t>jasné rozdělení odpovědností </a:t>
            </a:r>
            <a:r>
              <a:rPr lang="cs-CZ" sz="2000" dirty="0"/>
              <a:t>mezi věcného a technického správce a řízení celého životního cyklu od vzniku přes provoz až po ukončení a archivaci.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Architektura musí podporovat </a:t>
            </a:r>
            <a:r>
              <a:rPr lang="cs-CZ" sz="2000" b="1" dirty="0"/>
              <a:t>interoperabilitu, sdílení dat, více obslužných kanálů služeb </a:t>
            </a:r>
            <a:r>
              <a:rPr lang="cs-CZ" sz="2000" dirty="0"/>
              <a:t>a zamezovat vzniku izolovaných datových sil a duplicit.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AIS má být </a:t>
            </a:r>
            <a:r>
              <a:rPr lang="cs-CZ" sz="2000" b="1" dirty="0" err="1"/>
              <a:t>auditovatelný</a:t>
            </a:r>
            <a:r>
              <a:rPr lang="cs-CZ" sz="2000" b="1" dirty="0"/>
              <a:t>, provozně udržitelný, technologicky neutrální</a:t>
            </a:r>
            <a:r>
              <a:rPr lang="cs-CZ" sz="2000" dirty="0"/>
              <a:t>, s možností migrace dat, řízeného exitu a bez nepřiměřené závislosti na jednom dodavateli.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54EC691-9437-E205-3629-162E5CEF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ACDE4F5-9CF2-A45A-E47A-73FE4720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07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6C9-D1CA-3745-D7DA-8405A8EA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000CA3-7C1D-8BCB-AD63-A20A5C41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Programové prohlášení vlády a hospodářská strategie 2.0_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6A42D5-5856-25AD-0198-DE5125F96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 numCol="1">
            <a:normAutofit/>
          </a:bodyPr>
          <a:lstStyle/>
          <a:p>
            <a:pPr marL="342900" indent="-342900">
              <a:buFontTx/>
              <a:buChar char="-"/>
            </a:pPr>
            <a:r>
              <a:rPr lang="cs-CZ" sz="2000" dirty="0"/>
              <a:t>Obecně: </a:t>
            </a:r>
            <a:r>
              <a:rPr lang="cs-CZ" sz="2000" dirty="0" err="1"/>
              <a:t>Debyrokratizace</a:t>
            </a:r>
            <a:r>
              <a:rPr lang="cs-CZ" sz="2000" dirty="0"/>
              <a:t>, Data, Architektura, Pouze jednou, Univerzální podání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Povinné integrační platformy (2027)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Zavedení „data trust“ principu pro sdílení dat mezi úřady a soukromým sektorem (2027)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Připojení na ISSS (2029)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Služby na KMVS (2029)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Automatizace procesů pomocí AI (2029)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Úprava AIS podle NAP (2029)</a:t>
            </a:r>
          </a:p>
          <a:p>
            <a:pPr marL="285750" indent="-285750">
              <a:buFontTx/>
              <a:buChar char="-"/>
            </a:pPr>
            <a:r>
              <a:rPr lang="cs-CZ" sz="2000" dirty="0"/>
              <a:t>Povinné API (2030)</a:t>
            </a:r>
          </a:p>
          <a:p>
            <a:pPr marL="285750" indent="-285750">
              <a:buFontTx/>
              <a:buChar char="-"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1B16492-4A80-7F69-B2EF-70EE5729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7674B0-94F6-9764-5271-57FAD9F6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380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2942A-9E21-A688-F072-11C99F3F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kontroly na </a:t>
            </a:r>
            <a:r>
              <a:rPr lang="cs-CZ" dirty="0" err="1"/>
              <a:t>oha</a:t>
            </a:r>
            <a:r>
              <a:rPr lang="cs-CZ" dirty="0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81BF5D-E3DE-957C-884E-D0AD7A4F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8474"/>
            <a:ext cx="5556000" cy="4681596"/>
          </a:xfrm>
        </p:spPr>
        <p:txBody>
          <a:bodyPr numCol="1">
            <a:normAutofit fontScale="92500" lnSpcReduction="10000"/>
          </a:bodyPr>
          <a:lstStyle/>
          <a:p>
            <a:r>
              <a:rPr lang="cs-CZ" sz="2000" dirty="0"/>
              <a:t>Povinné subjekty: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orgány veřejné správy (</a:t>
            </a:r>
            <a:r>
              <a:rPr lang="cs-CZ" b="1" dirty="0" err="1"/>
              <a:t>ZoISVS</a:t>
            </a:r>
            <a:r>
              <a:rPr lang="cs-CZ" b="1" dirty="0"/>
              <a:t>)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ústřední správní úřady včetně jejich organizací (UV86/2020)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žadatelé o dotaci z evropských strukturálních fondů</a:t>
            </a:r>
          </a:p>
          <a:p>
            <a:r>
              <a:rPr lang="cs-CZ" dirty="0"/>
              <a:t>Žádosti: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Dokumentace programu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Investiční záměry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Projekty určených IS</a:t>
            </a:r>
          </a:p>
          <a:p>
            <a:pPr marL="285750" indent="-285750">
              <a:buFontTx/>
              <a:buChar char="-"/>
            </a:pPr>
            <a:r>
              <a:rPr lang="cs-CZ" b="1" dirty="0"/>
              <a:t>Uvedení služby do provozu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B797C12-28FE-A1A5-A033-3EAADE9F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E3C09BF-DC05-60E4-F6BE-53FE6D50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BD2FE5A-AA20-6017-B3AC-1E9E680EE304}"/>
              </a:ext>
            </a:extLst>
          </p:cNvPr>
          <p:cNvSpPr txBox="1">
            <a:spLocks/>
          </p:cNvSpPr>
          <p:nvPr/>
        </p:nvSpPr>
        <p:spPr>
          <a:xfrm>
            <a:off x="6196613" y="1288474"/>
            <a:ext cx="5556000" cy="4681595"/>
          </a:xfrm>
          <a:prstGeom prst="rect">
            <a:avLst/>
          </a:prstGeom>
        </p:spPr>
        <p:txBody>
          <a:bodyPr vert="horz" lIns="0" tIns="0" rIns="0" bIns="0" numCol="1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8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Vytvoření architektonického vzoru generického AIS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Kontrola plnění shody s generickým vzorem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Neshoda v případě „jednou a dost“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cs-CZ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zamítnutí žádosti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Realizace bez souhlasného posouzení  </a:t>
            </a:r>
            <a:r>
              <a:rPr kumimoji="0" lang="cs-CZ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porušení rozpočtové kázně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§ 5c </a:t>
            </a:r>
            <a:r>
              <a:rPr kumimoji="0" lang="pl-P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odst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. 3 </a:t>
            </a:r>
            <a:r>
              <a:rPr kumimoji="0" lang="pl-P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ZoISVS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l-P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Zjištění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pl-P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nesouladu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mimo </a:t>
            </a:r>
            <a:r>
              <a:rPr kumimoji="0" lang="pl-P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schvalování</a:t>
            </a:r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OHA  </a:t>
            </a:r>
            <a:r>
              <a:rPr kumimoji="0" lang="pl-P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řešení</a:t>
            </a:r>
            <a:r>
              <a:rPr kumimoji="0" 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pl-P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ve</a:t>
            </a:r>
            <a:r>
              <a:rPr kumimoji="0" 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pl-P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struktuře</a:t>
            </a:r>
            <a:r>
              <a:rPr kumimoji="0" lang="pl-PL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RVIS</a:t>
            </a:r>
            <a:endParaRPr kumimoji="0" lang="cs-CZ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Wingdings" pitchFamily="2" charset="2"/>
              <a:buNone/>
              <a:tabLst/>
              <a:defRPr/>
            </a:pP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5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A2C4-9CBD-73EB-878C-8A62D705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818F4C-F7FC-13E3-6810-95A5091F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Mají obíhat data a </a:t>
            </a:r>
            <a:r>
              <a:rPr lang="cs-CZ" dirty="0" err="1"/>
              <a:t>nE</a:t>
            </a:r>
            <a:r>
              <a:rPr lang="cs-CZ" dirty="0"/>
              <a:t> lidé_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E05E7B-77DB-9AD4-654C-6C0FAF6CB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5556000" cy="4144869"/>
          </a:xfrm>
        </p:spPr>
        <p:txBody>
          <a:bodyPr numCol="1">
            <a:normAutofit/>
          </a:bodyPr>
          <a:lstStyle/>
          <a:p>
            <a:pPr algn="ctr"/>
            <a:r>
              <a:rPr lang="cs-CZ" sz="2000" dirty="0"/>
              <a:t>Digitalizace veřejné správy stojí na jednoduchém principu</a:t>
            </a:r>
          </a:p>
          <a:p>
            <a:r>
              <a:rPr lang="cs-CZ" sz="2000" b="1" i="1" dirty="0">
                <a:solidFill>
                  <a:schemeClr val="accent1"/>
                </a:solidFill>
              </a:rPr>
              <a:t>občan nemá obíhat úřady – mají obíhat data</a:t>
            </a:r>
            <a:r>
              <a:rPr lang="cs-CZ" sz="2000" dirty="0"/>
              <a:t>.</a:t>
            </a:r>
          </a:p>
          <a:p>
            <a:pPr algn="ctr"/>
            <a:r>
              <a:rPr lang="cs-CZ" sz="2000" b="1" dirty="0"/>
              <a:t>Tento princip říkáme už 20 let</a:t>
            </a:r>
            <a:endParaRPr lang="cs-CZ" sz="2000" dirty="0"/>
          </a:p>
          <a:p>
            <a:pPr algn="ctr"/>
            <a:br>
              <a:rPr lang="cs-CZ" dirty="0"/>
            </a:br>
            <a:r>
              <a:rPr lang="cs-CZ" b="1" dirty="0"/>
              <a:t>Proč to pořád nefunguje?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D7075C-7977-01FF-81E2-3E394E06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DE2A0EA-492B-AF13-11BA-9E6D861F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4CCAF17F-8934-9D59-9C19-9879EE3DCF32}"/>
              </a:ext>
            </a:extLst>
          </p:cNvPr>
          <p:cNvSpPr txBox="1">
            <a:spLocks/>
          </p:cNvSpPr>
          <p:nvPr/>
        </p:nvSpPr>
        <p:spPr>
          <a:xfrm>
            <a:off x="6196613" y="1825200"/>
            <a:ext cx="5556000" cy="4144869"/>
          </a:xfrm>
          <a:prstGeom prst="rect">
            <a:avLst/>
          </a:prstGeom>
        </p:spPr>
        <p:txBody>
          <a:bodyPr vert="horz" lIns="0" tIns="0" rIns="0" bIns="0" numCol="1" rtlCol="0" anchor="t" anchorCtr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8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76000" indent="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2007 – Czech POINT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2009 – Datové schránky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2012 – Základní registry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2015 – Schvalování OHA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2016 – </a:t>
            </a:r>
            <a:r>
              <a:rPr kumimoji="0" lang="cs-CZ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eGSB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/ISSS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2017 – </a:t>
            </a:r>
            <a:r>
              <a:rPr kumimoji="0" lang="cs-CZ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eIdentita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2018 – Portál občana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2020 – ZoPDS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2023 – Fikce podpisu v ISVS</a:t>
            </a: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 – </a:t>
            </a:r>
            <a:r>
              <a:rPr kumimoji="0" lang="cs-CZ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ReZa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61750" marR="0" lvl="2" indent="-28575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>
                <a:solidFill>
                  <a:srgbClr val="000000"/>
                </a:solidFill>
              </a:rPr>
              <a:t>2025 – zjednodušené formuláře 2.0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368537"/>
              </a:buClr>
              <a:buSzTx/>
              <a:buFont typeface="Wingdings" pitchFamily="2" charset="2"/>
              <a:buNone/>
              <a:tabLst/>
              <a:defRPr/>
            </a:pP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835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7D3EE-E4A9-3B25-2019-510D1622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2D51F2-F545-5A10-6E97-46883650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Posuzování principu pouze jednou_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CF67F9-9136-CEB5-39F9-7E7A0FD6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8474"/>
            <a:ext cx="11112000" cy="4681596"/>
          </a:xfrm>
        </p:spPr>
        <p:txBody>
          <a:bodyPr numCol="1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Princip „pouze jednou“ je </a:t>
            </a:r>
            <a:r>
              <a:rPr lang="cs-CZ" sz="2000" b="1" dirty="0"/>
              <a:t>základním pravidlem digitální veřejné správy</a:t>
            </a:r>
            <a:r>
              <a:rPr lang="cs-CZ" sz="2000" dirty="0"/>
              <a:t>: údaj poskytnutý nebo vedený v ISVS nemá být znovu vyžadován od klienta, pokud jej lze získat sdílením mezi orgány veřejné moci.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Referenční rozhraní veřejné správy je standardním nástrojem </a:t>
            </a:r>
            <a:r>
              <a:rPr lang="cs-CZ" sz="2000" dirty="0"/>
              <a:t>pro naplnění tohoto principu – zajišťuje předvídatelné, opakovatelné a kontrolovatelné sdílení údajů.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Výjimka z publikace údajů není běžný režim</a:t>
            </a:r>
            <a:r>
              <a:rPr lang="cs-CZ" sz="2000" dirty="0"/>
              <a:t>, ale mimořádný postup, který lze připustit pouze restriktivně, dočasně a po individuálním posouzení.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Výchozí pravidlo metodiky: </a:t>
            </a:r>
            <a:r>
              <a:rPr lang="cs-CZ" sz="2000" b="1" dirty="0"/>
              <a:t>výjimka se neuděluje</a:t>
            </a:r>
            <a:r>
              <a:rPr lang="cs-CZ" sz="2000" dirty="0"/>
              <a:t>, pokud neexistuje prokazatelné řešení, které v materiálním smyslu plně nahrazuje účel referenčního rozhraní.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988600E-3E2D-EFFE-4E96-A2991B01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B1A0A61-81D5-8C11-45D4-59B9038D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6080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C2268-7409-5D52-A962-9DF563D6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0C9D3-ABDF-90A7-F605-E474A571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Posuzování principu pouze jednou_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346578-9B39-409F-59E1-6D093D59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8474"/>
            <a:ext cx="11112000" cy="4681596"/>
          </a:xfrm>
        </p:spPr>
        <p:txBody>
          <a:bodyPr numCol="1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Výjimku lze zvažovat pouze tehdy, pokud ISVS </a:t>
            </a:r>
            <a:r>
              <a:rPr lang="cs-CZ" sz="2000" b="1" dirty="0"/>
              <a:t>fakticky poskytuje údaje veřejné správě </a:t>
            </a:r>
            <a:r>
              <a:rPr lang="cs-CZ" sz="2000" dirty="0"/>
              <a:t>stabilním, dokumentovaným rozhraním v garantované kvalitě a bez nutnosti součinnosti klienta.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Nelze udělit výjimku</a:t>
            </a:r>
            <a:r>
              <a:rPr lang="cs-CZ" sz="2000" dirty="0"/>
              <a:t>, pokud:</a:t>
            </a:r>
          </a:p>
          <a:p>
            <a:pPr marL="630900" lvl="1" indent="-342900">
              <a:buFont typeface="Arial" panose="020B0604020202020204" pitchFamily="34" charset="0"/>
              <a:buChar char="•"/>
            </a:pPr>
            <a:r>
              <a:rPr lang="cs-CZ" sz="2000" dirty="0"/>
              <a:t>správce žádné údaje nepublikuje,</a:t>
            </a:r>
          </a:p>
          <a:p>
            <a:pPr marL="630900" lvl="1" indent="-342900">
              <a:buFont typeface="Arial" panose="020B0604020202020204" pitchFamily="34" charset="0"/>
              <a:buChar char="•"/>
            </a:pPr>
            <a:r>
              <a:rPr lang="cs-CZ" sz="2000" dirty="0"/>
              <a:t>existuje poptávka orgánů veřejné moci po datech na referenčním rozhraní,</a:t>
            </a:r>
          </a:p>
          <a:p>
            <a:pPr marL="630900" lvl="1" indent="-342900">
              <a:buFont typeface="Arial" panose="020B0604020202020204" pitchFamily="34" charset="0"/>
              <a:buChar char="•"/>
            </a:pPr>
            <a:r>
              <a:rPr lang="cs-CZ" sz="2000" dirty="0"/>
              <a:t>nebo by výjimka vedla k opětovnému dokládání údajů klientem.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Rozhodnutí o výjimce musí být </a:t>
            </a:r>
            <a:r>
              <a:rPr lang="cs-CZ" sz="2000" b="1" dirty="0"/>
              <a:t>řádně odůvodněné, časově omezené a pravidelně přezkoumávané</a:t>
            </a:r>
            <a:r>
              <a:rPr lang="cs-CZ" sz="2000" dirty="0"/>
              <a:t> a vždy směřovat k budoucí plné publikaci údajů.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Dlouhodobý cíl zůstává neměnný: </a:t>
            </a:r>
            <a:r>
              <a:rPr lang="cs-CZ" sz="2000" b="1" dirty="0"/>
              <a:t>standardní sdílení údajů prostřednictvím referenčního rozhraní</a:t>
            </a:r>
            <a:r>
              <a:rPr lang="cs-CZ" sz="2000" dirty="0"/>
              <a:t>, interoperabilita veřejné správy a ochrana klienta před integračními nedostatky státu.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FADDF5D-B22C-6141-25A6-FB55838D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80CC5E5-89E9-FA56-CE46-8A8C1B51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1000" b="0" i="0" u="none" strike="noStrike" kern="1200" cap="none" spc="0" normalizeH="0" baseline="0" noProof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0154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7CE2-A565-DF1B-F6D5-263894A8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D02A1D-CF48-1441-7A17-E9DEEB731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682400-08C4-A131-30DA-74E54E0AB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endParaRPr lang="cs-CZ" sz="4000" dirty="0"/>
          </a:p>
          <a:p>
            <a:pPr algn="ctr">
              <a:spcBef>
                <a:spcPts val="0"/>
              </a:spcBef>
            </a:pPr>
            <a:r>
              <a:rPr lang="cs-CZ" sz="4000" dirty="0"/>
              <a:t>Usnesení č. 3/1/2026</a:t>
            </a:r>
          </a:p>
          <a:p>
            <a:pPr algn="ctr">
              <a:spcBef>
                <a:spcPts val="0"/>
              </a:spcBef>
            </a:pPr>
            <a:r>
              <a:rPr lang="cs-CZ" sz="4000" dirty="0"/>
              <a:t>Výbor bere na vědomí informace o prioritách, posuzování principu pouze jednou, včetně metodiky a schvaluje architektonický vzor generického AIS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0FED5DE-E3DA-0EAE-AC9F-BF3D9AFB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65B45AC-8CA2-4E76-AA9A-89C2681C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1884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733B-97F3-62A3-1BA7-50FD543D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68E191-9A38-92FA-C3A6-60402F4A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Diskuze: EJFO – Evidence jiných fyzických osob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984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A8EF-A913-6D00-9673-50861745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E36E7B-D170-1E89-6E4D-B83F9E6A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Diskuze: EJFO</a:t>
            </a:r>
            <a:endParaRPr lang="cs-CZ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AD086D-0768-1D96-B2E6-F5F859E96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Problém od spuštění ZR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Legislativně podchycen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OVM si nechtějí vzít zodpovědnost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DIA se snaží přijít s novými impulzy – jednotná transliterace, opuštění primárního editora, reklamace za DIA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84FB64D-B962-0308-3238-88E9A829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5C256CA-314B-583E-6C3A-B9CB4891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1305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 </a:t>
            </a:r>
            <a:r>
              <a:rPr lang="pt-BR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eSSL VS DMS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9720D-1665-9719-1C74-A4B39AA3D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F835D0-FDE5-9F93-579A-B0D47639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Diskuze: eSSL vs DMS</a:t>
            </a:r>
            <a:endParaRPr lang="cs-CZ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A598D2-1418-F965-B9D4-EC83162F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6360"/>
            <a:ext cx="11113200" cy="468371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Všichni musí mít atestovanou eSSL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eSSL je určený IS, k jehož změně je potřeba stanovisko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3600" dirty="0"/>
              <a:t>OHA se bude snažit maximálně zjednodušit povinnost – velmi zjednodušeným hlášením v isdr.gov.cz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00FBE04-4477-6427-11B2-BB82269A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ea typeface="+mn-ea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2088DF8-B64B-08BD-A52A-60A30D0E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53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CC03-B802-8AF7-0FF8-AAC9C3D2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5CB244-4A2D-D5C0-E353-F354D8E0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členů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Výboru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383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190FEA-B12C-4D17-B78C-B5BAA36B166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8993</TotalTime>
  <Words>1489</Words>
  <Application>Microsoft Office PowerPoint</Application>
  <PresentationFormat>Širokoúhlá obrazovka</PresentationFormat>
  <Paragraphs>173</Paragraphs>
  <Slides>26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26</vt:i4>
      </vt:variant>
    </vt:vector>
  </HeadingPairs>
  <TitlesOfParts>
    <vt:vector size="34" baseType="lpstr">
      <vt:lpstr>Arial</vt:lpstr>
      <vt:lpstr>Azeret Mono</vt:lpstr>
      <vt:lpstr>Azeret Mono Medium</vt:lpstr>
      <vt:lpstr>Calibri</vt:lpstr>
      <vt:lpstr>Helvetica Neue</vt:lpstr>
      <vt:lpstr>Wingdings</vt:lpstr>
      <vt:lpstr>Motiv Office</vt:lpstr>
      <vt:lpstr>DIA_ nadpis a text s odrážkami</vt:lpstr>
      <vt:lpstr>Prezentace aplikace PowerPoint</vt:lpstr>
      <vt:lpstr>Agenda</vt:lpstr>
      <vt:lpstr>Technický úvod, pravidla videokonference </vt:lpstr>
      <vt:lpstr>Nová struktura RVIS a postavení Výboru </vt:lpstr>
      <vt:lpstr>Nová struktura RVIS a postavení Výboru </vt:lpstr>
      <vt:lpstr>Nová struktura RVIS a postavení Výboru </vt:lpstr>
      <vt:lpstr>Nová struktura RVIS a postavení Výboru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Architektonický vzor generického AIS</vt:lpstr>
      <vt:lpstr>co je generický AIS a k čemu slouží_</vt:lpstr>
      <vt:lpstr>Důsledky pro návrh, řízení a provoz_</vt:lpstr>
      <vt:lpstr>Programové prohlášení vlády a hospodářská strategie 2.0_</vt:lpstr>
      <vt:lpstr>Nastavení kontroly na oha_</vt:lpstr>
      <vt:lpstr>Mají obíhat data a nE lidé_</vt:lpstr>
      <vt:lpstr>Posuzování principu pouze jednou_</vt:lpstr>
      <vt:lpstr>Posuzování principu pouze jednou_</vt:lpstr>
      <vt:lpstr>Změny v Národní architektuře eGovernmentu</vt:lpstr>
      <vt:lpstr>Diskuze: EJFO – Evidence jiných fyzických osob</vt:lpstr>
      <vt:lpstr>Diskuze: EJFO</vt:lpstr>
      <vt:lpstr>Diskuze: eSSL VS DMS </vt:lpstr>
      <vt:lpstr>Diskuze: eSSL vs DMS</vt:lpstr>
      <vt:lpstr>Otázky a nejasnosti členů Výboru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118</cp:revision>
  <dcterms:created xsi:type="dcterms:W3CDTF">2021-01-27T09:19:54Z</dcterms:created>
  <dcterms:modified xsi:type="dcterms:W3CDTF">2026-03-30T10:54:02Z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